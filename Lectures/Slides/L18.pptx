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3"/>
  </p:notesMasterIdLst>
  <p:sldIdLst>
    <p:sldId id="256" r:id="rId2"/>
    <p:sldId id="417" r:id="rId3"/>
    <p:sldId id="413" r:id="rId4"/>
    <p:sldId id="272" r:id="rId5"/>
    <p:sldId id="258" r:id="rId6"/>
    <p:sldId id="418" r:id="rId7"/>
    <p:sldId id="419" r:id="rId8"/>
    <p:sldId id="259" r:id="rId9"/>
    <p:sldId id="260" r:id="rId10"/>
    <p:sldId id="261" r:id="rId11"/>
    <p:sldId id="262" r:id="rId12"/>
    <p:sldId id="263" r:id="rId13"/>
    <p:sldId id="264" r:id="rId14"/>
    <p:sldId id="265" r:id="rId15"/>
    <p:sldId id="266" r:id="rId16"/>
    <p:sldId id="267" r:id="rId17"/>
    <p:sldId id="268" r:id="rId18"/>
    <p:sldId id="269" r:id="rId19"/>
    <p:sldId id="257" r:id="rId20"/>
    <p:sldId id="271" r:id="rId21"/>
    <p:sldId id="270" r:id="rId22"/>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4"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customschemas.google.com/relationships/presentationmetadata" Target="meta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298137B-7DAA-9A50-71C4-FC55CDC8CD0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37DB962-8E1D-D8B2-EA44-B0D388CE43A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0FFEDAA-13A7-8EF9-E3D2-6527A8F57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389607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550EDD1-52CE-344C-711B-8FF6DF309E6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902D2D7-EFD8-0EDC-0AEB-B8C2846146F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6B1CB7C-3314-95B9-DC5D-93CAEF8FADA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5889159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2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9" name="Google Shape;129;p3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p:cNvGrpSpPr/>
        <p:nvPr/>
      </p:nvGrpSpPr>
      <p:grpSpPr>
        <a:xfrm>
          <a:off x="0" y="0"/>
          <a:ext cx="0" cy="0"/>
          <a:chOff x="0" y="0"/>
          <a:chExt cx="0" cy="0"/>
        </a:xfrm>
      </p:grpSpPr>
      <p:sp>
        <p:nvSpPr>
          <p:cNvPr id="142" name="Google Shape;142;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3" name="Google Shape;143;p3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p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60" name="Google Shape;160;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p3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7" name="Google Shape;177;p3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
        <p:cNvGrpSpPr/>
        <p:nvPr/>
      </p:nvGrpSpPr>
      <p:grpSpPr>
        <a:xfrm>
          <a:off x="0" y="0"/>
          <a:ext cx="0" cy="0"/>
          <a:chOff x="0" y="0"/>
          <a:chExt cx="0" cy="0"/>
        </a:xfrm>
      </p:grpSpPr>
      <p:sp>
        <p:nvSpPr>
          <p:cNvPr id="191" name="Google Shape;19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2" name="Google Shape;192;p3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
        <p:cNvGrpSpPr/>
        <p:nvPr/>
      </p:nvGrpSpPr>
      <p:grpSpPr>
        <a:xfrm>
          <a:off x="0" y="0"/>
          <a:ext cx="0" cy="0"/>
          <a:chOff x="0" y="0"/>
          <a:chExt cx="0" cy="0"/>
        </a:xfrm>
      </p:grpSpPr>
      <p:sp>
        <p:nvSpPr>
          <p:cNvPr id="206" name="Google Shape;206;p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07" name="Google Shape;207;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22" name="Google Shape;222;p3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3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p3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8" name="Google Shape;248;p3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p3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path_planning.html"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4.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hyperlink" Target="https://theory.stanford.edu/~amitp/GameProgramming/MapRepresentations.html"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www.redblobgames.com/pathfinding/a-star/introduction.html"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18: Path planning</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DATE</a:t>
            </a:r>
            <a:endParaRPr sz="1800" b="0" i="0" u="none" strike="noStrike" cap="none">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r>
              <a:rPr lang="en-US" sz="2400" dirty="0">
                <a:solidFill>
                  <a:schemeClr val="dk1"/>
                </a:solidFill>
                <a:latin typeface="Arial"/>
                <a:ea typeface="Arial"/>
                <a:cs typeface="Arial"/>
                <a:sym typeface="Arial"/>
              </a:rPr>
              <a:t>Last lecture we said we used “BFS”, what does it stand for? What type of data structure is this most commonly used?</a:t>
            </a:r>
          </a:p>
          <a:p>
            <a:pPr marL="285750" indent="-285750">
              <a:lnSpc>
                <a:spcPct val="100000"/>
              </a:lnSpc>
              <a:spcBef>
                <a:spcPts val="0"/>
              </a:spcBef>
              <a:buSzPts val="3000"/>
            </a:pPr>
            <a:r>
              <a:rPr lang="en-US" sz="2400" dirty="0">
                <a:solidFill>
                  <a:schemeClr val="dk1"/>
                </a:solidFill>
                <a:latin typeface="Arial"/>
                <a:ea typeface="Arial"/>
                <a:cs typeface="Arial"/>
                <a:sym typeface="Arial"/>
              </a:rPr>
              <a:t>Open on the </a:t>
            </a:r>
            <a:r>
              <a:rPr lang="en-US" sz="2400" dirty="0">
                <a:latin typeface="Arial"/>
                <a:ea typeface="Arial"/>
                <a:cs typeface="Arial"/>
                <a:sym typeface="Arial"/>
              </a:rPr>
              <a:t>lecture’s website the path planning visualization that was made for this lecture (</a:t>
            </a:r>
            <a:r>
              <a:rPr lang="en-US" sz="2400" dirty="0">
                <a:latin typeface="Arial"/>
                <a:ea typeface="Arial"/>
                <a:cs typeface="Arial"/>
                <a:sym typeface="Arial"/>
                <a:hlinkClick r:id="rId3"/>
              </a:rPr>
              <a:t>https://marius-juston.github.io/SE-423---Class-Material/path_planning.html</a:t>
            </a:r>
            <a:r>
              <a:rPr lang="en-US" sz="2400" dirty="0">
                <a:latin typeface="Arial"/>
                <a:ea typeface="Arial"/>
                <a:cs typeface="Arial"/>
                <a:sym typeface="Arial"/>
              </a:rPr>
              <a:t>), play around and draw some things and press the run button. You don’t need to understand what A* Search, BFS, </a:t>
            </a:r>
            <a:r>
              <a:rPr lang="en-US" sz="2400" dirty="0" err="1">
                <a:latin typeface="Arial"/>
                <a:ea typeface="Arial"/>
                <a:cs typeface="Arial"/>
                <a:sym typeface="Arial"/>
              </a:rPr>
              <a:t>Dijstras</a:t>
            </a:r>
            <a:r>
              <a:rPr lang="en-US" sz="2400" dirty="0">
                <a:latin typeface="Arial"/>
                <a:ea typeface="Arial"/>
                <a:cs typeface="Arial"/>
                <a:sym typeface="Arial"/>
              </a:rPr>
              <a:t> is yet, but I would recommend having this up during lecture so that you can see the different algorithms and settings</a:t>
            </a: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Review – 5-minute partner discussion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1984774-B7FA-53FC-ECBE-3FFBD377F55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rial"/>
                <a:ea typeface="Arial"/>
                <a:cs typeface="Arial"/>
                <a:sym typeface="Arial"/>
              </a:rPr>
              <a:t>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r>
              <a:rPr lang="en-US" sz="1800" b="1" dirty="0">
                <a:solidFill>
                  <a:schemeClr val="dk1"/>
                </a:solidFill>
                <a:latin typeface="Arial"/>
                <a:ea typeface="Arial"/>
                <a:cs typeface="Arial"/>
                <a:sym typeface="Arial"/>
              </a:rPr>
              <a:t>Monday: </a:t>
            </a:r>
            <a:r>
              <a:rPr lang="en-US" sz="1800" dirty="0">
                <a:solidFill>
                  <a:schemeClr val="dk1"/>
                </a:solidFill>
                <a:latin typeface="Arial"/>
                <a:ea typeface="Arial"/>
                <a:cs typeface="Arial"/>
                <a:sym typeface="Arial"/>
              </a:rPr>
              <a:t>4-6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Neel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11-1 PM</a:t>
            </a:r>
            <a:r>
              <a:rPr lang="en-US" sz="1800" b="1" dirty="0">
                <a:latin typeface="Arial"/>
                <a:ea typeface="Arial"/>
                <a:cs typeface="Arial"/>
                <a:sym typeface="Arial"/>
              </a:rPr>
              <a:t>, </a:t>
            </a:r>
            <a:r>
              <a:rPr lang="en-US" sz="1800" dirty="0">
                <a:latin typeface="Arial"/>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latin typeface="Arial"/>
                <a:ea typeface="Arial"/>
                <a:cs typeface="Arial"/>
                <a:sym typeface="Arial"/>
              </a:rPr>
              <a:t>1-3 PM</a:t>
            </a:r>
            <a:r>
              <a:rPr lang="en-US" sz="1800" b="1" dirty="0">
                <a:latin typeface="Arial"/>
                <a:ea typeface="Arial"/>
                <a:cs typeface="Arial"/>
                <a:sym typeface="Arial"/>
              </a:rPr>
              <a:t>, </a:t>
            </a:r>
            <a:r>
              <a:rPr lang="en-US" sz="1800" dirty="0">
                <a:latin typeface="Arial"/>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solidFill>
                  <a:schemeClr val="dk1"/>
                </a:solidFill>
                <a:latin typeface="Arial"/>
                <a:ea typeface="Arial"/>
                <a:cs typeface="Arial"/>
                <a:sym typeface="Arial"/>
              </a:rPr>
              <a:t>2-5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Dan &amp; Marius</a:t>
            </a: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Starting Lab 6 this week. This a 3-week lab!</a:t>
            </a:r>
          </a:p>
          <a:p>
            <a:pPr marL="285750" indent="-285750">
              <a:lnSpc>
                <a:spcPct val="100000"/>
              </a:lnSpc>
              <a:spcBef>
                <a:spcPts val="0"/>
              </a:spcBef>
              <a:buSzPts val="3000"/>
            </a:pPr>
            <a:r>
              <a:rPr lang="en-US" sz="1800" dirty="0">
                <a:solidFill>
                  <a:schemeClr val="tx1"/>
                </a:solidFill>
                <a:latin typeface="Arial"/>
                <a:ea typeface="Arial"/>
                <a:cs typeface="Arial"/>
                <a:sym typeface="Arial"/>
              </a:rPr>
              <a:t>Don’t forget to have the Lab LabVIEW application implemented before lab.</a:t>
            </a: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4</a:t>
            </a:r>
            <a:r>
              <a:rPr lang="en-US" sz="1800" dirty="0">
                <a:latin typeface="Arial"/>
                <a:ea typeface="Arial"/>
                <a:cs typeface="Arial"/>
                <a:sym typeface="Arial"/>
              </a:rPr>
              <a:t> Ex 2 and 3 are due </a:t>
            </a:r>
            <a:r>
              <a:rPr lang="en-US" sz="1800" b="1" dirty="0">
                <a:latin typeface="Arial"/>
                <a:ea typeface="Arial"/>
                <a:cs typeface="Arial"/>
                <a:sym typeface="Arial"/>
              </a:rPr>
              <a:t>March 31, 5PM (The end of office hours)</a:t>
            </a: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4</a:t>
            </a:r>
            <a:r>
              <a:rPr lang="en-US" sz="1800" dirty="0">
                <a:latin typeface="Arial"/>
                <a:ea typeface="Arial"/>
                <a:cs typeface="Arial"/>
                <a:sym typeface="Arial"/>
              </a:rPr>
              <a:t> Ex 4 are due </a:t>
            </a:r>
            <a:r>
              <a:rPr lang="en-US" sz="1800" b="1" dirty="0">
                <a:latin typeface="Arial"/>
                <a:ea typeface="Arial"/>
                <a:cs typeface="Arial"/>
                <a:sym typeface="Arial"/>
              </a:rPr>
              <a:t>April 7, 5PM (The end of office hours)</a:t>
            </a:r>
          </a:p>
          <a:p>
            <a:pPr marL="285750" indent="-285750">
              <a:lnSpc>
                <a:spcPct val="100000"/>
              </a:lnSpc>
              <a:spcBef>
                <a:spcPts val="0"/>
              </a:spcBef>
              <a:buSzPts val="3000"/>
            </a:pPr>
            <a:r>
              <a:rPr lang="en-US" sz="1800" dirty="0">
                <a:latin typeface="Arial"/>
                <a:ea typeface="Arial"/>
                <a:cs typeface="Arial"/>
                <a:sym typeface="Arial"/>
              </a:rPr>
              <a:t>Remainder of </a:t>
            </a:r>
            <a:r>
              <a:rPr lang="en-US" sz="1800" dirty="0">
                <a:latin typeface="Arial"/>
                <a:ea typeface="Arial"/>
                <a:cs typeface="Arial"/>
                <a:sym typeface="Arial"/>
                <a:hlinkClick r:id="rId3"/>
              </a:rPr>
              <a:t>homework 4</a:t>
            </a:r>
            <a:r>
              <a:rPr lang="en-US" sz="1800" dirty="0">
                <a:latin typeface="Arial"/>
                <a:ea typeface="Arial"/>
                <a:cs typeface="Arial"/>
                <a:sym typeface="Arial"/>
              </a:rPr>
              <a:t> due on </a:t>
            </a:r>
            <a:r>
              <a:rPr lang="en-US" sz="1800" dirty="0" err="1">
                <a:latin typeface="Arial"/>
                <a:ea typeface="Arial"/>
                <a:cs typeface="Arial"/>
                <a:sym typeface="Arial"/>
              </a:rPr>
              <a:t>Gradescope</a:t>
            </a:r>
            <a:r>
              <a:rPr lang="en-US" sz="1800" dirty="0">
                <a:latin typeface="Arial"/>
                <a:ea typeface="Arial"/>
                <a:cs typeface="Arial"/>
                <a:sym typeface="Arial"/>
              </a:rPr>
              <a:t> on </a:t>
            </a:r>
            <a:r>
              <a:rPr lang="en-US" sz="1800" b="1" dirty="0">
                <a:latin typeface="Arial"/>
                <a:ea typeface="Arial"/>
                <a:cs typeface="Arial"/>
                <a:sym typeface="Arial"/>
              </a:rPr>
              <a:t>April 8, 9AM</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a:t>
              </a:r>
              <a:endParaRPr sz="1800" b="0" i="0" u="none" strike="noStrike" cap="none" dirty="0">
                <a:solidFill>
                  <a:schemeClr val="lt1"/>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Path planning</a:t>
            </a:r>
            <a:endParaRPr sz="1800" b="0" i="0" u="none" strike="noStrike" cap="none" dirty="0">
              <a:solidFill>
                <a:srgbClr val="15264B"/>
              </a:solidFill>
              <a:latin typeface="Arial"/>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84C1449-3E0A-4861-9392-BE1442E4AF8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0B82F22-2950-651A-368C-79B66C41182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I would HIGHLY recommend you looking at:</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342900">
              <a:lnSpc>
                <a:spcPct val="100000"/>
              </a:lnSpc>
              <a:spcBef>
                <a:spcPts val="0"/>
              </a:spcBef>
              <a:buSzPts val="3000"/>
            </a:pPr>
            <a:r>
              <a:rPr lang="en-US" sz="2350" dirty="0">
                <a:latin typeface="Arial"/>
                <a:ea typeface="Arial"/>
                <a:cs typeface="Arial"/>
                <a:sym typeface="Arial"/>
                <a:hlinkClick r:id="rId3"/>
              </a:rPr>
              <a:t>https://theory.stanford.edu/~amitp/GameProgramming/MapRepresentations.html</a:t>
            </a:r>
            <a:r>
              <a:rPr lang="en-US" sz="2350" dirty="0">
                <a:latin typeface="Arial"/>
                <a:ea typeface="Arial"/>
                <a:cs typeface="Arial"/>
                <a:sym typeface="Arial"/>
              </a:rPr>
              <a:t> </a:t>
            </a:r>
            <a:endParaRPr lang="en-US" sz="2350" dirty="0">
              <a:solidFill>
                <a:schemeClr val="dk1"/>
              </a:solidFill>
              <a:latin typeface="Arial"/>
              <a:ea typeface="Arial"/>
              <a:cs typeface="Arial"/>
              <a:sym typeface="Arial"/>
            </a:endParaRPr>
          </a:p>
          <a:p>
            <a:pPr marL="342900">
              <a:lnSpc>
                <a:spcPct val="100000"/>
              </a:lnSpc>
              <a:spcBef>
                <a:spcPts val="0"/>
              </a:spcBef>
              <a:buSzPts val="3000"/>
            </a:pPr>
            <a:r>
              <a:rPr lang="en-US" sz="2400" dirty="0">
                <a:latin typeface="Arial"/>
                <a:ea typeface="Arial"/>
                <a:cs typeface="Arial"/>
                <a:sym typeface="Arial"/>
                <a:hlinkClick r:id="rId4"/>
              </a:rPr>
              <a:t>https://www.redblobgames.com/pathfinding/a-star/introduction.html</a:t>
            </a:r>
            <a:r>
              <a:rPr lang="en-US" sz="2400" dirty="0">
                <a:latin typeface="Arial"/>
                <a:ea typeface="Arial"/>
                <a:cs typeface="Arial"/>
                <a:sym typeface="Arial"/>
              </a:rPr>
              <a:t> </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This is a series of interactable tutorial for path planning, it is very useful and goes through all the material in this lecture!</a:t>
            </a: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6A628A2B-B709-CACE-8F95-69BCFBA1685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0483023-EDBE-4389-5B7F-1D8932DD80A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Preface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330AC21-503A-97DC-BCF1-95DD8206162E}"/>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0C9303-015B-BA26-66AF-C804A163D8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640AD6F-925A-DF39-18C2-1660A40D8D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834384-62C3-933E-328D-C094682345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82058DB-8DC9-B90E-8DCC-F65D880AB5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6DA9392-D2C8-BB5F-1616-0AF3151C33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5007864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B31BED-0250-AE07-2DD3-6A6C2EB391E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BE0E2B7-1369-7096-6138-7E551BF623E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a:latin typeface="Arial"/>
                <a:ea typeface="Arial"/>
                <a:cs typeface="Arial"/>
                <a:sym typeface="Arial"/>
              </a:rPr>
              <a:t>Empt</a:t>
            </a:r>
            <a:r>
              <a:rPr lang="en-US" sz="2400" dirty="0">
                <a:latin typeface="Arial"/>
                <a:ea typeface="Arial"/>
                <a:cs typeface="Arial"/>
                <a:sym typeface="Arial"/>
              </a:rPr>
              <a:t>y</a:t>
            </a: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2682A598-1CAE-743D-E80B-FC85664EA1D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B266D89-781E-9220-8AD5-217ECD89B6D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Empty</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47035C2-EF7A-764A-381D-DBD204849F9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2DBAF6A-A221-32E4-DB7D-538B0E127EA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BD26DD5-03C4-3792-5F3C-BF6E15D1E43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39EF623-249B-FF09-5496-3A302EDA956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A43F7AF-CE4D-F760-A14B-88E517C5473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EBD68D3-D381-E193-901B-DC322546F85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56225940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29"/>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600" b="1">
                <a:solidFill>
                  <a:srgbClr val="E84B36"/>
                </a:solidFill>
                <a:latin typeface="Arial"/>
                <a:ea typeface="Arial"/>
                <a:cs typeface="Arial"/>
                <a:sym typeface="Arial"/>
              </a:rPr>
              <a:t>Lorem Ipsum Dolor Sit Amet Consectetur Adipiscing</a:t>
            </a:r>
            <a:endParaRPr sz="2600" b="1">
              <a:solidFill>
                <a:srgbClr val="E84B36"/>
              </a:solidFill>
              <a:latin typeface="Arial"/>
              <a:ea typeface="Arial"/>
              <a:cs typeface="Arial"/>
              <a:sym typeface="Arial"/>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2000"/>
              <a:buNone/>
            </a:pPr>
            <a:r>
              <a:rPr lang="en-US" sz="1800">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000" b="1">
                <a:solidFill>
                  <a:srgbClr val="15264B"/>
                </a:solidFill>
                <a:latin typeface="Arial"/>
                <a:ea typeface="Arial"/>
                <a:cs typeface="Arial"/>
                <a:sym typeface="Arial"/>
              </a:rPr>
              <a:t>Lorem Ipsum Dolor Sit Amet Consectetur Adipiscing</a:t>
            </a:r>
            <a:endParaRPr sz="2000" b="1">
              <a:solidFill>
                <a:srgbClr val="15264B"/>
              </a:solidFill>
              <a:latin typeface="Arial"/>
              <a:ea typeface="Arial"/>
              <a:cs typeface="Arial"/>
              <a:sym typeface="Arial"/>
            </a:endParaRPr>
          </a:p>
          <a:p>
            <a:pPr marL="0" lvl="0" indent="0" algn="l" rtl="0">
              <a:lnSpc>
                <a:spcPct val="100000"/>
              </a:lnSpc>
              <a:spcBef>
                <a:spcPts val="0"/>
              </a:spcBef>
              <a:spcAft>
                <a:spcPts val="0"/>
              </a:spcAft>
              <a:buSzPts val="3000"/>
              <a:buNone/>
            </a:pPr>
            <a:endParaRPr sz="1800" b="1">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1800">
                <a:latin typeface="Arial"/>
                <a:ea typeface="Arial"/>
                <a:cs typeface="Arial"/>
                <a:sym typeface="Arial"/>
              </a:rPr>
              <a:t>Lorem ipsum dolor sit amet, consectetur adipiscing elit, sed do eiusmod tempor incididunt ut labore et dolore magna aliqua.</a:t>
            </a:r>
            <a:endParaRPr sz="1800" b="1">
              <a:solidFill>
                <a:schemeClr val="dk1"/>
              </a:solidFill>
              <a:latin typeface="Arial"/>
              <a:ea typeface="Arial"/>
              <a:cs typeface="Arial"/>
              <a:sym typeface="Arial"/>
            </a:endParaRPr>
          </a:p>
        </p:txBody>
      </p:sp>
      <p:sp>
        <p:nvSpPr>
          <p:cNvPr id="119" name="Google Shape;119;p29"/>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21" name="Google Shape;121;p29"/>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p:cNvGrpSpPr/>
          <p:nvPr/>
        </p:nvGrpSpPr>
        <p:grpSpPr>
          <a:xfrm>
            <a:off x="4066674" y="6601537"/>
            <a:ext cx="5233412" cy="70446"/>
            <a:chOff x="4033424" y="6601537"/>
            <a:chExt cx="5233412" cy="70446"/>
          </a:xfrm>
        </p:grpSpPr>
        <p:cxnSp>
          <p:nvCxnSpPr>
            <p:cNvPr id="125" name="Google Shape;125;p29"/>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30"/>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32" name="Google Shape;132;p30"/>
          <p:cNvSpPr txBox="1"/>
          <p:nvPr/>
        </p:nvSpPr>
        <p:spPr>
          <a:xfrm>
            <a:off x="376810" y="1334279"/>
            <a:ext cx="5442100"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sz="1800" b="1" i="0" u="none" strike="noStrike" cap="none">
              <a:solidFill>
                <a:schemeClr val="dk1"/>
              </a:solidFill>
              <a:latin typeface="Arial"/>
              <a:ea typeface="Arial"/>
              <a:cs typeface="Arial"/>
              <a:sym typeface="Arial"/>
            </a:endParaRPr>
          </a:p>
        </p:txBody>
      </p:sp>
      <p:sp>
        <p:nvSpPr>
          <p:cNvPr id="133" name="Google Shape;133;p30"/>
          <p:cNvSpPr txBox="1"/>
          <p:nvPr/>
        </p:nvSpPr>
        <p:spPr>
          <a:xfrm>
            <a:off x="6158774" y="1334279"/>
            <a:ext cx="5442100"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sz="1800" b="1" i="0" u="none" strike="noStrike" cap="none">
              <a:solidFill>
                <a:schemeClr val="dk1"/>
              </a:solidFill>
              <a:latin typeface="Arial"/>
              <a:ea typeface="Arial"/>
              <a:cs typeface="Arial"/>
              <a:sym typeface="Arial"/>
            </a:endParaRPr>
          </a:p>
        </p:txBody>
      </p:sp>
      <p:sp>
        <p:nvSpPr>
          <p:cNvPr id="134" name="Google Shape;134;p30"/>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35" name="Google Shape;135;p30"/>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36" name="Google Shape;136;p30"/>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37" name="Google Shape;137;p30"/>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38" name="Google Shape;138;p30"/>
          <p:cNvGrpSpPr/>
          <p:nvPr/>
        </p:nvGrpSpPr>
        <p:grpSpPr>
          <a:xfrm>
            <a:off x="4066674" y="6601537"/>
            <a:ext cx="5233412" cy="70446"/>
            <a:chOff x="4033424" y="6601537"/>
            <a:chExt cx="5233412" cy="70446"/>
          </a:xfrm>
        </p:grpSpPr>
        <p:cxnSp>
          <p:nvCxnSpPr>
            <p:cNvPr id="139" name="Google Shape;139;p30"/>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40" name="Google Shape;140;p30"/>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44"/>
        <p:cNvGrpSpPr/>
        <p:nvPr/>
      </p:nvGrpSpPr>
      <p:grpSpPr>
        <a:xfrm>
          <a:off x="0" y="0"/>
          <a:ext cx="0" cy="0"/>
          <a:chOff x="0" y="0"/>
          <a:chExt cx="0" cy="0"/>
        </a:xfrm>
      </p:grpSpPr>
      <p:sp>
        <p:nvSpPr>
          <p:cNvPr id="145" name="Google Shape;145;p31"/>
          <p:cNvSpPr/>
          <p:nvPr/>
        </p:nvSpPr>
        <p:spPr>
          <a:xfrm>
            <a:off x="475566" y="1263717"/>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46" name="Google Shape;146;p31"/>
          <p:cNvSpPr txBox="1"/>
          <p:nvPr/>
        </p:nvSpPr>
        <p:spPr>
          <a:xfrm>
            <a:off x="1494115" y="2239572"/>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47" name="Google Shape;147;p31"/>
          <p:cNvSpPr/>
          <p:nvPr/>
        </p:nvSpPr>
        <p:spPr>
          <a:xfrm>
            <a:off x="475566" y="3774068"/>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48" name="Google Shape;148;p31"/>
          <p:cNvSpPr txBox="1"/>
          <p:nvPr/>
        </p:nvSpPr>
        <p:spPr>
          <a:xfrm>
            <a:off x="1494115" y="4747225"/>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49" name="Google Shape;149;p31"/>
          <p:cNvSpPr txBox="1"/>
          <p:nvPr/>
        </p:nvSpPr>
        <p:spPr>
          <a:xfrm>
            <a:off x="5122548" y="1334279"/>
            <a:ext cx="6686464"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dk1"/>
              </a:solidFill>
              <a:latin typeface="Arial"/>
              <a:ea typeface="Arial"/>
              <a:cs typeface="Arial"/>
              <a:sym typeface="Arial"/>
            </a:endParaRPr>
          </a:p>
        </p:txBody>
      </p:sp>
      <p:sp>
        <p:nvSpPr>
          <p:cNvPr id="150" name="Google Shape;150;p31"/>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51" name="Google Shape;151;p31"/>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52" name="Google Shape;152;p31"/>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53" name="Google Shape;153;p31"/>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54" name="Google Shape;154;p31"/>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55" name="Google Shape;155;p31"/>
          <p:cNvGrpSpPr/>
          <p:nvPr/>
        </p:nvGrpSpPr>
        <p:grpSpPr>
          <a:xfrm>
            <a:off x="4066674" y="6601537"/>
            <a:ext cx="5233412" cy="70446"/>
            <a:chOff x="4033424" y="6601537"/>
            <a:chExt cx="5233412" cy="70446"/>
          </a:xfrm>
        </p:grpSpPr>
        <p:cxnSp>
          <p:nvCxnSpPr>
            <p:cNvPr id="156" name="Google Shape;156;p31"/>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57" name="Google Shape;157;p31"/>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61"/>
        <p:cNvGrpSpPr/>
        <p:nvPr/>
      </p:nvGrpSpPr>
      <p:grpSpPr>
        <a:xfrm>
          <a:off x="0" y="0"/>
          <a:ext cx="0" cy="0"/>
          <a:chOff x="0" y="0"/>
          <a:chExt cx="0" cy="0"/>
        </a:xfrm>
      </p:grpSpPr>
      <p:sp>
        <p:nvSpPr>
          <p:cNvPr id="162" name="Google Shape;162;p7"/>
          <p:cNvSpPr/>
          <p:nvPr/>
        </p:nvSpPr>
        <p:spPr>
          <a:xfrm>
            <a:off x="7475456" y="1263717"/>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63" name="Google Shape;163;p7"/>
          <p:cNvSpPr txBox="1"/>
          <p:nvPr/>
        </p:nvSpPr>
        <p:spPr>
          <a:xfrm>
            <a:off x="8494005" y="2239572"/>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64" name="Google Shape;164;p7"/>
          <p:cNvSpPr/>
          <p:nvPr/>
        </p:nvSpPr>
        <p:spPr>
          <a:xfrm>
            <a:off x="7475456" y="3774068"/>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65" name="Google Shape;165;p7"/>
          <p:cNvSpPr txBox="1"/>
          <p:nvPr/>
        </p:nvSpPr>
        <p:spPr>
          <a:xfrm>
            <a:off x="8494005" y="4747225"/>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66" name="Google Shape;166;p7"/>
          <p:cNvSpPr txBox="1">
            <a:spLocks noGrp="1"/>
          </p:cNvSpPr>
          <p:nvPr>
            <p:ph type="body" idx="1"/>
          </p:nvPr>
        </p:nvSpPr>
        <p:spPr>
          <a:xfrm>
            <a:off x="376810" y="1334279"/>
            <a:ext cx="6686464"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600" b="1">
                <a:solidFill>
                  <a:srgbClr val="E84B36"/>
                </a:solidFill>
                <a:latin typeface="Arial"/>
                <a:ea typeface="Arial"/>
                <a:cs typeface="Arial"/>
                <a:sym typeface="Arial"/>
              </a:rPr>
              <a:t>Lorem Ipsum Dolor Sit Amet Consectetur Adipiscing</a:t>
            </a:r>
            <a:endParaRPr sz="2600" b="1">
              <a:solidFill>
                <a:srgbClr val="E84B36"/>
              </a:solidFill>
              <a:latin typeface="Arial"/>
              <a:ea typeface="Arial"/>
              <a:cs typeface="Arial"/>
              <a:sym typeface="Arial"/>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2000"/>
              <a:buNone/>
            </a:pPr>
            <a:r>
              <a:rPr lang="en-US" sz="1800">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000" b="1">
                <a:solidFill>
                  <a:srgbClr val="15264B"/>
                </a:solidFill>
                <a:latin typeface="Arial"/>
                <a:ea typeface="Arial"/>
                <a:cs typeface="Arial"/>
                <a:sym typeface="Arial"/>
              </a:rPr>
              <a:t>Lorem Ipsum Dolor Sit Amet Consectetur Adipiscing</a:t>
            </a:r>
            <a:endParaRPr sz="2000" b="1">
              <a:solidFill>
                <a:srgbClr val="15264B"/>
              </a:solidFill>
            </a:endParaRPr>
          </a:p>
          <a:p>
            <a:pPr marL="0" lvl="0" indent="0" algn="l" rtl="0">
              <a:lnSpc>
                <a:spcPct val="100000"/>
              </a:lnSpc>
              <a:spcBef>
                <a:spcPts val="0"/>
              </a:spcBef>
              <a:spcAft>
                <a:spcPts val="0"/>
              </a:spcAft>
              <a:buSzPts val="3000"/>
              <a:buNone/>
            </a:pPr>
            <a:endParaRPr sz="1800" b="1">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1800">
                <a:latin typeface="Arial"/>
                <a:ea typeface="Arial"/>
                <a:cs typeface="Arial"/>
                <a:sym typeface="Arial"/>
              </a:rPr>
              <a:t>Lorem ipsum dolor sit amet, consectetur adipiscing elit, sed do eiusmod tempor incididunt ut labore et dolore magna aliqua.</a:t>
            </a:r>
            <a:endParaRPr sz="1800" b="1">
              <a:solidFill>
                <a:schemeClr val="dk1"/>
              </a:solidFill>
              <a:latin typeface="Arial"/>
              <a:ea typeface="Arial"/>
              <a:cs typeface="Arial"/>
              <a:sym typeface="Arial"/>
            </a:endParaRPr>
          </a:p>
        </p:txBody>
      </p:sp>
      <p:sp>
        <p:nvSpPr>
          <p:cNvPr id="167" name="Google Shape;167;p7"/>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68" name="Google Shape;168;p7"/>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69" name="Google Shape;169;p7"/>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70" name="Google Shape;170;p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71" name="Google Shape;171;p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72" name="Google Shape;172;p7"/>
          <p:cNvGrpSpPr/>
          <p:nvPr/>
        </p:nvGrpSpPr>
        <p:grpSpPr>
          <a:xfrm>
            <a:off x="4066674" y="6601537"/>
            <a:ext cx="5233412" cy="70446"/>
            <a:chOff x="4033424" y="6601537"/>
            <a:chExt cx="5233412" cy="70446"/>
          </a:xfrm>
        </p:grpSpPr>
        <p:cxnSp>
          <p:nvCxnSpPr>
            <p:cNvPr id="173" name="Google Shape;173;p7"/>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74" name="Google Shape;174;p7"/>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79" name="Google Shape;179;p32"/>
          <p:cNvSpPr/>
          <p:nvPr/>
        </p:nvSpPr>
        <p:spPr>
          <a:xfrm>
            <a:off x="431192" y="1263718"/>
            <a:ext cx="4356660" cy="4825998"/>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80" name="Google Shape;180;p32"/>
          <p:cNvSpPr txBox="1"/>
          <p:nvPr/>
        </p:nvSpPr>
        <p:spPr>
          <a:xfrm>
            <a:off x="1469276" y="3493224"/>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81" name="Google Shape;181;p32"/>
          <p:cNvSpPr txBox="1"/>
          <p:nvPr/>
        </p:nvSpPr>
        <p:spPr>
          <a:xfrm>
            <a:off x="5131837" y="1334279"/>
            <a:ext cx="6422373"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dk1"/>
              </a:solidFill>
              <a:latin typeface="Arial"/>
              <a:ea typeface="Arial"/>
              <a:cs typeface="Arial"/>
              <a:sym typeface="Arial"/>
            </a:endParaRPr>
          </a:p>
        </p:txBody>
      </p:sp>
      <p:sp>
        <p:nvSpPr>
          <p:cNvPr id="182" name="Google Shape;182;p32"/>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83" name="Google Shape;183;p32"/>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84" name="Google Shape;184;p32"/>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85" name="Google Shape;185;p32"/>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86" name="Google Shape;186;p32"/>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87" name="Google Shape;187;p32"/>
          <p:cNvGrpSpPr/>
          <p:nvPr/>
        </p:nvGrpSpPr>
        <p:grpSpPr>
          <a:xfrm>
            <a:off x="4066674" y="6601537"/>
            <a:ext cx="5233412" cy="70446"/>
            <a:chOff x="4033424" y="6601537"/>
            <a:chExt cx="5233412" cy="70446"/>
          </a:xfrm>
        </p:grpSpPr>
        <p:cxnSp>
          <p:nvCxnSpPr>
            <p:cNvPr id="188" name="Google Shape;188;p32"/>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89" name="Google Shape;189;p32"/>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93"/>
        <p:cNvGrpSpPr/>
        <p:nvPr/>
      </p:nvGrpSpPr>
      <p:grpSpPr>
        <a:xfrm>
          <a:off x="0" y="0"/>
          <a:ext cx="0" cy="0"/>
          <a:chOff x="0" y="0"/>
          <a:chExt cx="0" cy="0"/>
        </a:xfrm>
      </p:grpSpPr>
      <p:sp>
        <p:nvSpPr>
          <p:cNvPr id="194" name="Google Shape;194;p33"/>
          <p:cNvSpPr/>
          <p:nvPr/>
        </p:nvSpPr>
        <p:spPr>
          <a:xfrm>
            <a:off x="7452352" y="1263718"/>
            <a:ext cx="4356660" cy="4825998"/>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95" name="Google Shape;195;p33"/>
          <p:cNvSpPr txBox="1"/>
          <p:nvPr/>
        </p:nvSpPr>
        <p:spPr>
          <a:xfrm>
            <a:off x="8490436" y="3493224"/>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96" name="Google Shape;196;p33"/>
          <p:cNvSpPr txBox="1"/>
          <p:nvPr/>
        </p:nvSpPr>
        <p:spPr>
          <a:xfrm>
            <a:off x="376808" y="1334279"/>
            <a:ext cx="6422373"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dk1"/>
              </a:solidFill>
              <a:latin typeface="Arial"/>
              <a:ea typeface="Arial"/>
              <a:cs typeface="Arial"/>
              <a:sym typeface="Arial"/>
            </a:endParaRPr>
          </a:p>
        </p:txBody>
      </p:sp>
      <p:sp>
        <p:nvSpPr>
          <p:cNvPr id="197" name="Google Shape;197;p33"/>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98" name="Google Shape;198;p33"/>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99" name="Google Shape;199;p33"/>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00" name="Google Shape;200;p33"/>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201" name="Google Shape;201;p33"/>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202" name="Google Shape;202;p33"/>
          <p:cNvGrpSpPr/>
          <p:nvPr/>
        </p:nvGrpSpPr>
        <p:grpSpPr>
          <a:xfrm>
            <a:off x="4066674" y="6601537"/>
            <a:ext cx="5233412" cy="70446"/>
            <a:chOff x="4033424" y="6601537"/>
            <a:chExt cx="5233412" cy="70446"/>
          </a:xfrm>
        </p:grpSpPr>
        <p:cxnSp>
          <p:nvCxnSpPr>
            <p:cNvPr id="203" name="Google Shape;203;p33"/>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204" name="Google Shape;204;p33"/>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08"/>
        <p:cNvGrpSpPr/>
        <p:nvPr/>
      </p:nvGrpSpPr>
      <p:grpSpPr>
        <a:xfrm>
          <a:off x="0" y="0"/>
          <a:ext cx="0" cy="0"/>
          <a:chOff x="0" y="0"/>
          <a:chExt cx="0" cy="0"/>
        </a:xfrm>
      </p:grpSpPr>
      <p:sp>
        <p:nvSpPr>
          <p:cNvPr id="209" name="Google Shape;209;p8"/>
          <p:cNvSpPr/>
          <p:nvPr/>
        </p:nvSpPr>
        <p:spPr>
          <a:xfrm>
            <a:off x="2266934" y="1458134"/>
            <a:ext cx="7658130" cy="3688423"/>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10" name="Google Shape;210;p8"/>
          <p:cNvSpPr txBox="1"/>
          <p:nvPr/>
        </p:nvSpPr>
        <p:spPr>
          <a:xfrm>
            <a:off x="4548417" y="3123892"/>
            <a:ext cx="3095164"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CHART / GRAPH</a:t>
            </a:r>
            <a:endParaRPr sz="1400" b="0" i="0" u="none" strike="noStrike" cap="none">
              <a:solidFill>
                <a:srgbClr val="000000"/>
              </a:solidFill>
              <a:latin typeface="Arial"/>
              <a:ea typeface="Arial"/>
              <a:cs typeface="Arial"/>
              <a:sym typeface="Arial"/>
            </a:endParaRPr>
          </a:p>
        </p:txBody>
      </p:sp>
      <p:sp>
        <p:nvSpPr>
          <p:cNvPr id="211" name="Google Shape;211;p8"/>
          <p:cNvSpPr txBox="1"/>
          <p:nvPr/>
        </p:nvSpPr>
        <p:spPr>
          <a:xfrm>
            <a:off x="583914" y="5464730"/>
            <a:ext cx="11024170" cy="654113"/>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chemeClr val="dk1"/>
              </a:buClr>
              <a:buSzPts val="2000"/>
              <a:buFont typeface="Helvetica Neue Light"/>
              <a:buNone/>
            </a:pPr>
            <a:r>
              <a:rPr lang="en-US" sz="1600" b="0" i="0" u="none" strike="noStrike" cap="none">
                <a:solidFill>
                  <a:schemeClr val="dk1"/>
                </a:solidFill>
                <a:latin typeface="Arial"/>
                <a:ea typeface="Arial"/>
                <a:cs typeface="Arial"/>
                <a:sym typeface="Arial"/>
              </a:rPr>
              <a:t>(Short commentary or relevant information about the contents of the chart/graph.)</a:t>
            </a:r>
            <a:endParaRPr sz="1600" b="0" i="0" u="none" strike="noStrike" cap="none">
              <a:solidFill>
                <a:srgbClr val="000000"/>
              </a:solidFill>
              <a:latin typeface="Arial"/>
              <a:ea typeface="Arial"/>
              <a:cs typeface="Arial"/>
              <a:sym typeface="Arial"/>
            </a:endParaRPr>
          </a:p>
        </p:txBody>
      </p:sp>
      <p:sp>
        <p:nvSpPr>
          <p:cNvPr id="212" name="Google Shape;212;p8"/>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213" name="Google Shape;213;p8"/>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214" name="Google Shape;214;p8"/>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15" name="Google Shape;215;p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216" name="Google Shape;216;p8"/>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217" name="Google Shape;217;p8"/>
          <p:cNvGrpSpPr/>
          <p:nvPr/>
        </p:nvGrpSpPr>
        <p:grpSpPr>
          <a:xfrm>
            <a:off x="4066674" y="6601537"/>
            <a:ext cx="5233412" cy="70446"/>
            <a:chOff x="4033424" y="6601537"/>
            <a:chExt cx="5233412" cy="70446"/>
          </a:xfrm>
        </p:grpSpPr>
        <p:cxnSp>
          <p:nvCxnSpPr>
            <p:cNvPr id="218" name="Google Shape;218;p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219" name="Google Shape;219;p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224" name="Google Shape;224;p34"/>
          <p:cNvSpPr/>
          <p:nvPr/>
        </p:nvSpPr>
        <p:spPr>
          <a:xfrm>
            <a:off x="1" y="0"/>
            <a:ext cx="12191998" cy="461738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25" name="Google Shape;225;p34"/>
          <p:cNvSpPr txBox="1"/>
          <p:nvPr/>
        </p:nvSpPr>
        <p:spPr>
          <a:xfrm>
            <a:off x="3513296" y="2308693"/>
            <a:ext cx="5140526"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(Send to back so Block I is not covered.)</a:t>
            </a:r>
            <a:endParaRPr sz="1400" b="0" i="0" u="none" strike="noStrike" cap="none">
              <a:solidFill>
                <a:srgbClr val="000000"/>
              </a:solidFill>
              <a:latin typeface="Arial"/>
              <a:ea typeface="Arial"/>
              <a:cs typeface="Arial"/>
              <a:sym typeface="Arial"/>
            </a:endParaRPr>
          </a:p>
        </p:txBody>
      </p:sp>
      <p:sp>
        <p:nvSpPr>
          <p:cNvPr id="226" name="Google Shape;226;p34"/>
          <p:cNvSpPr txBox="1"/>
          <p:nvPr/>
        </p:nvSpPr>
        <p:spPr>
          <a:xfrm>
            <a:off x="376810" y="5050453"/>
            <a:ext cx="11177400" cy="953497"/>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chemeClr val="dk1"/>
              </a:buClr>
              <a:buSzPts val="2000"/>
              <a:buFont typeface="Helvetica Neue Light"/>
              <a:buNone/>
            </a:pPr>
            <a:r>
              <a:rPr lang="en-US" sz="2200" b="0" i="0" u="none" strike="noStrike" cap="none">
                <a:solidFill>
                  <a:schemeClr val="dk1"/>
                </a:solidFill>
                <a:latin typeface="Arial"/>
                <a:ea typeface="Arial"/>
                <a:cs typeface="Arial"/>
                <a:sym typeface="Arial"/>
              </a:rPr>
              <a:t>(Text here relevant to the photo for a larger call out on a given idea or message.) </a:t>
            </a:r>
            <a:endParaRPr/>
          </a:p>
          <a:p>
            <a:pPr marL="0" marR="0" lvl="0" indent="0" algn="ctr" rtl="0">
              <a:lnSpc>
                <a:spcPct val="100000"/>
              </a:lnSpc>
              <a:spcBef>
                <a:spcPts val="0"/>
              </a:spcBef>
              <a:spcAft>
                <a:spcPts val="0"/>
              </a:spcAft>
              <a:buClr>
                <a:schemeClr val="dk1"/>
              </a:buClr>
              <a:buSzPts val="2000"/>
              <a:buFont typeface="Helvetica Neue Light"/>
              <a:buNone/>
            </a:pPr>
            <a:r>
              <a:rPr lang="en-US" sz="2200" b="0" i="0" u="none" strike="noStrike" cap="none">
                <a:solidFill>
                  <a:schemeClr val="dk1"/>
                </a:solidFill>
                <a:latin typeface="Arial"/>
                <a:ea typeface="Arial"/>
                <a:cs typeface="Arial"/>
                <a:sym typeface="Arial"/>
              </a:rPr>
              <a:t>(Keep this text simple and short on one or two lines.)</a:t>
            </a:r>
            <a:endParaRPr sz="2200" b="0" i="0" u="none" strike="noStrike" cap="none">
              <a:solidFill>
                <a:srgbClr val="000000"/>
              </a:solidFill>
              <a:latin typeface="Arial"/>
              <a:ea typeface="Arial"/>
              <a:cs typeface="Arial"/>
              <a:sym typeface="Arial"/>
            </a:endParaRPr>
          </a:p>
        </p:txBody>
      </p:sp>
      <p:pic>
        <p:nvPicPr>
          <p:cNvPr id="227" name="Google Shape;227;p34"/>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28" name="Google Shape;228;p34"/>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229" name="Google Shape;229;p34"/>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230" name="Google Shape;230;p34"/>
          <p:cNvGrpSpPr/>
          <p:nvPr/>
        </p:nvGrpSpPr>
        <p:grpSpPr>
          <a:xfrm>
            <a:off x="4066674" y="6601537"/>
            <a:ext cx="5233412" cy="70446"/>
            <a:chOff x="4033424" y="6601537"/>
            <a:chExt cx="5233412" cy="70446"/>
          </a:xfrm>
        </p:grpSpPr>
        <p:cxnSp>
          <p:nvCxnSpPr>
            <p:cNvPr id="231" name="Google Shape;231;p34"/>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232" name="Google Shape;232;p34"/>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13294B"/>
        </a:solidFill>
        <a:effectLst/>
      </p:bgPr>
    </p:bg>
    <p:spTree>
      <p:nvGrpSpPr>
        <p:cNvPr id="1" name="Shape 236"/>
        <p:cNvGrpSpPr/>
        <p:nvPr/>
      </p:nvGrpSpPr>
      <p:grpSpPr>
        <a:xfrm>
          <a:off x="0" y="0"/>
          <a:ext cx="0" cy="0"/>
          <a:chOff x="0" y="0"/>
          <a:chExt cx="0" cy="0"/>
        </a:xfrm>
      </p:grpSpPr>
      <p:sp>
        <p:nvSpPr>
          <p:cNvPr id="237" name="Google Shape;237;p35"/>
          <p:cNvSpPr txBox="1"/>
          <p:nvPr/>
        </p:nvSpPr>
        <p:spPr>
          <a:xfrm>
            <a:off x="5131837" y="1010620"/>
            <a:ext cx="6422373"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Lorem ipsum dolor sit amet consectetur adipiscing elit</a:t>
            </a:r>
            <a:endParaRPr sz="26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chemeClr val="lt1"/>
                </a:solidFill>
                <a:latin typeface="Arial"/>
                <a:ea typeface="Arial"/>
                <a:cs typeface="Arial"/>
                <a:sym typeface="Arial"/>
              </a:rPr>
              <a:t>Lorem ipsum dolor sit amet consectetur adipiscing</a:t>
            </a:r>
            <a:endParaRPr sz="20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lt1"/>
              </a:solidFill>
              <a:latin typeface="Arial"/>
              <a:ea typeface="Arial"/>
              <a:cs typeface="Arial"/>
              <a:sym typeface="Arial"/>
            </a:endParaRPr>
          </a:p>
        </p:txBody>
      </p:sp>
      <p:sp>
        <p:nvSpPr>
          <p:cNvPr id="238" name="Google Shape;238;p35"/>
          <p:cNvSpPr/>
          <p:nvPr/>
        </p:nvSpPr>
        <p:spPr>
          <a:xfrm>
            <a:off x="420782" y="344953"/>
            <a:ext cx="4109890" cy="5954248"/>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39" name="Google Shape;239;p35"/>
          <p:cNvSpPr txBox="1"/>
          <p:nvPr/>
        </p:nvSpPr>
        <p:spPr>
          <a:xfrm>
            <a:off x="1335481" y="3236505"/>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a:t>
            </a:r>
            <a:endParaRPr sz="1400" b="0" i="0" u="none" strike="noStrike" cap="none">
              <a:solidFill>
                <a:srgbClr val="000000"/>
              </a:solidFill>
              <a:latin typeface="Arial"/>
              <a:ea typeface="Arial"/>
              <a:cs typeface="Arial"/>
              <a:sym typeface="Arial"/>
            </a:endParaRPr>
          </a:p>
        </p:txBody>
      </p:sp>
      <p:pic>
        <p:nvPicPr>
          <p:cNvPr id="240" name="Google Shape;240;p35"/>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41" name="Google Shape;241;p35"/>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42" name="Google Shape;242;p35"/>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43" name="Google Shape;243;p35"/>
          <p:cNvGrpSpPr/>
          <p:nvPr/>
        </p:nvGrpSpPr>
        <p:grpSpPr>
          <a:xfrm>
            <a:off x="4066674" y="6601537"/>
            <a:ext cx="5233412" cy="70446"/>
            <a:chOff x="4033424" y="6601537"/>
            <a:chExt cx="5233412" cy="70446"/>
          </a:xfrm>
        </p:grpSpPr>
        <p:cxnSp>
          <p:nvCxnSpPr>
            <p:cNvPr id="244" name="Google Shape;244;p35"/>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45" name="Google Shape;245;p35"/>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pic>
        <p:nvPicPr>
          <p:cNvPr id="250" name="Google Shape;250;p36" descr="Text, letter, whiteboard&#10;&#10;Description automatically generated"/>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51" name="Google Shape;251;p36"/>
          <p:cNvSpPr/>
          <p:nvPr/>
        </p:nvSpPr>
        <p:spPr>
          <a:xfrm>
            <a:off x="0" y="0"/>
            <a:ext cx="6096000" cy="685800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52" name="Google Shape;252;p36"/>
          <p:cNvSpPr txBox="1"/>
          <p:nvPr/>
        </p:nvSpPr>
        <p:spPr>
          <a:xfrm>
            <a:off x="591671" y="3581984"/>
            <a:ext cx="4867835" cy="193895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1" i="0" u="none" strike="noStrike" cap="none">
                <a:solidFill>
                  <a:schemeClr val="lt1"/>
                </a:solidFill>
                <a:latin typeface="Arial"/>
                <a:ea typeface="Arial"/>
                <a:cs typeface="Arial"/>
                <a:sym typeface="Arial"/>
              </a:rPr>
              <a:t>(Slide the blue box and the text left or right to fit over your background image. Use this text box for a call out or caption to the image.)</a:t>
            </a:r>
            <a:endParaRPr sz="2400" b="1" i="0" u="none" strike="noStrike" cap="none">
              <a:solidFill>
                <a:schemeClr val="lt1"/>
              </a:solidFill>
              <a:latin typeface="Arial"/>
              <a:ea typeface="Arial"/>
              <a:cs typeface="Arial"/>
              <a:sym typeface="Arial"/>
            </a:endParaRPr>
          </a:p>
        </p:txBody>
      </p:sp>
      <p:sp>
        <p:nvSpPr>
          <p:cNvPr id="253" name="Google Shape;253;p36"/>
          <p:cNvSpPr txBox="1"/>
          <p:nvPr/>
        </p:nvSpPr>
        <p:spPr>
          <a:xfrm>
            <a:off x="701965" y="1422585"/>
            <a:ext cx="4608944" cy="1754286"/>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IMAGE</a:t>
            </a:r>
            <a:endParaRPr/>
          </a:p>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 </a:t>
            </a:r>
            <a:endParaRPr/>
          </a:p>
          <a:p>
            <a:pPr marL="0" marR="0" lvl="0" indent="0" algn="ctr"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(Use a photo for the entire slide like the example shown here. Send the photo to </a:t>
            </a:r>
            <a:endParaRPr/>
          </a:p>
          <a:p>
            <a:pPr marL="0" marR="0" lvl="0" indent="0" algn="ctr"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the back so the Block I and footer text </a:t>
            </a:r>
            <a:endParaRPr/>
          </a:p>
          <a:p>
            <a:pPr marL="0" marR="0" lvl="0" indent="0" algn="ctr"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is not covered.)</a:t>
            </a:r>
            <a:endParaRPr sz="1400" b="0" i="0" u="none" strike="noStrike" cap="none">
              <a:solidFill>
                <a:schemeClr val="lt1"/>
              </a:solidFill>
              <a:latin typeface="Arial"/>
              <a:ea typeface="Arial"/>
              <a:cs typeface="Arial"/>
              <a:sym typeface="Arial"/>
            </a:endParaRPr>
          </a:p>
        </p:txBody>
      </p:sp>
      <p:pic>
        <p:nvPicPr>
          <p:cNvPr id="254" name="Google Shape;254;p36"/>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55" name="Google Shape;255;p36"/>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56" name="Google Shape;256;p36"/>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57" name="Google Shape;257;p36"/>
          <p:cNvGrpSpPr/>
          <p:nvPr/>
        </p:nvGrpSpPr>
        <p:grpSpPr>
          <a:xfrm>
            <a:off x="4066674" y="6601537"/>
            <a:ext cx="5233412" cy="70446"/>
            <a:chOff x="4033424" y="6601537"/>
            <a:chExt cx="5233412" cy="70446"/>
          </a:xfrm>
        </p:grpSpPr>
        <p:cxnSp>
          <p:nvCxnSpPr>
            <p:cNvPr id="258" name="Google Shape;258;p36"/>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59" name="Google Shape;259;p36"/>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p:cNvGrpSpPr/>
        <p:nvPr/>
      </p:nvGrpSpPr>
      <p:grpSpPr>
        <a:xfrm>
          <a:off x="0" y="0"/>
          <a:ext cx="0" cy="0"/>
          <a:chOff x="0" y="0"/>
          <a:chExt cx="0" cy="0"/>
        </a:xfrm>
      </p:grpSpPr>
      <p:sp>
        <p:nvSpPr>
          <p:cNvPr id="264" name="Google Shape;264;p37"/>
          <p:cNvSpPr txBox="1"/>
          <p:nvPr/>
        </p:nvSpPr>
        <p:spPr>
          <a:xfrm>
            <a:off x="2275515" y="1778140"/>
            <a:ext cx="7640969" cy="4334209"/>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(Closing slide option. Suggestions for last slide)</a:t>
            </a:r>
            <a:endParaRPr sz="1800" b="0"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26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Summary</a:t>
            </a:r>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Thank You</a:t>
            </a:r>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Questions</a:t>
            </a:r>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Contact Information</a:t>
            </a:r>
            <a:endParaRPr/>
          </a:p>
          <a:p>
            <a:pPr marL="0" marR="0" lvl="0" indent="0" algn="l" rtl="0">
              <a:lnSpc>
                <a:spcPct val="100000"/>
              </a:lnSpc>
              <a:spcBef>
                <a:spcPts val="0"/>
              </a:spcBef>
              <a:spcAft>
                <a:spcPts val="0"/>
              </a:spcAft>
              <a:buNone/>
            </a:pPr>
            <a:endParaRPr sz="18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lt1"/>
              </a:solidFill>
              <a:latin typeface="Arial"/>
              <a:ea typeface="Arial"/>
              <a:cs typeface="Arial"/>
              <a:sym typeface="Arial"/>
            </a:endParaRPr>
          </a:p>
        </p:txBody>
      </p:sp>
      <p:pic>
        <p:nvPicPr>
          <p:cNvPr id="265" name="Google Shape;265;p3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p:cNvGrpSpPr/>
          <p:nvPr/>
        </p:nvGrpSpPr>
        <p:grpSpPr>
          <a:xfrm>
            <a:off x="4066674" y="6601537"/>
            <a:ext cx="5233412" cy="70446"/>
            <a:chOff x="4033424" y="6601537"/>
            <a:chExt cx="5233412" cy="70446"/>
          </a:xfrm>
        </p:grpSpPr>
        <p:cxnSp>
          <p:nvCxnSpPr>
            <p:cNvPr id="269" name="Google Shape;269;p3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sp>
        <p:nvSpPr>
          <p:cNvPr id="89" name="Google Shape;89;p27"/>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a:solidFill>
                  <a:schemeClr val="lt1"/>
                </a:solidFill>
                <a:latin typeface="Arial"/>
                <a:ea typeface="Arial"/>
                <a:cs typeface="Arial"/>
                <a:sym typeface="Arial"/>
              </a:rPr>
              <a:t>HEADING</a:t>
            </a:r>
            <a:endParaRPr sz="1400" b="0" i="0" u="none" strike="noStrike" cap="none">
              <a:solidFill>
                <a:srgbClr val="000000"/>
              </a:solidFill>
              <a:latin typeface="Arial"/>
              <a:ea typeface="Arial"/>
              <a:cs typeface="Arial"/>
              <a:sym typeface="Arial"/>
            </a:endParaRPr>
          </a:p>
        </p:txBody>
      </p:sp>
      <p:sp>
        <p:nvSpPr>
          <p:cNvPr id="90" name="Google Shape;90;p27"/>
          <p:cNvSpPr txBox="1"/>
          <p:nvPr/>
        </p:nvSpPr>
        <p:spPr>
          <a:xfrm>
            <a:off x="1441528" y="3232230"/>
            <a:ext cx="9308941" cy="209284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a:solidFill>
                  <a:schemeClr val="lt1"/>
                </a:solidFill>
                <a:latin typeface="Arial"/>
                <a:ea typeface="Arial"/>
                <a:cs typeface="Arial"/>
                <a:sym typeface="Arial"/>
              </a:rPr>
              <a:t>Lorem ipsum dolor sit amet, consectetur adipiscing elit. Nullam ut orci condimentum, commodo dui quis, faucibus mauris. Praesent nec sapien sed nunc sollicitudin.</a:t>
            </a:r>
            <a:endParaRPr/>
          </a:p>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a:solidFill>
                  <a:schemeClr val="lt1"/>
                </a:solidFill>
                <a:latin typeface="Arial"/>
                <a:ea typeface="Arial"/>
                <a:cs typeface="Arial"/>
                <a:sym typeface="Arial"/>
              </a:rPr>
              <a:t> </a:t>
            </a:r>
            <a:endParaRPr/>
          </a:p>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(Main section divider slide option one.)</a:t>
            </a:r>
            <a:endParaRPr sz="1800" b="0" i="0" u="none" strike="noStrike" cap="none">
              <a:solidFill>
                <a:schemeClr val="lt1"/>
              </a:solidFill>
              <a:latin typeface="Arial"/>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47</TotalTime>
  <Words>1305</Words>
  <Application>Microsoft Office PowerPoint</Application>
  <PresentationFormat>Widescreen</PresentationFormat>
  <Paragraphs>161</Paragraphs>
  <Slides>21</Slides>
  <Notes>21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21</vt:i4>
      </vt:variant>
    </vt:vector>
  </HeadingPairs>
  <TitlesOfParts>
    <vt:vector size="25" baseType="lpstr">
      <vt:lpstr>Arial</vt:lpstr>
      <vt:lpstr>Calibri</vt:lpstr>
      <vt:lpstr>Helvetica Neue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25</cp:revision>
  <dcterms:created xsi:type="dcterms:W3CDTF">2019-01-14T22:06:33Z</dcterms:created>
  <dcterms:modified xsi:type="dcterms:W3CDTF">2026-03-25T21:01:27Z</dcterms:modified>
</cp:coreProperties>
</file>