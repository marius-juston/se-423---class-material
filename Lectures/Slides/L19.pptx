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92" r:id="rId16"/>
    <p:sldId id="460" r:id="rId17"/>
    <p:sldId id="464" r:id="rId18"/>
    <p:sldId id="461" r:id="rId19"/>
    <p:sldId id="463" r:id="rId20"/>
    <p:sldId id="462" r:id="rId21"/>
    <p:sldId id="465" r:id="rId22"/>
    <p:sldId id="466" r:id="rId23"/>
    <p:sldId id="467" r:id="rId24"/>
    <p:sldId id="468" r:id="rId25"/>
    <p:sldId id="469" r:id="rId26"/>
    <p:sldId id="470" r:id="rId27"/>
    <p:sldId id="471" r:id="rId28"/>
    <p:sldId id="474" r:id="rId29"/>
    <p:sldId id="472" r:id="rId30"/>
    <p:sldId id="473" r:id="rId31"/>
    <p:sldId id="475" r:id="rId32"/>
    <p:sldId id="476" r:id="rId33"/>
    <p:sldId id="484" r:id="rId34"/>
    <p:sldId id="477" r:id="rId35"/>
    <p:sldId id="478" r:id="rId36"/>
    <p:sldId id="479" r:id="rId37"/>
    <p:sldId id="480" r:id="rId38"/>
    <p:sldId id="481" r:id="rId39"/>
    <p:sldId id="482" r:id="rId40"/>
    <p:sldId id="483" r:id="rId41"/>
    <p:sldId id="485" r:id="rId42"/>
    <p:sldId id="487" r:id="rId43"/>
    <p:sldId id="488" r:id="rId44"/>
    <p:sldId id="489" r:id="rId45"/>
    <p:sldId id="490" r:id="rId46"/>
    <p:sldId id="491" r:id="rId47"/>
    <p:sldId id="271" r:id="rId48"/>
    <p:sldId id="270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616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hyperlink" Target="https://en.wikipedia.org/wiki/Dubins_path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19: Trajectory planning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April 1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st</a:t>
            </a:r>
            <a:r>
              <a:rPr lang="en-US" sz="1800" dirty="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6574AF-556B-132F-418B-F588EB2FF5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decoupled controller, which pursues a target point and has the controller constantly chasing after it is called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Pure Pursuit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There are other ways of implementing the trajectory following, among which we will talk about below. Some other ways revolve around solving optimization problems.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8699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 </a:t>
            </a:r>
            <a:r>
              <a:rPr lang="en-US" sz="4500" b="1" i="0" u="none" strike="noStrike" cap="none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Reeds-Shepp 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Curves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tkinson Hyperlegible Next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tkinson Hyperlegible Next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</TotalTime>
  <Words>3036</Words>
  <Application>Microsoft Office PowerPoint</Application>
  <PresentationFormat>Widescreen</PresentationFormat>
  <Paragraphs>430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392</cp:revision>
  <dcterms:created xsi:type="dcterms:W3CDTF">2019-01-14T22:06:33Z</dcterms:created>
  <dcterms:modified xsi:type="dcterms:W3CDTF">2026-04-02T09:05:17Z</dcterms:modified>
</cp:coreProperties>
</file>