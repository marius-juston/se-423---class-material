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123" d="100"/>
          <a:sy n="123" d="100"/>
        </p:scale>
        <p:origin x="16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 26,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rial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 200 MHz: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thus,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</TotalTime>
  <Words>2432</Words>
  <Application>Microsoft Office PowerPoint</Application>
  <PresentationFormat>Widescreen</PresentationFormat>
  <Paragraphs>511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139</cp:revision>
  <dcterms:created xsi:type="dcterms:W3CDTF">2019-01-14T22:06:33Z</dcterms:created>
  <dcterms:modified xsi:type="dcterms:W3CDTF">2026-01-27T08:56:24Z</dcterms:modified>
</cp:coreProperties>
</file>