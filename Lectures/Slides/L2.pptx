
<file path=[Content_Types].xml><?xml version="1.0" encoding="utf-8"?>
<Types xmlns="http://schemas.openxmlformats.org/package/2006/content-types">
  <Default Extension="jpeg" ContentType="image/jpeg"/>
  <Default Extension="jpg" ContentType="image/jpeg"/>
  <Default Extension="png" ContentType="image/png"/>
  <Default Extension="rels" ContentType="application/vnd.openxmlformats-package.relationships+xml"/>
  <Default Extension="svg" ContentType="image/svg+xml"/>
  <Default Extension="xml" ContentType="application/xml"/>
  <Override PartName="/ppt/presentation.xml" ContentType="application/vnd.openxmlformats-officedocument.presentationml.presentation.main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s/slide2.xml" ContentType="application/vnd.openxmlformats-officedocument.presentationml.slide+xml"/>
  <Override PartName="/ppt/slides/slide3.xml" ContentType="application/vnd.openxmlformats-officedocument.presentationml.slide+xml"/>
  <Override PartName="/ppt/slides/slide4.xml" ContentType="application/vnd.openxmlformats-officedocument.presentationml.slide+xml"/>
  <Override PartName="/ppt/slides/slide5.xml" ContentType="application/vnd.openxmlformats-officedocument.presentationml.slide+xml"/>
  <Override PartName="/ppt/slides/slide6.xml" ContentType="application/vnd.openxmlformats-officedocument.presentationml.slide+xml"/>
  <Override PartName="/ppt/slides/slide7.xml" ContentType="application/vnd.openxmlformats-officedocument.presentationml.slide+xml"/>
  <Override PartName="/ppt/slides/slide8.xml" ContentType="application/vnd.openxmlformats-officedocument.presentationml.slide+xml"/>
  <Override PartName="/ppt/slides/slide9.xml" ContentType="application/vnd.openxmlformats-officedocument.presentationml.slide+xml"/>
  <Override PartName="/ppt/slides/slide10.xml" ContentType="application/vnd.openxmlformats-officedocument.presentationml.slide+xml"/>
  <Override PartName="/ppt/slides/slide11.xml" ContentType="application/vnd.openxmlformats-officedocument.presentationml.slide+xml"/>
  <Override PartName="/ppt/slides/slide12.xml" ContentType="application/vnd.openxmlformats-officedocument.presentationml.slide+xml"/>
  <Override PartName="/ppt/slides/slide13.xml" ContentType="application/vnd.openxmlformats-officedocument.presentationml.slide+xml"/>
  <Override PartName="/ppt/slides/slide14.xml" ContentType="application/vnd.openxmlformats-officedocument.presentationml.slide+xml"/>
  <Override PartName="/ppt/slides/slide15.xml" ContentType="application/vnd.openxmlformats-officedocument.presentationml.slide+xml"/>
  <Override PartName="/ppt/slides/slide16.xml" ContentType="application/vnd.openxmlformats-officedocument.presentationml.slide+xml"/>
  <Override PartName="/ppt/slides/slide17.xml" ContentType="application/vnd.openxmlformats-officedocument.presentationml.slide+xml"/>
  <Override PartName="/ppt/slides/slide18.xml" ContentType="application/vnd.openxmlformats-officedocument.presentationml.slide+xml"/>
  <Override PartName="/ppt/slides/slide19.xml" ContentType="application/vnd.openxmlformats-officedocument.presentationml.slide+xml"/>
  <Override PartName="/ppt/slides/slide20.xml" ContentType="application/vnd.openxmlformats-officedocument.presentationml.slide+xml"/>
  <Override PartName="/ppt/slides/slide21.xml" ContentType="application/vnd.openxmlformats-officedocument.presentationml.slide+xml"/>
  <Override PartName="/ppt/slides/slide22.xml" ContentType="application/vnd.openxmlformats-officedocument.presentationml.slide+xml"/>
  <Override PartName="/ppt/slides/slide23.xml" ContentType="application/vnd.openxmlformats-officedocument.presentationml.slide+xml"/>
  <Override PartName="/ppt/slides/slide24.xml" ContentType="application/vnd.openxmlformats-officedocument.presentationml.slide+xml"/>
  <Override PartName="/ppt/slides/slide25.xml" ContentType="application/vnd.openxmlformats-officedocument.presentationml.slide+xml"/>
  <Override PartName="/ppt/slides/slide26.xml" ContentType="application/vnd.openxmlformats-officedocument.presentationml.slide+xml"/>
  <Override PartName="/ppt/slides/slide27.xml" ContentType="application/vnd.openxmlformats-officedocument.presentationml.slide+xml"/>
  <Override PartName="/ppt/slides/slide28.xml" ContentType="application/vnd.openxmlformats-officedocument.presentationml.slide+xml"/>
  <Override PartName="/ppt/slides/slide29.xml" ContentType="application/vnd.openxmlformats-officedocument.presentationml.slide+xml"/>
  <Override PartName="/ppt/notesMasters/notesMaster1.xml" ContentType="application/vnd.openxmlformats-officedocument.presentationml.notesMaster+xml"/>
  <Override PartName="/ppt/presProps.xml" ContentType="application/vnd.openxmlformats-officedocument.presentationml.presProps+xml"/>
  <Override PartName="/ppt/viewProps.xml" ContentType="application/vnd.openxmlformats-officedocument.presentationml.viewProps+xml"/>
  <Override PartName="/ppt/theme/theme1.xml" ContentType="application/vnd.openxmlformats-officedocument.theme+xml"/>
  <Override PartName="/ppt/tableStyles.xml" ContentType="application/vnd.openxmlformats-officedocument.presentationml.tableStyles+xml"/>
  <Override PartName="/ppt/slideLayouts/slideLayout1.xml" ContentType="application/vnd.openxmlformats-officedocument.presentationml.slideLayout+xml"/>
  <Override PartName="/ppt/slideLayouts/slideLayout2.xml" ContentType="application/vnd.openxmlformats-officedocument.presentationml.slideLayout+xml"/>
  <Override PartName="/ppt/slideLayouts/slideLayout3.xml" ContentType="application/vnd.openxmlformats-officedocument.presentationml.slideLayout+xml"/>
  <Override PartName="/ppt/slideLayouts/slideLayout4.xml" ContentType="application/vnd.openxmlformats-officedocument.presentationml.slideLayout+xml"/>
  <Override PartName="/ppt/slideLayouts/slideLayout5.xml" ContentType="application/vnd.openxmlformats-officedocument.presentationml.slideLayout+xml"/>
  <Override PartName="/ppt/slideLayouts/slideLayout6.xml" ContentType="application/vnd.openxmlformats-officedocument.presentationml.slideLayout+xml"/>
  <Override PartName="/ppt/slideLayouts/slideLayout7.xml" ContentType="application/vnd.openxmlformats-officedocument.presentationml.slideLayout+xml"/>
  <Override PartName="/ppt/slideLayouts/slideLayout8.xml" ContentType="application/vnd.openxmlformats-officedocument.presentationml.slideLayout+xml"/>
  <Override PartName="/ppt/slideLayouts/slideLayout9.xml" ContentType="application/vnd.openxmlformats-officedocument.presentationml.slideLayout+xml"/>
  <Override PartName="/ppt/slideLayouts/slideLayout10.xml" ContentType="application/vnd.openxmlformats-officedocument.presentationml.slideLayout+xml"/>
  <Override PartName="/ppt/theme/theme2.xml" ContentType="application/vnd.openxmlformats-officedocument.theme+xml"/>
  <Override PartName="/ppt/notesSlides/notesSlide1.xml" ContentType="application/vnd.openxmlformats-officedocument.presentationml.notesSlide+xml"/>
  <Override PartName="/ppt/notesSlides/notesSlide2.xml" ContentType="application/vnd.openxmlformats-officedocument.presentationml.notesSlide+xml"/>
  <Override PartName="/ppt/notesSlides/notesSlide3.xml" ContentType="application/vnd.openxmlformats-officedocument.presentationml.notesSlide+xml"/>
  <Override PartName="/ppt/notesSlides/notesSlide4.xml" ContentType="application/vnd.openxmlformats-officedocument.presentationml.notesSlide+xml"/>
  <Override PartName="/ppt/notesSlides/notesSlide5.xml" ContentType="application/vnd.openxmlformats-officedocument.presentationml.notesSlide+xml"/>
  <Override PartName="/ppt/notesSlides/notesSlide6.xml" ContentType="application/vnd.openxmlformats-officedocument.presentationml.notesSlide+xml"/>
  <Override PartName="/ppt/notesSlides/notesSlide7.xml" ContentType="application/vnd.openxmlformats-officedocument.presentationml.notesSlide+xml"/>
  <Override PartName="/ppt/notesSlides/notesSlide8.xml" ContentType="application/vnd.openxmlformats-officedocument.presentationml.notesSlide+xml"/>
  <Override PartName="/ppt/notesSlides/notesSlide9.xml" ContentType="application/vnd.openxmlformats-officedocument.presentationml.notesSlide+xml"/>
  <Override PartName="/ppt/notesSlides/notesSlide10.xml" ContentType="application/vnd.openxmlformats-officedocument.presentationml.notesSlide+xml"/>
  <Override PartName="/ppt/notesSlides/notesSlide11.xml" ContentType="application/vnd.openxmlformats-officedocument.presentationml.notesSlide+xml"/>
  <Override PartName="/ppt/notesSlides/notesSlide12.xml" ContentType="application/vnd.openxmlformats-officedocument.presentationml.notesSlide+xml"/>
  <Override PartName="/ppt/notesSlides/notesSlide13.xml" ContentType="application/vnd.openxmlformats-officedocument.presentationml.notesSlide+xml"/>
  <Override PartName="/ppt/notesSlides/notesSlide14.xml" ContentType="application/vnd.openxmlformats-officedocument.presentationml.notesSlide+xml"/>
  <Override PartName="/ppt/notesSlides/notesSlide15.xml" ContentType="application/vnd.openxmlformats-officedocument.presentationml.notesSlide+xml"/>
  <Override PartName="/ppt/notesSlides/notesSlide16.xml" ContentType="application/vnd.openxmlformats-officedocument.presentationml.notesSlide+xml"/>
  <Override PartName="/ppt/notesSlides/notesSlide17.xml" ContentType="application/vnd.openxmlformats-officedocument.presentationml.notesSlide+xml"/>
  <Override PartName="/ppt/notesSlides/notesSlide18.xml" ContentType="application/vnd.openxmlformats-officedocument.presentationml.notesSlide+xml"/>
  <Override PartName="/ppt/notesSlides/notesSlide19.xml" ContentType="application/vnd.openxmlformats-officedocument.presentationml.notesSlide+xml"/>
  <Override PartName="/ppt/notesSlides/notesSlide20.xml" ContentType="application/vnd.openxmlformats-officedocument.presentationml.notesSlide+xml"/>
  <Override PartName="/ppt/notesSlides/notesSlide21.xml" ContentType="application/vnd.openxmlformats-officedocument.presentationml.notesSlide+xml"/>
  <Override PartName="/ppt/notesSlides/notesSlide22.xml" ContentType="application/vnd.openxmlformats-officedocument.presentationml.notesSlide+xml"/>
  <Override PartName="/ppt/notesSlides/notesSlide23.xml" ContentType="application/vnd.openxmlformats-officedocument.presentationml.notesSlide+xml"/>
  <Override PartName="/ppt/notesSlides/notesSlide24.xml" ContentType="application/vnd.openxmlformats-officedocument.presentationml.notesSlide+xml"/>
  <Override PartName="/ppt/notesSlides/notesSlide25.xml" ContentType="application/vnd.openxmlformats-officedocument.presentationml.notesSlide+xml"/>
  <Override PartName="/ppt/notesSlides/notesSlide26.xml" ContentType="application/vnd.openxmlformats-officedocument.presentationml.notesSlide+xml"/>
  <Override PartName="/ppt/notesSlides/notesSlide27.xml" ContentType="application/vnd.openxmlformats-officedocument.presentationml.notesSlide+xml"/>
  <Override PartName="/ppt/notesSlides/notesSlide28.xml" ContentType="application/vnd.openxmlformats-officedocument.presentationml.notesSlide+xml"/>
  <Override PartName="/ppt/notesSlides/notesSlide29.xml" ContentType="application/vnd.openxmlformats-officedocument.presentationml.notesSlide+xml"/>
  <Override PartName="/docProps/core.xml" ContentType="application/vnd.openxmlformats-package.core-properties+xml"/>
  <Override PartName="/docProps/app.xml" ContentType="application/vnd.openxmlformats-officedocument.extended-properties+xml"/>
  <Override PartName="/ppt/metadata" ContentType="application/binary"/>
</Types>
</file>

<file path=_rels/.rels><?xml version="1.0" encoding="UTF-8" standalone="yes"?>
<Relationships xmlns="http://schemas.openxmlformats.org/package/2006/relationships"><Relationship Id="rId3" Type="http://schemas.openxmlformats.org/officeDocument/2006/relationships/extended-properties" Target="docProps/app.xml"/><Relationship Id="rId2" Type="http://schemas.openxmlformats.org/package/2006/relationships/metadata/core-properties" Target="docProps/core.xml"/><Relationship Id="rId1" Type="http://schemas.openxmlformats.org/officeDocument/2006/relationships/officeDocument" Target="ppt/presentation.xml"/>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trictFirstAndLastChars="0" saveSubsetFonts="1" autoCompressPictures="0">
  <p:sldMasterIdLst>
    <p:sldMasterId id="2147483648" r:id="rId1"/>
  </p:sldMasterIdLst>
  <p:notesMasterIdLst>
    <p:notesMasterId r:id="rId31"/>
  </p:notesMasterIdLst>
  <p:sldIdLst>
    <p:sldId id="256" r:id="rId2"/>
    <p:sldId id="257" r:id="rId3"/>
    <p:sldId id="271" r:id="rId4"/>
    <p:sldId id="274" r:id="rId5"/>
    <p:sldId id="275" r:id="rId6"/>
    <p:sldId id="276" r:id="rId7"/>
    <p:sldId id="258" r:id="rId8"/>
    <p:sldId id="277" r:id="rId9"/>
    <p:sldId id="272" r:id="rId10"/>
    <p:sldId id="278" r:id="rId11"/>
    <p:sldId id="279" r:id="rId12"/>
    <p:sldId id="280" r:id="rId13"/>
    <p:sldId id="281" r:id="rId14"/>
    <p:sldId id="289" r:id="rId15"/>
    <p:sldId id="288" r:id="rId16"/>
    <p:sldId id="282" r:id="rId17"/>
    <p:sldId id="283" r:id="rId18"/>
    <p:sldId id="285" r:id="rId19"/>
    <p:sldId id="286" r:id="rId20"/>
    <p:sldId id="287" r:id="rId21"/>
    <p:sldId id="290" r:id="rId22"/>
    <p:sldId id="291" r:id="rId23"/>
    <p:sldId id="292" r:id="rId24"/>
    <p:sldId id="295" r:id="rId25"/>
    <p:sldId id="296" r:id="rId26"/>
    <p:sldId id="293" r:id="rId27"/>
    <p:sldId id="294" r:id="rId28"/>
    <p:sldId id="269" r:id="rId29"/>
    <p:sldId id="270" r:id="rId30"/>
  </p:sldIdLst>
  <p:sldSz cx="12192000" cy="6858000"/>
  <p:notesSz cx="6858000" cy="9144000"/>
  <p:defaultTextStyle>
    <a:defPPr marR="0" lvl="0" algn="l" rtl="0">
      <a:lnSpc>
        <a:spcPct val="100000"/>
      </a:lnSpc>
      <a:spcBef>
        <a:spcPts val="0"/>
      </a:spcBef>
      <a:spcAft>
        <a:spcPts val="0"/>
      </a:spcAft>
    </a:defPPr>
    <a:lvl1pPr marR="0" lvl="0" algn="l" rtl="0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sz="1400" b="0" i="0" u="none" strike="noStrike" cap="none">
        <a:solidFill>
          <a:srgbClr val="000000"/>
        </a:solidFill>
        <a:latin typeface="Atkinson Hyperlegible Next"/>
        <a:ea typeface="Arial"/>
        <a:cs typeface="Arial"/>
        <a:sym typeface="Arial"/>
      </a:defRPr>
    </a:lvl1pPr>
    <a:lvl2pPr marR="0" lvl="1" algn="l" rtl="0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sz="1400" b="0" i="0" u="none" strike="noStrike" cap="none">
        <a:solidFill>
          <a:srgbClr val="000000"/>
        </a:solidFill>
        <a:latin typeface="Atkinson Hyperlegible Next"/>
        <a:ea typeface="Arial"/>
        <a:cs typeface="Arial"/>
        <a:sym typeface="Arial"/>
      </a:defRPr>
    </a:lvl2pPr>
    <a:lvl3pPr marR="0" lvl="2" algn="l" rtl="0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sz="1400" b="0" i="0" u="none" strike="noStrike" cap="none">
        <a:solidFill>
          <a:srgbClr val="000000"/>
        </a:solidFill>
        <a:latin typeface="Atkinson Hyperlegible Next"/>
        <a:ea typeface="Arial"/>
        <a:cs typeface="Arial"/>
        <a:sym typeface="Arial"/>
      </a:defRPr>
    </a:lvl3pPr>
    <a:lvl4pPr marR="0" lvl="3" algn="l" rtl="0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sz="1400" b="0" i="0" u="none" strike="noStrike" cap="none">
        <a:solidFill>
          <a:srgbClr val="000000"/>
        </a:solidFill>
        <a:latin typeface="Atkinson Hyperlegible Next"/>
        <a:ea typeface="Arial"/>
        <a:cs typeface="Arial"/>
        <a:sym typeface="Arial"/>
      </a:defRPr>
    </a:lvl4pPr>
    <a:lvl5pPr marR="0" lvl="4" algn="l" rtl="0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sz="1400" b="0" i="0" u="none" strike="noStrike" cap="none">
        <a:solidFill>
          <a:srgbClr val="000000"/>
        </a:solidFill>
        <a:latin typeface="Atkinson Hyperlegible Next"/>
        <a:ea typeface="Arial"/>
        <a:cs typeface="Arial"/>
        <a:sym typeface="Arial"/>
      </a:defRPr>
    </a:lvl5pPr>
    <a:lvl6pPr marR="0" lvl="5" algn="l" rtl="0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sz="1400" b="0" i="0" u="none" strike="noStrike" cap="none">
        <a:solidFill>
          <a:srgbClr val="000000"/>
        </a:solidFill>
        <a:latin typeface="Atkinson Hyperlegible Next"/>
        <a:ea typeface="Arial"/>
        <a:cs typeface="Arial"/>
        <a:sym typeface="Arial"/>
      </a:defRPr>
    </a:lvl6pPr>
    <a:lvl7pPr marR="0" lvl="6" algn="l" rtl="0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sz="1400" b="0" i="0" u="none" strike="noStrike" cap="none">
        <a:solidFill>
          <a:srgbClr val="000000"/>
        </a:solidFill>
        <a:latin typeface="Atkinson Hyperlegible Next"/>
        <a:ea typeface="Arial"/>
        <a:cs typeface="Arial"/>
        <a:sym typeface="Arial"/>
      </a:defRPr>
    </a:lvl7pPr>
    <a:lvl8pPr marR="0" lvl="7" algn="l" rtl="0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sz="1400" b="0" i="0" u="none" strike="noStrike" cap="none">
        <a:solidFill>
          <a:srgbClr val="000000"/>
        </a:solidFill>
        <a:latin typeface="Atkinson Hyperlegible Next"/>
        <a:ea typeface="Arial"/>
        <a:cs typeface="Arial"/>
        <a:sym typeface="Arial"/>
      </a:defRPr>
    </a:lvl8pPr>
    <a:lvl9pPr marR="0" lvl="8" algn="l" rtl="0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sz="1400" b="0" i="0" u="none" strike="noStrike" cap="none">
        <a:solidFill>
          <a:srgbClr val="000000"/>
        </a:solidFill>
        <a:latin typeface="Atkinson Hyperlegible Next"/>
        <a:ea typeface="Arial"/>
        <a:cs typeface="Arial"/>
        <a:sym typeface="Arial"/>
      </a:defRPr>
    </a:lvl9pPr>
  </p:defaultTextStyle>
  <p:extLst>
    <p:ext uri="{EFAFB233-063F-42B5-8137-9DF3F51BA10A}">
      <p15:sldGuideLst xmlns:p15="http://schemas.microsoft.com/office/powerpoint/2012/main"/>
    </p:ext>
    <p:ext uri="http://customooxmlschemas.google.com/">
      <go:slidesCustomData xmlns="" xmlns:mc="http://schemas.openxmlformats.org/markup-compatibility/2006" xmlns:mv="urn:schemas-microsoft-com:mac:vml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xmlns:go="http://customooxmlschemas.google.com/" r:id="rId32" roundtripDataSignature="AMtx7mjKkk5wOoQj6sDPPETbbKgHU96Dzg=="/>
    </p:ext>
  </p:extLst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>
  <p:showPr showNarration="1">
    <p:present/>
    <p:sldAll/>
    <p:penClr>
      <a:prstClr val="red"/>
    </p:penClr>
    <p:extLst>
      <p:ext uri="{EC167BDD-8182-4AB7-AECC-EB403E3ABB37}">
        <p14:laserClr xmlns:p14="http://schemas.microsoft.com/office/powerpoint/2010/main">
          <a:srgbClr val="FF0000"/>
        </p14:laserClr>
      </p:ext>
      <p:ext uri="{2FDB2607-1784-4EEB-B798-7EB5836EED8A}">
        <p14:showMediaCtrls xmlns:p14="http://schemas.microsoft.com/office/powerpoint/2010/main" val="1"/>
      </p:ext>
    </p:extLst>
  </p:showPr>
  <p:extLst>
    <p:ext uri="{E76CE94A-603C-4142-B9EB-6D1370010A27}">
      <p14:discardImageEditData xmlns:p14="http://schemas.microsoft.com/office/powerpoint/2010/main" val="0"/>
    </p:ext>
    <p:ext uri="{D31A062A-798A-4329-ABDD-BBA856620510}">
      <p14:defaultImageDpi xmlns:p14="http://schemas.microsoft.com/office/powerpoint/2010/main" val="220"/>
    </p:ext>
    <p:ext uri="{FD5EFAAD-0ECE-453E-9831-46B23BE46B34}">
      <p15:chartTrackingRefBased xmlns:p15="http://schemas.microsoft.com/office/powerpoint/2012/main" val="0"/>
    </p:ext>
  </p:extLst>
</p:presentationPr>
</file>

<file path=ppt/tableStyles.xml><?xml version="1.0" encoding="utf-8"?>
<a:tblStyleLst xmlns:a="http://schemas.openxmlformats.org/drawingml/2006/main" def="{5C22544A-7EE6-4342-B048-85BDC9FD1C3A}">
  <a:tblStyle styleId="{5C22544A-7EE6-4342-B048-85BDC9FD1C3A}" styleName="Medium Style 2 - Accent 1">
    <a:wholeTbl>
      <a:tcTxStyle>
        <a:fontRef idx="minor">
          <a:prstClr val="black"/>
        </a:fontRef>
        <a:schemeClr val="dk1"/>
      </a:tcTxStyle>
      <a:tcStyle>
        <a:tcBdr>
          <a:left>
            <a:ln w="12700" cmpd="sng">
              <a:solidFill>
                <a:schemeClr val="lt1"/>
              </a:solidFill>
            </a:ln>
          </a:left>
          <a:right>
            <a:ln w="12700" cmpd="sng">
              <a:solidFill>
                <a:schemeClr val="lt1"/>
              </a:solidFill>
            </a:ln>
          </a:right>
          <a:top>
            <a:ln w="12700" cmpd="sng">
              <a:solidFill>
                <a:schemeClr val="lt1"/>
              </a:solidFill>
            </a:ln>
          </a:top>
          <a:bottom>
            <a:ln w="12700" cmpd="sng">
              <a:solidFill>
                <a:schemeClr val="lt1"/>
              </a:solidFill>
            </a:ln>
          </a:bottom>
          <a:insideH>
            <a:ln w="12700" cmpd="sng">
              <a:solidFill>
                <a:schemeClr val="lt1"/>
              </a:solidFill>
            </a:ln>
          </a:insideH>
          <a:insideV>
            <a:ln w="12700" cmpd="sng">
              <a:solidFill>
                <a:schemeClr val="lt1"/>
              </a:solidFill>
            </a:ln>
          </a:insideV>
        </a:tcBdr>
        <a:fill>
          <a:solidFill>
            <a:schemeClr val="accent1">
              <a:tint val="20000"/>
            </a:schemeClr>
          </a:solidFill>
        </a:fill>
      </a:tcStyle>
    </a:wholeTbl>
    <a:band1H>
      <a:tcStyle>
        <a:tcBdr/>
        <a:fill>
          <a:solidFill>
            <a:schemeClr val="accent1">
              <a:tint val="40000"/>
            </a:schemeClr>
          </a:solidFill>
        </a:fill>
      </a:tcStyle>
    </a:band1H>
    <a:band2H>
      <a:tcStyle>
        <a:tcBdr/>
      </a:tcStyle>
    </a:band2H>
    <a:band1V>
      <a:tcStyle>
        <a:tcBdr/>
        <a:fill>
          <a:solidFill>
            <a:schemeClr val="accent1">
              <a:tint val="40000"/>
            </a:schemeClr>
          </a:solidFill>
        </a:fill>
      </a:tcStyle>
    </a:band1V>
    <a:band2V>
      <a:tcStyle>
        <a:tcBdr/>
      </a:tcStyle>
    </a:band2V>
    <a:lastCol>
      <a:tcTxStyle b="on">
        <a:fontRef idx="minor">
          <a:prstClr val="black"/>
        </a:fontRef>
        <a:schemeClr val="lt1"/>
      </a:tcTxStyle>
      <a:tcStyle>
        <a:tcBdr/>
        <a:fill>
          <a:solidFill>
            <a:schemeClr val="accent1"/>
          </a:solidFill>
        </a:fill>
      </a:tcStyle>
    </a:lastCol>
    <a:firstCol>
      <a:tcTxStyle b="on">
        <a:fontRef idx="minor">
          <a:prstClr val="black"/>
        </a:fontRef>
        <a:schemeClr val="lt1"/>
      </a:tcTxStyle>
      <a:tcStyle>
        <a:tcBdr/>
        <a:fill>
          <a:solidFill>
            <a:schemeClr val="accent1"/>
          </a:solidFill>
        </a:fill>
      </a:tcStyle>
    </a:firstCol>
    <a:lastRow>
      <a:tcTxStyle b="on">
        <a:fontRef idx="minor">
          <a:prstClr val="black"/>
        </a:fontRef>
        <a:schemeClr val="lt1"/>
      </a:tcTxStyle>
      <a:tcStyle>
        <a:tcBdr>
          <a:top>
            <a:ln w="38100" cmpd="sng">
              <a:solidFill>
                <a:schemeClr val="lt1"/>
              </a:solidFill>
            </a:ln>
          </a:top>
        </a:tcBdr>
        <a:fill>
          <a:solidFill>
            <a:schemeClr val="accent1"/>
          </a:solidFill>
        </a:fill>
      </a:tcStyle>
    </a:lastRow>
    <a:firstRow>
      <a:tcTxStyle b="on">
        <a:fontRef idx="minor">
          <a:prstClr val="black"/>
        </a:fontRef>
        <a:schemeClr val="lt1"/>
      </a:tcTxStyle>
      <a:tcStyle>
        <a:tcBdr>
          <a:bottom>
            <a:ln w="38100" cmpd="sng">
              <a:solidFill>
                <a:schemeClr val="lt1"/>
              </a:solidFill>
            </a:ln>
          </a:bottom>
        </a:tcBdr>
        <a:fill>
          <a:solidFill>
            <a:schemeClr val="accent1"/>
          </a:solidFill>
        </a:fill>
      </a:tcStyle>
    </a:firstRow>
  </a:tblStyle>
</a:tblStyleLst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>
  <p:normalViewPr>
    <p:restoredLeft sz="15620"/>
    <p:restoredTop sz="77740" autoAdjust="0"/>
  </p:normalViewPr>
  <p:slideViewPr>
    <p:cSldViewPr snapToGrid="0">
      <p:cViewPr varScale="1">
        <p:scale>
          <a:sx n="123" d="100"/>
          <a:sy n="123" d="100"/>
        </p:scale>
        <p:origin x="1698" y="114"/>
      </p:cViewPr>
      <p:guideLst/>
    </p:cSldViewPr>
  </p:slideViewPr>
  <p:notesTextViewPr>
    <p:cViewPr>
      <p:scale>
        <a:sx n="1" d="1"/>
        <a:sy n="1" d="1"/>
      </p:scale>
      <p:origin x="0" y="0"/>
    </p:cViewPr>
  </p:notesTextViewPr>
  <p:gridSpacing cx="76200" cy="76200"/>
</p:viewPr>
</file>

<file path=ppt/_rels/presentation.xml.rels><?xml version="1.0" encoding="UTF-8" standalone="yes"?>
<Relationships xmlns="http://schemas.openxmlformats.org/package/2006/relationships"><Relationship Id="rId13" Type="http://schemas.openxmlformats.org/officeDocument/2006/relationships/slide" Target="slides/slide12.xml"/><Relationship Id="rId18" Type="http://schemas.openxmlformats.org/officeDocument/2006/relationships/slide" Target="slides/slide17.xml"/><Relationship Id="rId26" Type="http://schemas.openxmlformats.org/officeDocument/2006/relationships/slide" Target="slides/slide25.xml"/><Relationship Id="rId3" Type="http://schemas.openxmlformats.org/officeDocument/2006/relationships/slide" Target="slides/slide2.xml"/><Relationship Id="rId21" Type="http://schemas.openxmlformats.org/officeDocument/2006/relationships/slide" Target="slides/slide20.xml"/><Relationship Id="rId34" Type="http://schemas.openxmlformats.org/officeDocument/2006/relationships/viewProps" Target="viewProps.xml"/><Relationship Id="rId7" Type="http://schemas.openxmlformats.org/officeDocument/2006/relationships/slide" Target="slides/slide6.xml"/><Relationship Id="rId12" Type="http://schemas.openxmlformats.org/officeDocument/2006/relationships/slide" Target="slides/slide11.xml"/><Relationship Id="rId17" Type="http://schemas.openxmlformats.org/officeDocument/2006/relationships/slide" Target="slides/slide16.xml"/><Relationship Id="rId25" Type="http://schemas.openxmlformats.org/officeDocument/2006/relationships/slide" Target="slides/slide24.xml"/><Relationship Id="rId33" Type="http://schemas.openxmlformats.org/officeDocument/2006/relationships/presProps" Target="presProps.xml"/><Relationship Id="rId2" Type="http://schemas.openxmlformats.org/officeDocument/2006/relationships/slide" Target="slides/slide1.xml"/><Relationship Id="rId16" Type="http://schemas.openxmlformats.org/officeDocument/2006/relationships/slide" Target="slides/slide15.xml"/><Relationship Id="rId20" Type="http://schemas.openxmlformats.org/officeDocument/2006/relationships/slide" Target="slides/slide19.xml"/><Relationship Id="rId29" Type="http://schemas.openxmlformats.org/officeDocument/2006/relationships/slide" Target="slides/slide28.xml"/><Relationship Id="rId1" Type="http://schemas.openxmlformats.org/officeDocument/2006/relationships/slideMaster" Target="slideMasters/slideMaster1.xml"/><Relationship Id="rId6" Type="http://schemas.openxmlformats.org/officeDocument/2006/relationships/slide" Target="slides/slide5.xml"/><Relationship Id="rId11" Type="http://schemas.openxmlformats.org/officeDocument/2006/relationships/slide" Target="slides/slide10.xml"/><Relationship Id="rId24" Type="http://schemas.openxmlformats.org/officeDocument/2006/relationships/slide" Target="slides/slide23.xml"/><Relationship Id="rId32" Type="http://customschemas.google.com/relationships/presentationmetadata" Target="metadata"/><Relationship Id="rId5" Type="http://schemas.openxmlformats.org/officeDocument/2006/relationships/slide" Target="slides/slide4.xml"/><Relationship Id="rId15" Type="http://schemas.openxmlformats.org/officeDocument/2006/relationships/slide" Target="slides/slide14.xml"/><Relationship Id="rId23" Type="http://schemas.openxmlformats.org/officeDocument/2006/relationships/slide" Target="slides/slide22.xml"/><Relationship Id="rId28" Type="http://schemas.openxmlformats.org/officeDocument/2006/relationships/slide" Target="slides/slide27.xml"/><Relationship Id="rId36" Type="http://schemas.openxmlformats.org/officeDocument/2006/relationships/tableStyles" Target="tableStyles.xml"/><Relationship Id="rId10" Type="http://schemas.openxmlformats.org/officeDocument/2006/relationships/slide" Target="slides/slide9.xml"/><Relationship Id="rId19" Type="http://schemas.openxmlformats.org/officeDocument/2006/relationships/slide" Target="slides/slide18.xml"/><Relationship Id="rId31" Type="http://schemas.openxmlformats.org/officeDocument/2006/relationships/notesMaster" Target="notesMasters/notesMaster1.xml"/><Relationship Id="rId4" Type="http://schemas.openxmlformats.org/officeDocument/2006/relationships/slide" Target="slides/slide3.xml"/><Relationship Id="rId9" Type="http://schemas.openxmlformats.org/officeDocument/2006/relationships/slide" Target="slides/slide8.xml"/><Relationship Id="rId14" Type="http://schemas.openxmlformats.org/officeDocument/2006/relationships/slide" Target="slides/slide13.xml"/><Relationship Id="rId22" Type="http://schemas.openxmlformats.org/officeDocument/2006/relationships/slide" Target="slides/slide21.xml"/><Relationship Id="rId27" Type="http://schemas.openxmlformats.org/officeDocument/2006/relationships/slide" Target="slides/slide26.xml"/><Relationship Id="rId30" Type="http://schemas.openxmlformats.org/officeDocument/2006/relationships/slide" Target="slides/slide29.xml"/><Relationship Id="rId35" Type="http://schemas.openxmlformats.org/officeDocument/2006/relationships/theme" Target="theme/theme1.xml"/><Relationship Id="rId8" Type="http://schemas.openxmlformats.org/officeDocument/2006/relationships/slide" Target="slides/slide7.xml"/></Relationships>
</file>

<file path=ppt/notesMasters/_rels/notesMaster1.xml.rels><?xml version="1.0" encoding="UTF-8" standalone="yes"?>
<Relationships xmlns="http://schemas.openxmlformats.org/package/2006/relationships"><Relationship Id="rId1" Type="http://schemas.openxmlformats.org/officeDocument/2006/relationships/theme" Target="../theme/theme2.xml"/></Relationships>
</file>

<file path=ppt/notesMasters/notesMaster1.xml><?xml version="1.0" encoding="utf-8"?>
<p:notesMaster xmlns:a="http://schemas.openxmlformats.org/drawingml/2006/main" xmlns:r="http://schemas.openxmlformats.org/officeDocument/2006/relationships" xmlns:p="http://schemas.openxmlformats.org/presentationml/2006/main">
  <p:cSld>
    <p:bg>
      <p:bgPr>
        <a:solidFill>
          <a:schemeClr val="lt1"/>
        </a:solidFill>
        <a:effectLst/>
      </p:bgPr>
    </p:bg>
    <p:spTree>
      <p:nvGrpSpPr>
        <p:cNvPr id="1" name="Shape 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Google Shape;3;n"/>
          <p:cNvSpPr txBox="1">
            <a:spLocks noGrp="1"/>
          </p:cNvSpPr>
          <p:nvPr>
            <p:ph type="hdr" idx="2"/>
          </p:nvPr>
        </p:nvSpPr>
        <p:spPr>
          <a:xfrm>
            <a:off x="0" y="0"/>
            <a:ext cx="2971800" cy="458788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t" anchorCtr="0">
            <a:noAutofit/>
          </a:bodyPr>
          <a:lstStyle>
            <a:lvl1pPr marR="0" lvl="0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 sz="1200" b="0" i="0" u="none" strike="noStrike" cap="none">
                <a:solidFill>
                  <a:schemeClr val="dk1"/>
                </a:solidFill>
                <a:latin typeface="Atkinson Hyperlegible Next"/>
                <a:ea typeface="Calibri"/>
                <a:cs typeface="Calibri"/>
                <a:sym typeface="Calibri"/>
              </a:defRPr>
            </a:lvl1pPr>
            <a:lvl2pPr marR="0" lvl="1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 sz="1800" b="0" i="0" u="none" strike="noStrike" cap="none">
                <a:solidFill>
                  <a:schemeClr val="dk1"/>
                </a:solidFill>
                <a:latin typeface="Atkinson Hyperlegible Next"/>
                <a:ea typeface="Calibri"/>
                <a:cs typeface="Calibri"/>
                <a:sym typeface="Calibri"/>
              </a:defRPr>
            </a:lvl2pPr>
            <a:lvl3pPr marR="0" lvl="2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 sz="1800" b="0" i="0" u="none" strike="noStrike" cap="none">
                <a:solidFill>
                  <a:schemeClr val="dk1"/>
                </a:solidFill>
                <a:latin typeface="Atkinson Hyperlegible Next"/>
                <a:ea typeface="Calibri"/>
                <a:cs typeface="Calibri"/>
                <a:sym typeface="Calibri"/>
              </a:defRPr>
            </a:lvl3pPr>
            <a:lvl4pPr marR="0" lvl="3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 sz="1800" b="0" i="0" u="none" strike="noStrike" cap="none">
                <a:solidFill>
                  <a:schemeClr val="dk1"/>
                </a:solidFill>
                <a:latin typeface="Atkinson Hyperlegible Next"/>
                <a:ea typeface="Calibri"/>
                <a:cs typeface="Calibri"/>
                <a:sym typeface="Calibri"/>
              </a:defRPr>
            </a:lvl4pPr>
            <a:lvl5pPr marR="0" lvl="4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 sz="1800" b="0" i="0" u="none" strike="noStrike" cap="none">
                <a:solidFill>
                  <a:schemeClr val="dk1"/>
                </a:solidFill>
                <a:latin typeface="Atkinson Hyperlegible Next"/>
                <a:ea typeface="Calibri"/>
                <a:cs typeface="Calibri"/>
                <a:sym typeface="Calibri"/>
              </a:defRPr>
            </a:lvl5pPr>
            <a:lvl6pPr marR="0" lvl="5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 sz="1800" b="0" i="0" u="none" strike="noStrike" cap="none">
                <a:solidFill>
                  <a:schemeClr val="dk1"/>
                </a:solidFill>
                <a:latin typeface="Atkinson Hyperlegible Next"/>
                <a:ea typeface="Calibri"/>
                <a:cs typeface="Calibri"/>
                <a:sym typeface="Calibri"/>
              </a:defRPr>
            </a:lvl6pPr>
            <a:lvl7pPr marR="0" lvl="6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 sz="1800" b="0" i="0" u="none" strike="noStrike" cap="none">
                <a:solidFill>
                  <a:schemeClr val="dk1"/>
                </a:solidFill>
                <a:latin typeface="Atkinson Hyperlegible Next"/>
                <a:ea typeface="Calibri"/>
                <a:cs typeface="Calibri"/>
                <a:sym typeface="Calibri"/>
              </a:defRPr>
            </a:lvl7pPr>
            <a:lvl8pPr marR="0" lvl="7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 sz="1800" b="0" i="0" u="none" strike="noStrike" cap="none">
                <a:solidFill>
                  <a:schemeClr val="dk1"/>
                </a:solidFill>
                <a:latin typeface="Atkinson Hyperlegible Next"/>
                <a:ea typeface="Calibri"/>
                <a:cs typeface="Calibri"/>
                <a:sym typeface="Calibri"/>
              </a:defRPr>
            </a:lvl8pPr>
            <a:lvl9pPr marR="0" lvl="8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 sz="1800" b="0" i="0" u="none" strike="noStrike" cap="none">
                <a:solidFill>
                  <a:schemeClr val="dk1"/>
                </a:solidFill>
                <a:latin typeface="Atkinson Hyperlegible Next"/>
                <a:ea typeface="Calibri"/>
                <a:cs typeface="Calibri"/>
                <a:sym typeface="Calibri"/>
              </a:defRPr>
            </a:lvl9pPr>
          </a:lstStyle>
          <a:p>
            <a:endParaRPr/>
          </a:p>
        </p:txBody>
      </p:sp>
      <p:sp>
        <p:nvSpPr>
          <p:cNvPr id="4" name="Google Shape;4;n"/>
          <p:cNvSpPr txBox="1">
            <a:spLocks noGrp="1"/>
          </p:cNvSpPr>
          <p:nvPr>
            <p:ph type="dt" idx="10"/>
          </p:nvPr>
        </p:nvSpPr>
        <p:spPr>
          <a:xfrm>
            <a:off x="3884613" y="0"/>
            <a:ext cx="2971800" cy="458788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t" anchorCtr="0">
            <a:noAutofit/>
          </a:bodyPr>
          <a:lstStyle>
            <a:lvl1pPr marR="0" lvl="0" algn="r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 sz="1200" b="0" i="0" u="none" strike="noStrike" cap="none">
                <a:solidFill>
                  <a:schemeClr val="dk1"/>
                </a:solidFill>
                <a:latin typeface="Atkinson Hyperlegible Next"/>
                <a:ea typeface="Calibri"/>
                <a:cs typeface="Calibri"/>
                <a:sym typeface="Calibri"/>
              </a:defRPr>
            </a:lvl1pPr>
            <a:lvl2pPr marR="0" lvl="1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 sz="1800" b="0" i="0" u="none" strike="noStrike" cap="none">
                <a:solidFill>
                  <a:schemeClr val="dk1"/>
                </a:solidFill>
                <a:latin typeface="Atkinson Hyperlegible Next"/>
                <a:ea typeface="Calibri"/>
                <a:cs typeface="Calibri"/>
                <a:sym typeface="Calibri"/>
              </a:defRPr>
            </a:lvl2pPr>
            <a:lvl3pPr marR="0" lvl="2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 sz="1800" b="0" i="0" u="none" strike="noStrike" cap="none">
                <a:solidFill>
                  <a:schemeClr val="dk1"/>
                </a:solidFill>
                <a:latin typeface="Atkinson Hyperlegible Next"/>
                <a:ea typeface="Calibri"/>
                <a:cs typeface="Calibri"/>
                <a:sym typeface="Calibri"/>
              </a:defRPr>
            </a:lvl3pPr>
            <a:lvl4pPr marR="0" lvl="3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 sz="1800" b="0" i="0" u="none" strike="noStrike" cap="none">
                <a:solidFill>
                  <a:schemeClr val="dk1"/>
                </a:solidFill>
                <a:latin typeface="Atkinson Hyperlegible Next"/>
                <a:ea typeface="Calibri"/>
                <a:cs typeface="Calibri"/>
                <a:sym typeface="Calibri"/>
              </a:defRPr>
            </a:lvl4pPr>
            <a:lvl5pPr marR="0" lvl="4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 sz="1800" b="0" i="0" u="none" strike="noStrike" cap="none">
                <a:solidFill>
                  <a:schemeClr val="dk1"/>
                </a:solidFill>
                <a:latin typeface="Atkinson Hyperlegible Next"/>
                <a:ea typeface="Calibri"/>
                <a:cs typeface="Calibri"/>
                <a:sym typeface="Calibri"/>
              </a:defRPr>
            </a:lvl5pPr>
            <a:lvl6pPr marR="0" lvl="5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 sz="1800" b="0" i="0" u="none" strike="noStrike" cap="none">
                <a:solidFill>
                  <a:schemeClr val="dk1"/>
                </a:solidFill>
                <a:latin typeface="Atkinson Hyperlegible Next"/>
                <a:ea typeface="Calibri"/>
                <a:cs typeface="Calibri"/>
                <a:sym typeface="Calibri"/>
              </a:defRPr>
            </a:lvl6pPr>
            <a:lvl7pPr marR="0" lvl="6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 sz="1800" b="0" i="0" u="none" strike="noStrike" cap="none">
                <a:solidFill>
                  <a:schemeClr val="dk1"/>
                </a:solidFill>
                <a:latin typeface="Atkinson Hyperlegible Next"/>
                <a:ea typeface="Calibri"/>
                <a:cs typeface="Calibri"/>
                <a:sym typeface="Calibri"/>
              </a:defRPr>
            </a:lvl7pPr>
            <a:lvl8pPr marR="0" lvl="7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 sz="1800" b="0" i="0" u="none" strike="noStrike" cap="none">
                <a:solidFill>
                  <a:schemeClr val="dk1"/>
                </a:solidFill>
                <a:latin typeface="Atkinson Hyperlegible Next"/>
                <a:ea typeface="Calibri"/>
                <a:cs typeface="Calibri"/>
                <a:sym typeface="Calibri"/>
              </a:defRPr>
            </a:lvl8pPr>
            <a:lvl9pPr marR="0" lvl="8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 sz="1800" b="0" i="0" u="none" strike="noStrike" cap="none">
                <a:solidFill>
                  <a:schemeClr val="dk1"/>
                </a:solidFill>
                <a:latin typeface="Atkinson Hyperlegible Next"/>
                <a:ea typeface="Calibri"/>
                <a:cs typeface="Calibri"/>
                <a:sym typeface="Calibri"/>
              </a:defRPr>
            </a:lvl9pPr>
          </a:lstStyle>
          <a:p>
            <a:endParaRPr/>
          </a:p>
        </p:txBody>
      </p:sp>
      <p:sp>
        <p:nvSpPr>
          <p:cNvPr id="5" name="Google Shape;5;n"/>
          <p:cNvSpPr>
            <a:spLocks noGrp="1" noRot="1" noChangeAspect="1"/>
          </p:cNvSpPr>
          <p:nvPr>
            <p:ph type="sldImg" idx="3"/>
          </p:nvPr>
        </p:nvSpPr>
        <p:spPr>
          <a:xfrm>
            <a:off x="685800" y="1143000"/>
            <a:ext cx="5486400" cy="3086100"/>
          </a:xfrm>
          <a:custGeom>
            <a:avLst/>
            <a:gdLst/>
            <a:ahLst/>
            <a:cxnLst/>
            <a:rect l="l" t="t" r="r" b="b"/>
            <a:pathLst>
              <a:path w="120000" h="120000" extrusionOk="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  <a:noFill/>
          <a:ln w="12700" cap="flat" cmpd="sng">
            <a:solidFill>
              <a:srgbClr val="000000"/>
            </a:solidFill>
            <a:prstDash val="solid"/>
            <a:round/>
            <a:headEnd type="none" w="sm" len="sm"/>
            <a:tailEnd type="none" w="sm" len="sm"/>
          </a:ln>
        </p:spPr>
      </p:sp>
      <p:sp>
        <p:nvSpPr>
          <p:cNvPr id="6" name="Google Shape;6;n"/>
          <p:cNvSpPr txBox="1">
            <a:spLocks noGrp="1"/>
          </p:cNvSpPr>
          <p:nvPr>
            <p:ph type="body" idx="1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t" anchorCtr="0">
            <a:noAutofit/>
          </a:bodyPr>
          <a:lstStyle>
            <a:lvl1pPr marL="457200" marR="0" lvl="0" indent="-228600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 sz="1200" b="0" i="0" u="none" strike="noStrike" cap="none">
                <a:solidFill>
                  <a:schemeClr val="dk1"/>
                </a:solidFill>
                <a:latin typeface="Atkinson Hyperlegible Next"/>
                <a:ea typeface="Calibri"/>
                <a:cs typeface="Calibri"/>
                <a:sym typeface="Calibri"/>
              </a:defRPr>
            </a:lvl1pPr>
            <a:lvl2pPr marL="914400" marR="0" lvl="1" indent="-228600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 sz="1200" b="0" i="0" u="none" strike="noStrike" cap="none">
                <a:solidFill>
                  <a:schemeClr val="dk1"/>
                </a:solidFill>
                <a:latin typeface="Atkinson Hyperlegible Next"/>
                <a:ea typeface="Calibri"/>
                <a:cs typeface="Calibri"/>
                <a:sym typeface="Calibri"/>
              </a:defRPr>
            </a:lvl2pPr>
            <a:lvl3pPr marL="1371600" marR="0" lvl="2" indent="-228600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 sz="1200" b="0" i="0" u="none" strike="noStrike" cap="none">
                <a:solidFill>
                  <a:schemeClr val="dk1"/>
                </a:solidFill>
                <a:latin typeface="Atkinson Hyperlegible Next"/>
                <a:ea typeface="Calibri"/>
                <a:cs typeface="Calibri"/>
                <a:sym typeface="Calibri"/>
              </a:defRPr>
            </a:lvl3pPr>
            <a:lvl4pPr marL="1828800" marR="0" lvl="3" indent="-228600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 sz="1200" b="0" i="0" u="none" strike="noStrike" cap="none">
                <a:solidFill>
                  <a:schemeClr val="dk1"/>
                </a:solidFill>
                <a:latin typeface="Atkinson Hyperlegible Next"/>
                <a:ea typeface="Calibri"/>
                <a:cs typeface="Calibri"/>
                <a:sym typeface="Calibri"/>
              </a:defRPr>
            </a:lvl4pPr>
            <a:lvl5pPr marL="2286000" marR="0" lvl="4" indent="-228600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 sz="1200" b="0" i="0" u="none" strike="noStrike" cap="none">
                <a:solidFill>
                  <a:schemeClr val="dk1"/>
                </a:solidFill>
                <a:latin typeface="Atkinson Hyperlegible Next"/>
                <a:ea typeface="Calibri"/>
                <a:cs typeface="Calibri"/>
                <a:sym typeface="Calibri"/>
              </a:defRPr>
            </a:lvl5pPr>
            <a:lvl6pPr marL="2743200" marR="0" lvl="5" indent="-228600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 sz="1200" b="0" i="0" u="none" strike="noStrike" cap="none">
                <a:solidFill>
                  <a:schemeClr val="dk1"/>
                </a:solidFill>
                <a:latin typeface="Atkinson Hyperlegible Next"/>
                <a:ea typeface="Calibri"/>
                <a:cs typeface="Calibri"/>
                <a:sym typeface="Calibri"/>
              </a:defRPr>
            </a:lvl6pPr>
            <a:lvl7pPr marL="3200400" marR="0" lvl="6" indent="-228600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 sz="1200" b="0" i="0" u="none" strike="noStrike" cap="none">
                <a:solidFill>
                  <a:schemeClr val="dk1"/>
                </a:solidFill>
                <a:latin typeface="Atkinson Hyperlegible Next"/>
                <a:ea typeface="Calibri"/>
                <a:cs typeface="Calibri"/>
                <a:sym typeface="Calibri"/>
              </a:defRPr>
            </a:lvl7pPr>
            <a:lvl8pPr marL="3657600" marR="0" lvl="7" indent="-228600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 sz="1200" b="0" i="0" u="none" strike="noStrike" cap="none">
                <a:solidFill>
                  <a:schemeClr val="dk1"/>
                </a:solidFill>
                <a:latin typeface="Atkinson Hyperlegible Next"/>
                <a:ea typeface="Calibri"/>
                <a:cs typeface="Calibri"/>
                <a:sym typeface="Calibri"/>
              </a:defRPr>
            </a:lvl8pPr>
            <a:lvl9pPr marL="4114800" marR="0" lvl="8" indent="-228600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 sz="1200" b="0" i="0" u="none" strike="noStrike" cap="none">
                <a:solidFill>
                  <a:schemeClr val="dk1"/>
                </a:solidFill>
                <a:latin typeface="Atkinson Hyperlegible Next"/>
                <a:ea typeface="Calibri"/>
                <a:cs typeface="Calibri"/>
                <a:sym typeface="Calibri"/>
              </a:defRPr>
            </a:lvl9pPr>
          </a:lstStyle>
          <a:p>
            <a:endParaRPr/>
          </a:p>
        </p:txBody>
      </p:sp>
      <p:sp>
        <p:nvSpPr>
          <p:cNvPr id="7" name="Google Shape;7;n"/>
          <p:cNvSpPr txBox="1">
            <a:spLocks noGrp="1"/>
          </p:cNvSpPr>
          <p:nvPr>
            <p:ph type="ftr" idx="11"/>
          </p:nvPr>
        </p:nvSpPr>
        <p:spPr>
          <a:xfrm>
            <a:off x="0" y="8685213"/>
            <a:ext cx="2971800" cy="458787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b" anchorCtr="0">
            <a:noAutofit/>
          </a:bodyPr>
          <a:lstStyle>
            <a:lvl1pPr marR="0" lvl="0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 sz="1200" b="0" i="0" u="none" strike="noStrike" cap="none">
                <a:solidFill>
                  <a:schemeClr val="dk1"/>
                </a:solidFill>
                <a:latin typeface="Atkinson Hyperlegible Next"/>
                <a:ea typeface="Calibri"/>
                <a:cs typeface="Calibri"/>
                <a:sym typeface="Calibri"/>
              </a:defRPr>
            </a:lvl1pPr>
            <a:lvl2pPr marR="0" lvl="1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 sz="1800" b="0" i="0" u="none" strike="noStrike" cap="none">
                <a:solidFill>
                  <a:schemeClr val="dk1"/>
                </a:solidFill>
                <a:latin typeface="Atkinson Hyperlegible Next"/>
                <a:ea typeface="Calibri"/>
                <a:cs typeface="Calibri"/>
                <a:sym typeface="Calibri"/>
              </a:defRPr>
            </a:lvl2pPr>
            <a:lvl3pPr marR="0" lvl="2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 sz="1800" b="0" i="0" u="none" strike="noStrike" cap="none">
                <a:solidFill>
                  <a:schemeClr val="dk1"/>
                </a:solidFill>
                <a:latin typeface="Atkinson Hyperlegible Next"/>
                <a:ea typeface="Calibri"/>
                <a:cs typeface="Calibri"/>
                <a:sym typeface="Calibri"/>
              </a:defRPr>
            </a:lvl3pPr>
            <a:lvl4pPr marR="0" lvl="3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 sz="1800" b="0" i="0" u="none" strike="noStrike" cap="none">
                <a:solidFill>
                  <a:schemeClr val="dk1"/>
                </a:solidFill>
                <a:latin typeface="Atkinson Hyperlegible Next"/>
                <a:ea typeface="Calibri"/>
                <a:cs typeface="Calibri"/>
                <a:sym typeface="Calibri"/>
              </a:defRPr>
            </a:lvl4pPr>
            <a:lvl5pPr marR="0" lvl="4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 sz="1800" b="0" i="0" u="none" strike="noStrike" cap="none">
                <a:solidFill>
                  <a:schemeClr val="dk1"/>
                </a:solidFill>
                <a:latin typeface="Atkinson Hyperlegible Next"/>
                <a:ea typeface="Calibri"/>
                <a:cs typeface="Calibri"/>
                <a:sym typeface="Calibri"/>
              </a:defRPr>
            </a:lvl5pPr>
            <a:lvl6pPr marR="0" lvl="5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 sz="1800" b="0" i="0" u="none" strike="noStrike" cap="none">
                <a:solidFill>
                  <a:schemeClr val="dk1"/>
                </a:solidFill>
                <a:latin typeface="Atkinson Hyperlegible Next"/>
                <a:ea typeface="Calibri"/>
                <a:cs typeface="Calibri"/>
                <a:sym typeface="Calibri"/>
              </a:defRPr>
            </a:lvl6pPr>
            <a:lvl7pPr marR="0" lvl="6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 sz="1800" b="0" i="0" u="none" strike="noStrike" cap="none">
                <a:solidFill>
                  <a:schemeClr val="dk1"/>
                </a:solidFill>
                <a:latin typeface="Atkinson Hyperlegible Next"/>
                <a:ea typeface="Calibri"/>
                <a:cs typeface="Calibri"/>
                <a:sym typeface="Calibri"/>
              </a:defRPr>
            </a:lvl7pPr>
            <a:lvl8pPr marR="0" lvl="7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 sz="1800" b="0" i="0" u="none" strike="noStrike" cap="none">
                <a:solidFill>
                  <a:schemeClr val="dk1"/>
                </a:solidFill>
                <a:latin typeface="Atkinson Hyperlegible Next"/>
                <a:ea typeface="Calibri"/>
                <a:cs typeface="Calibri"/>
                <a:sym typeface="Calibri"/>
              </a:defRPr>
            </a:lvl8pPr>
            <a:lvl9pPr marR="0" lvl="8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 sz="1800" b="0" i="0" u="none" strike="noStrike" cap="none">
                <a:solidFill>
                  <a:schemeClr val="dk1"/>
                </a:solidFill>
                <a:latin typeface="Atkinson Hyperlegible Next"/>
                <a:ea typeface="Calibri"/>
                <a:cs typeface="Calibri"/>
                <a:sym typeface="Calibri"/>
              </a:defRPr>
            </a:lvl9pPr>
          </a:lstStyle>
          <a:p>
            <a:endParaRPr/>
          </a:p>
        </p:txBody>
      </p:sp>
      <p:sp>
        <p:nvSpPr>
          <p:cNvPr id="8" name="Google Shape;8;n"/>
          <p:cNvSpPr txBox="1">
            <a:spLocks noGrp="1"/>
          </p:cNvSpPr>
          <p:nvPr>
            <p:ph type="sldNum" idx="12"/>
          </p:nvPr>
        </p:nvSpPr>
        <p:spPr>
          <a:xfrm>
            <a:off x="3884613" y="8685213"/>
            <a:ext cx="2971800" cy="458787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b" anchorCtr="0">
            <a:noAutofit/>
          </a:bodyPr>
          <a:lstStyle/>
          <a:p>
            <a:pPr marL="0" marR="0" lvl="0" indent="0" algn="r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200"/>
              <a:buFont typeface="Arial"/>
              <a:buNone/>
            </a:pPr>
            <a:fld id="{00000000-1234-1234-1234-123412341234}" type="slidenum">
              <a:rPr lang="en-US" sz="1200" b="0" i="0" u="none" strike="noStrike" cap="none">
                <a:solidFill>
                  <a:schemeClr val="dk1"/>
                </a:solidFill>
                <a:latin typeface="Atkinson Hyperlegible Next"/>
                <a:ea typeface="Calibri"/>
                <a:cs typeface="Calibri"/>
                <a:sym typeface="Calibri"/>
              </a:rPr>
              <a:t>‹#›</a:t>
            </a:fld>
            <a:endParaRPr sz="1200" b="0" i="0" u="none" strike="noStrike" cap="none">
              <a:solidFill>
                <a:schemeClr val="dk1"/>
              </a:solidFill>
              <a:latin typeface="Atkinson Hyperlegible Next"/>
              <a:ea typeface="Calibri"/>
              <a:cs typeface="Calibri"/>
              <a:sym typeface="Calibri"/>
            </a:endParaRPr>
          </a:p>
        </p:txBody>
      </p:sp>
    </p:spTree>
  </p:cSld>
  <p:clrMap bg1="lt1" tx1="dk1" bg2="dk2" tx2="lt2" accent1="accent1" accent2="accent2" accent3="accent3" accent4="accent4" accent5="accent5" accent6="accent6" hlink="hlink" folHlink="folHlink"/>
  <p:notesStyle>
    <a:defPPr marR="0" lvl="0" algn="l" rtl="0">
      <a:lnSpc>
        <a:spcPct val="100000"/>
      </a:lnSpc>
      <a:spcBef>
        <a:spcPts val="0"/>
      </a:spcBef>
      <a:spcAft>
        <a:spcPts val="0"/>
      </a:spcAft>
    </a:defPPr>
    <a:lvl1pPr marR="0" lvl="0" algn="l" rtl="0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sz="1400" b="0" i="0" u="none" strike="noStrike" cap="none">
        <a:solidFill>
          <a:srgbClr val="000000"/>
        </a:solidFill>
        <a:latin typeface="Atkinson Hyperlegible Next"/>
        <a:ea typeface="Arial"/>
        <a:cs typeface="Arial"/>
        <a:sym typeface="Arial"/>
      </a:defRPr>
    </a:lvl1pPr>
    <a:lvl2pPr marR="0" lvl="1" algn="l" rtl="0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sz="1400" b="0" i="0" u="none" strike="noStrike" cap="none">
        <a:solidFill>
          <a:srgbClr val="000000"/>
        </a:solidFill>
        <a:latin typeface="Atkinson Hyperlegible Next"/>
        <a:ea typeface="Arial"/>
        <a:cs typeface="Arial"/>
        <a:sym typeface="Arial"/>
      </a:defRPr>
    </a:lvl2pPr>
    <a:lvl3pPr marR="0" lvl="2" algn="l" rtl="0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sz="1400" b="0" i="0" u="none" strike="noStrike" cap="none">
        <a:solidFill>
          <a:srgbClr val="000000"/>
        </a:solidFill>
        <a:latin typeface="Atkinson Hyperlegible Next"/>
        <a:ea typeface="Arial"/>
        <a:cs typeface="Arial"/>
        <a:sym typeface="Arial"/>
      </a:defRPr>
    </a:lvl3pPr>
    <a:lvl4pPr marR="0" lvl="3" algn="l" rtl="0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sz="1400" b="0" i="0" u="none" strike="noStrike" cap="none">
        <a:solidFill>
          <a:srgbClr val="000000"/>
        </a:solidFill>
        <a:latin typeface="Atkinson Hyperlegible Next"/>
        <a:ea typeface="Arial"/>
        <a:cs typeface="Arial"/>
        <a:sym typeface="Arial"/>
      </a:defRPr>
    </a:lvl4pPr>
    <a:lvl5pPr marR="0" lvl="4" algn="l" rtl="0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sz="1400" b="0" i="0" u="none" strike="noStrike" cap="none">
        <a:solidFill>
          <a:srgbClr val="000000"/>
        </a:solidFill>
        <a:latin typeface="Atkinson Hyperlegible Next"/>
        <a:ea typeface="Arial"/>
        <a:cs typeface="Arial"/>
        <a:sym typeface="Arial"/>
      </a:defRPr>
    </a:lvl5pPr>
    <a:lvl6pPr marR="0" lvl="5" algn="l" rtl="0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sz="1400" b="0" i="0" u="none" strike="noStrike" cap="none">
        <a:solidFill>
          <a:srgbClr val="000000"/>
        </a:solidFill>
        <a:latin typeface="Atkinson Hyperlegible Next"/>
        <a:ea typeface="Arial"/>
        <a:cs typeface="Arial"/>
        <a:sym typeface="Arial"/>
      </a:defRPr>
    </a:lvl6pPr>
    <a:lvl7pPr marR="0" lvl="6" algn="l" rtl="0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sz="1400" b="0" i="0" u="none" strike="noStrike" cap="none">
        <a:solidFill>
          <a:srgbClr val="000000"/>
        </a:solidFill>
        <a:latin typeface="Atkinson Hyperlegible Next"/>
        <a:ea typeface="Arial"/>
        <a:cs typeface="Arial"/>
        <a:sym typeface="Arial"/>
      </a:defRPr>
    </a:lvl7pPr>
    <a:lvl8pPr marR="0" lvl="7" algn="l" rtl="0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sz="1400" b="0" i="0" u="none" strike="noStrike" cap="none">
        <a:solidFill>
          <a:srgbClr val="000000"/>
        </a:solidFill>
        <a:latin typeface="Atkinson Hyperlegible Next"/>
        <a:ea typeface="Arial"/>
        <a:cs typeface="Arial"/>
        <a:sym typeface="Arial"/>
      </a:defRPr>
    </a:lvl8pPr>
    <a:lvl9pPr marR="0" lvl="8" algn="l" rtl="0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sz="1400" b="0" i="0" u="none" strike="noStrike" cap="none">
        <a:solidFill>
          <a:srgbClr val="000000"/>
        </a:solidFill>
        <a:latin typeface="Atkinson Hyperlegible Next"/>
        <a:ea typeface="Arial"/>
        <a:cs typeface="Arial"/>
        <a:sym typeface="Arial"/>
      </a:defRPr>
    </a:lvl9pPr>
  </p:notesStyle>
</p:notesMaster>
</file>

<file path=ppt/notesSlides/_rels/notesSlide1.xml.rels><?xml version="1.0" encoding="UTF-8" standalone="yes"?>
<Relationships xmlns="http://schemas.openxmlformats.org/package/2006/relationships"><Relationship Id="rId2" Type="http://schemas.openxmlformats.org/officeDocument/2006/relationships/slide" Target="../slides/slide1.xml"/><Relationship Id="rId1" Type="http://schemas.openxmlformats.org/officeDocument/2006/relationships/notesMaster" Target="../notesMasters/notesMaster1.xml"/></Relationships>
</file>

<file path=ppt/notesSlides/_rels/notesSlide2.xml.rels><?xml version="1.0" encoding="UTF-8" standalone="yes"?>
<Relationships xmlns="http://schemas.openxmlformats.org/package/2006/relationships"><Relationship Id="rId2" Type="http://schemas.openxmlformats.org/officeDocument/2006/relationships/slide" Target="../slides/slide2.xml"/><Relationship Id="rId1" Type="http://schemas.openxmlformats.org/officeDocument/2006/relationships/notesMaster" Target="../notesMasters/notesMaster1.xml"/></Relationships>
</file>

<file path=ppt/notesSlides/_rels/notesSlide3.xml.rels><?xml version="1.0" encoding="UTF-8" standalone="yes"?>
<Relationships xmlns="http://schemas.openxmlformats.org/package/2006/relationships"><Relationship Id="rId2" Type="http://schemas.openxmlformats.org/officeDocument/2006/relationships/slide" Target="../slides/slide3.xml"/><Relationship Id="rId1" Type="http://schemas.openxmlformats.org/officeDocument/2006/relationships/notesMaster" Target="../notesMasters/notesMaster1.xml"/></Relationships>
</file>

<file path=ppt/notesSlides/_rels/notesSlide4.xml.rels><?xml version="1.0" encoding="UTF-8" standalone="yes"?>
<Relationships xmlns="http://schemas.openxmlformats.org/package/2006/relationships"><Relationship Id="rId2" Type="http://schemas.openxmlformats.org/officeDocument/2006/relationships/slide" Target="../slides/slide4.xml"/><Relationship Id="rId1" Type="http://schemas.openxmlformats.org/officeDocument/2006/relationships/notesMaster" Target="../notesMasters/notesMaster1.xml"/></Relationships>
</file>

<file path=ppt/notesSlides/_rels/notesSlide5.xml.rels><?xml version="1.0" encoding="UTF-8" standalone="yes"?>
<Relationships xmlns="http://schemas.openxmlformats.org/package/2006/relationships"><Relationship Id="rId2" Type="http://schemas.openxmlformats.org/officeDocument/2006/relationships/slide" Target="../slides/slide5.xml"/><Relationship Id="rId1" Type="http://schemas.openxmlformats.org/officeDocument/2006/relationships/notesMaster" Target="../notesMasters/notesMaster1.xml"/></Relationships>
</file>

<file path=ppt/notesSlides/_rels/notesSlide6.xml.rels><?xml version="1.0" encoding="UTF-8" standalone="yes"?>
<Relationships xmlns="http://schemas.openxmlformats.org/package/2006/relationships"><Relationship Id="rId2" Type="http://schemas.openxmlformats.org/officeDocument/2006/relationships/slide" Target="../slides/slide6.xml"/><Relationship Id="rId1" Type="http://schemas.openxmlformats.org/officeDocument/2006/relationships/notesMaster" Target="../notesMasters/notesMaster1.xml"/></Relationships>
</file>

<file path=ppt/notesSlides/_rels/notesSlide7.xml.rels><?xml version="1.0" encoding="UTF-8" standalone="yes"?>
<Relationships xmlns="http://schemas.openxmlformats.org/package/2006/relationships"><Relationship Id="rId2" Type="http://schemas.openxmlformats.org/officeDocument/2006/relationships/slide" Target="../slides/slide7.xml"/><Relationship Id="rId1" Type="http://schemas.openxmlformats.org/officeDocument/2006/relationships/notesMaster" Target="../notesMasters/notesMaster1.xml"/></Relationships>
</file>

<file path=ppt/notesSlides/_rels/notesSlide8.xml.rels><?xml version="1.0" encoding="UTF-8" standalone="yes"?>
<Relationships xmlns="http://schemas.openxmlformats.org/package/2006/relationships"><Relationship Id="rId2" Type="http://schemas.openxmlformats.org/officeDocument/2006/relationships/slide" Target="../slides/slide8.xml"/><Relationship Id="rId1" Type="http://schemas.openxmlformats.org/officeDocument/2006/relationships/notesMaster" Target="../notesMasters/notesMaster1.xml"/></Relationships>
</file>

<file path=ppt/notesSlides/_rels/notesSlide9.xml.rels><?xml version="1.0" encoding="UTF-8" standalone="yes"?>
<Relationships xmlns="http://schemas.openxmlformats.org/package/2006/relationships"><Relationship Id="rId2" Type="http://schemas.openxmlformats.org/officeDocument/2006/relationships/slide" Target="../slides/slide9.xml"/><Relationship Id="rId1" Type="http://schemas.openxmlformats.org/officeDocument/2006/relationships/notesMaster" Target="../notesMasters/notesMaster1.xml"/></Relationships>
</file>

<file path=ppt/notesSlides/_rels/notesSlide10.xml.rels><?xml version="1.0" encoding="UTF-8" standalone="yes"?>
<Relationships xmlns="http://schemas.openxmlformats.org/package/2006/relationships"><Relationship Id="rId2" Type="http://schemas.openxmlformats.org/officeDocument/2006/relationships/slide" Target="../slides/slide10.xml"/><Relationship Id="rId1" Type="http://schemas.openxmlformats.org/officeDocument/2006/relationships/notesMaster" Target="../notesMasters/notesMaster1.xml"/></Relationships>
</file>

<file path=ppt/notesSlides/_rels/notesSlide11.xml.rels><?xml version="1.0" encoding="UTF-8" standalone="yes"?>
<Relationships xmlns="http://schemas.openxmlformats.org/package/2006/relationships"><Relationship Id="rId2" Type="http://schemas.openxmlformats.org/officeDocument/2006/relationships/slide" Target="../slides/slide11.xml"/><Relationship Id="rId1" Type="http://schemas.openxmlformats.org/officeDocument/2006/relationships/notesMaster" Target="../notesMasters/notesMaster1.xml"/></Relationships>
</file>

<file path=ppt/notesSlides/_rels/notesSlide12.xml.rels><?xml version="1.0" encoding="UTF-8" standalone="yes"?>
<Relationships xmlns="http://schemas.openxmlformats.org/package/2006/relationships"><Relationship Id="rId2" Type="http://schemas.openxmlformats.org/officeDocument/2006/relationships/slide" Target="../slides/slide12.xml"/><Relationship Id="rId1" Type="http://schemas.openxmlformats.org/officeDocument/2006/relationships/notesMaster" Target="../notesMasters/notesMaster1.xml"/></Relationships>
</file>

<file path=ppt/notesSlides/_rels/notesSlide13.xml.rels><?xml version="1.0" encoding="UTF-8" standalone="yes"?>
<Relationships xmlns="http://schemas.openxmlformats.org/package/2006/relationships"><Relationship Id="rId2" Type="http://schemas.openxmlformats.org/officeDocument/2006/relationships/slide" Target="../slides/slide13.xml"/><Relationship Id="rId1" Type="http://schemas.openxmlformats.org/officeDocument/2006/relationships/notesMaster" Target="../notesMasters/notesMaster1.xml"/></Relationships>
</file>

<file path=ppt/notesSlides/_rels/notesSlide14.xml.rels><?xml version="1.0" encoding="UTF-8" standalone="yes"?>
<Relationships xmlns="http://schemas.openxmlformats.org/package/2006/relationships"><Relationship Id="rId2" Type="http://schemas.openxmlformats.org/officeDocument/2006/relationships/slide" Target="../slides/slide14.xml"/><Relationship Id="rId1" Type="http://schemas.openxmlformats.org/officeDocument/2006/relationships/notesMaster" Target="../notesMasters/notesMaster1.xml"/></Relationships>
</file>

<file path=ppt/notesSlides/_rels/notesSlide15.xml.rels><?xml version="1.0" encoding="UTF-8" standalone="yes"?>
<Relationships xmlns="http://schemas.openxmlformats.org/package/2006/relationships"><Relationship Id="rId2" Type="http://schemas.openxmlformats.org/officeDocument/2006/relationships/slide" Target="../slides/slide15.xml"/><Relationship Id="rId1" Type="http://schemas.openxmlformats.org/officeDocument/2006/relationships/notesMaster" Target="../notesMasters/notesMaster1.xml"/></Relationships>
</file>

<file path=ppt/notesSlides/_rels/notesSlide16.xml.rels><?xml version="1.0" encoding="UTF-8" standalone="yes"?>
<Relationships xmlns="http://schemas.openxmlformats.org/package/2006/relationships"><Relationship Id="rId2" Type="http://schemas.openxmlformats.org/officeDocument/2006/relationships/slide" Target="../slides/slide16.xml"/><Relationship Id="rId1" Type="http://schemas.openxmlformats.org/officeDocument/2006/relationships/notesMaster" Target="../notesMasters/notesMaster1.xml"/></Relationships>
</file>

<file path=ppt/notesSlides/_rels/notesSlide17.xml.rels><?xml version="1.0" encoding="UTF-8" standalone="yes"?>
<Relationships xmlns="http://schemas.openxmlformats.org/package/2006/relationships"><Relationship Id="rId2" Type="http://schemas.openxmlformats.org/officeDocument/2006/relationships/slide" Target="../slides/slide17.xml"/><Relationship Id="rId1" Type="http://schemas.openxmlformats.org/officeDocument/2006/relationships/notesMaster" Target="../notesMasters/notesMaster1.xml"/></Relationships>
</file>

<file path=ppt/notesSlides/_rels/notesSlide18.xml.rels><?xml version="1.0" encoding="UTF-8" standalone="yes"?>
<Relationships xmlns="http://schemas.openxmlformats.org/package/2006/relationships"><Relationship Id="rId2" Type="http://schemas.openxmlformats.org/officeDocument/2006/relationships/slide" Target="../slides/slide18.xml"/><Relationship Id="rId1" Type="http://schemas.openxmlformats.org/officeDocument/2006/relationships/notesMaster" Target="../notesMasters/notesMaster1.xml"/></Relationships>
</file>

<file path=ppt/notesSlides/_rels/notesSlide19.xml.rels><?xml version="1.0" encoding="UTF-8" standalone="yes"?>
<Relationships xmlns="http://schemas.openxmlformats.org/package/2006/relationships"><Relationship Id="rId2" Type="http://schemas.openxmlformats.org/officeDocument/2006/relationships/slide" Target="../slides/slide19.xml"/><Relationship Id="rId1" Type="http://schemas.openxmlformats.org/officeDocument/2006/relationships/notesMaster" Target="../notesMasters/notesMaster1.xml"/></Relationships>
</file>

<file path=ppt/notesSlides/_rels/notesSlide20.xml.rels><?xml version="1.0" encoding="UTF-8" standalone="yes"?>
<Relationships xmlns="http://schemas.openxmlformats.org/package/2006/relationships"><Relationship Id="rId2" Type="http://schemas.openxmlformats.org/officeDocument/2006/relationships/slide" Target="../slides/slide20.xml"/><Relationship Id="rId1" Type="http://schemas.openxmlformats.org/officeDocument/2006/relationships/notesMaster" Target="../notesMasters/notesMaster1.xml"/></Relationships>
</file>

<file path=ppt/notesSlides/_rels/notesSlide21.xml.rels><?xml version="1.0" encoding="UTF-8" standalone="yes"?>
<Relationships xmlns="http://schemas.openxmlformats.org/package/2006/relationships"><Relationship Id="rId2" Type="http://schemas.openxmlformats.org/officeDocument/2006/relationships/slide" Target="../slides/slide21.xml"/><Relationship Id="rId1" Type="http://schemas.openxmlformats.org/officeDocument/2006/relationships/notesMaster" Target="../notesMasters/notesMaster1.xml"/></Relationships>
</file>

<file path=ppt/notesSlides/_rels/notesSlide22.xml.rels><?xml version="1.0" encoding="UTF-8" standalone="yes"?>
<Relationships xmlns="http://schemas.openxmlformats.org/package/2006/relationships"><Relationship Id="rId2" Type="http://schemas.openxmlformats.org/officeDocument/2006/relationships/slide" Target="../slides/slide22.xml"/><Relationship Id="rId1" Type="http://schemas.openxmlformats.org/officeDocument/2006/relationships/notesMaster" Target="../notesMasters/notesMaster1.xml"/></Relationships>
</file>

<file path=ppt/notesSlides/_rels/notesSlide23.xml.rels><?xml version="1.0" encoding="UTF-8" standalone="yes"?>
<Relationships xmlns="http://schemas.openxmlformats.org/package/2006/relationships"><Relationship Id="rId2" Type="http://schemas.openxmlformats.org/officeDocument/2006/relationships/slide" Target="../slides/slide23.xml"/><Relationship Id="rId1" Type="http://schemas.openxmlformats.org/officeDocument/2006/relationships/notesMaster" Target="../notesMasters/notesMaster1.xml"/></Relationships>
</file>

<file path=ppt/notesSlides/_rels/notesSlide24.xml.rels><?xml version="1.0" encoding="UTF-8" standalone="yes"?>
<Relationships xmlns="http://schemas.openxmlformats.org/package/2006/relationships"><Relationship Id="rId2" Type="http://schemas.openxmlformats.org/officeDocument/2006/relationships/slide" Target="../slides/slide24.xml"/><Relationship Id="rId1" Type="http://schemas.openxmlformats.org/officeDocument/2006/relationships/notesMaster" Target="../notesMasters/notesMaster1.xml"/></Relationships>
</file>

<file path=ppt/notesSlides/_rels/notesSlide25.xml.rels><?xml version="1.0" encoding="UTF-8" standalone="yes"?>
<Relationships xmlns="http://schemas.openxmlformats.org/package/2006/relationships"><Relationship Id="rId2" Type="http://schemas.openxmlformats.org/officeDocument/2006/relationships/slide" Target="../slides/slide25.xml"/><Relationship Id="rId1" Type="http://schemas.openxmlformats.org/officeDocument/2006/relationships/notesMaster" Target="../notesMasters/notesMaster1.xml"/></Relationships>
</file>

<file path=ppt/notesSlides/_rels/notesSlide26.xml.rels><?xml version="1.0" encoding="UTF-8" standalone="yes"?>
<Relationships xmlns="http://schemas.openxmlformats.org/package/2006/relationships"><Relationship Id="rId2" Type="http://schemas.openxmlformats.org/officeDocument/2006/relationships/slide" Target="../slides/slide26.xml"/><Relationship Id="rId1" Type="http://schemas.openxmlformats.org/officeDocument/2006/relationships/notesMaster" Target="../notesMasters/notesMaster1.xml"/></Relationships>
</file>

<file path=ppt/notesSlides/_rels/notesSlide27.xml.rels><?xml version="1.0" encoding="UTF-8" standalone="yes"?>
<Relationships xmlns="http://schemas.openxmlformats.org/package/2006/relationships"><Relationship Id="rId2" Type="http://schemas.openxmlformats.org/officeDocument/2006/relationships/slide" Target="../slides/slide27.xml"/><Relationship Id="rId1" Type="http://schemas.openxmlformats.org/officeDocument/2006/relationships/notesMaster" Target="../notesMasters/notesMaster1.xml"/></Relationships>
</file>

<file path=ppt/notesSlides/_rels/notesSlide28.xml.rels><?xml version="1.0" encoding="UTF-8" standalone="yes"?>
<Relationships xmlns="http://schemas.openxmlformats.org/package/2006/relationships"><Relationship Id="rId2" Type="http://schemas.openxmlformats.org/officeDocument/2006/relationships/slide" Target="../slides/slide28.xml"/><Relationship Id="rId1" Type="http://schemas.openxmlformats.org/officeDocument/2006/relationships/notesMaster" Target="../notesMasters/notesMaster1.xml"/></Relationships>
</file>

<file path=ppt/notesSlides/_rels/notesSlide29.xml.rels><?xml version="1.0" encoding="UTF-8" standalone="yes"?>
<Relationships xmlns="http://schemas.openxmlformats.org/package/2006/relationships"><Relationship Id="rId2" Type="http://schemas.openxmlformats.org/officeDocument/2006/relationships/slide" Target="../slides/slide29.xml"/><Relationship Id="rId1" Type="http://schemas.openxmlformats.org/officeDocument/2006/relationships/notesMaster" Target="../notesMasters/notesMaster1.xml"/></Relationships>
</file>

<file path=ppt/notesSlides/notesSlide1.xml><?xml version="1.0" encoding="utf-8"?>
<p:notes xmlns:a="http://schemas.openxmlformats.org/drawingml/2006/main" xmlns:r="http://schemas.openxmlformats.org/officeDocument/2006/relationships" xmlns:p="http://schemas.openxmlformats.org/presentationml/2006/main" showMasterSp="0" showMasterPhAnim="0">
  <p:cSld>
    <p:spTree>
      <p:nvGrpSpPr>
        <p:cNvPr id="1" name="Shape 78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79" name="Google Shape;79;p26:notes"/>
          <p:cNvSpPr txBox="1">
            <a:spLocks noGrp="1"/>
          </p:cNvSpPr>
          <p:nvPr>
            <p:ph type="body" idx="1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spcFirstLastPara="1" wrap="square" lIns="91425" tIns="45700" rIns="91425" bIns="45700" anchor="t" anchorCtr="0">
            <a:noAutofit/>
          </a:bodyPr>
          <a:lstStyle/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r>
              <a:rPr lang="en-US" dirty="0"/>
              <a:t>Well I hope that most of your classes have been </a:t>
            </a:r>
            <a:r>
              <a:rPr lang="en-US" dirty="0" err="1"/>
              <a:t>cancled</a:t>
            </a:r>
            <a:r>
              <a:rPr lang="en-US" dirty="0"/>
              <a:t> or are on Zoom</a:t>
            </a:r>
          </a:p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endParaRPr lang="en-US" dirty="0"/>
          </a:p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r>
              <a:rPr lang="en-US" dirty="0"/>
              <a:t>Did all of you get my Canvas email or do I need to it through email? Or announcements?</a:t>
            </a:r>
            <a:endParaRPr dirty="0"/>
          </a:p>
        </p:txBody>
      </p:sp>
      <p:sp>
        <p:nvSpPr>
          <p:cNvPr id="80" name="Google Shape;80;p26:notes"/>
          <p:cNvSpPr>
            <a:spLocks noGrp="1" noRot="1" noChangeAspect="1"/>
          </p:cNvSpPr>
          <p:nvPr>
            <p:ph type="sldImg" idx="2"/>
          </p:nvPr>
        </p:nvSpPr>
        <p:spPr>
          <a:xfrm>
            <a:off x="685800" y="1143000"/>
            <a:ext cx="5486400" cy="3086100"/>
          </a:xfrm>
          <a:custGeom>
            <a:avLst/>
            <a:gdLst/>
            <a:ahLst/>
            <a:cxnLst/>
            <a:rect l="l" t="t" r="r" b="b"/>
            <a:pathLst>
              <a:path w="120000" h="120000" extrusionOk="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2.xml><?xml version="1.0" encoding="utf-8"?>
<p:notes xmlns:a="http://schemas.openxmlformats.org/drawingml/2006/main" xmlns:r="http://schemas.openxmlformats.org/officeDocument/2006/relationships" xmlns:p="http://schemas.openxmlformats.org/presentationml/2006/main" showMasterSp="0" showMasterPhAnim="0">
  <p:cSld>
    <p:spTree>
      <p:nvGrpSpPr>
        <p:cNvPr id="1" name="Shape 85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86" name="Google Shape;86;p27:notes"/>
          <p:cNvSpPr txBox="1">
            <a:spLocks noGrp="1"/>
          </p:cNvSpPr>
          <p:nvPr>
            <p:ph type="body" idx="1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spcFirstLastPara="1" wrap="square" lIns="91425" tIns="45700" rIns="91425" bIns="45700" anchor="t" anchorCtr="0">
            <a:noAutofit/>
          </a:bodyPr>
          <a:lstStyle/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r>
              <a:rPr lang="en-US" dirty="0"/>
              <a:t>Office</a:t>
            </a:r>
            <a:endParaRPr dirty="0"/>
          </a:p>
        </p:txBody>
      </p:sp>
      <p:sp>
        <p:nvSpPr>
          <p:cNvPr id="87" name="Google Shape;87;p27:notes"/>
          <p:cNvSpPr>
            <a:spLocks noGrp="1" noRot="1" noChangeAspect="1"/>
          </p:cNvSpPr>
          <p:nvPr>
            <p:ph type="sldImg" idx="2"/>
          </p:nvPr>
        </p:nvSpPr>
        <p:spPr>
          <a:xfrm>
            <a:off x="685800" y="1143000"/>
            <a:ext cx="5486400" cy="3086100"/>
          </a:xfrm>
          <a:custGeom>
            <a:avLst/>
            <a:gdLst/>
            <a:ahLst/>
            <a:cxnLst/>
            <a:rect l="l" t="t" r="r" b="b"/>
            <a:pathLst>
              <a:path w="120000" h="120000" extrusionOk="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3.xml><?xml version="1.0" encoding="utf-8"?>
<p:notes xmlns:a="http://schemas.openxmlformats.org/drawingml/2006/main" xmlns:r="http://schemas.openxmlformats.org/officeDocument/2006/relationships" xmlns:p="http://schemas.openxmlformats.org/presentationml/2006/main" showMasterSp="0" showMasterPhAnim="0">
  <p:cSld>
    <p:spTree>
      <p:nvGrpSpPr>
        <p:cNvPr id="1" name="Shape 114">
          <a:extLst>
            <a:ext uri="{FF2B5EF4-FFF2-40B4-BE49-F238E27FC236}">
              <a16:creationId xmlns:a16="http://schemas.microsoft.com/office/drawing/2014/main" id="{811560CD-FFDE-70C6-6183-A453F3E98164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15" name="Google Shape;115;p29:notes">
            <a:extLst>
              <a:ext uri="{FF2B5EF4-FFF2-40B4-BE49-F238E27FC236}">
                <a16:creationId xmlns:a16="http://schemas.microsoft.com/office/drawing/2014/main" id="{E57E4E91-ED9F-DE16-BEB6-F07455961AC1}"/>
              </a:ext>
            </a:extLst>
          </p:cNvPr>
          <p:cNvSpPr txBox="1">
            <a:spLocks noGrp="1"/>
          </p:cNvSpPr>
          <p:nvPr>
            <p:ph type="body" idx="1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t" anchorCtr="0">
            <a:noAutofit/>
          </a:bodyPr>
          <a:lstStyle/>
          <a:p>
            <a:pPr marL="0" lvl="0" indent="0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</a:pPr>
            <a:endParaRPr dirty="0"/>
          </a:p>
        </p:txBody>
      </p:sp>
      <p:sp>
        <p:nvSpPr>
          <p:cNvPr id="116" name="Google Shape;116;p29:notes">
            <a:extLst>
              <a:ext uri="{FF2B5EF4-FFF2-40B4-BE49-F238E27FC236}">
                <a16:creationId xmlns:a16="http://schemas.microsoft.com/office/drawing/2014/main" id="{063A7F12-DA54-6672-271A-7F884E56D747}"/>
              </a:ext>
            </a:extLst>
          </p:cNvPr>
          <p:cNvSpPr>
            <a:spLocks noGrp="1" noRot="1" noChangeAspect="1"/>
          </p:cNvSpPr>
          <p:nvPr>
            <p:ph type="sldImg" idx="2"/>
          </p:nvPr>
        </p:nvSpPr>
        <p:spPr>
          <a:xfrm>
            <a:off x="685800" y="1143000"/>
            <a:ext cx="5486400" cy="3086100"/>
          </a:xfrm>
          <a:custGeom>
            <a:avLst/>
            <a:gdLst/>
            <a:ahLst/>
            <a:cxnLst/>
            <a:rect l="l" t="t" r="r" b="b"/>
            <a:pathLst>
              <a:path w="120000" h="120000" extrusionOk="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  <a:noFill/>
          <a:ln w="12700" cap="flat" cmpd="sng">
            <a:solidFill>
              <a:srgbClr val="000000"/>
            </a:solidFill>
            <a:prstDash val="solid"/>
            <a:round/>
            <a:headEnd type="none" w="sm" len="sm"/>
            <a:tailEnd type="none" w="sm" len="sm"/>
          </a:ln>
        </p:spPr>
      </p:sp>
    </p:spTree>
    <p:extLst>
      <p:ext uri="{BB962C8B-B14F-4D97-AF65-F5344CB8AC3E}">
        <p14:creationId xmlns:p14="http://schemas.microsoft.com/office/powerpoint/2010/main" val="3499943449"/>
      </p:ext>
    </p:extLst>
  </p:cSld>
  <p:clrMapOvr>
    <a:masterClrMapping/>
  </p:clrMapOvr>
</p:notes>
</file>

<file path=ppt/notesSlides/notesSlide4.xml><?xml version="1.0" encoding="utf-8"?>
<p:notes xmlns:a="http://schemas.openxmlformats.org/drawingml/2006/main" xmlns:r="http://schemas.openxmlformats.org/officeDocument/2006/relationships" xmlns:p="http://schemas.openxmlformats.org/presentationml/2006/main" showMasterSp="0" showMasterPhAnim="0">
  <p:cSld>
    <p:spTree>
      <p:nvGrpSpPr>
        <p:cNvPr id="1" name="Shape 114">
          <a:extLst>
            <a:ext uri="{FF2B5EF4-FFF2-40B4-BE49-F238E27FC236}">
              <a16:creationId xmlns:a16="http://schemas.microsoft.com/office/drawing/2014/main" id="{59F8C6CA-881C-831D-A68C-FC172238B4C4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15" name="Google Shape;115;p29:notes">
            <a:extLst>
              <a:ext uri="{FF2B5EF4-FFF2-40B4-BE49-F238E27FC236}">
                <a16:creationId xmlns:a16="http://schemas.microsoft.com/office/drawing/2014/main" id="{42E868FB-C2CC-0118-8490-F144740BF9AF}"/>
              </a:ext>
            </a:extLst>
          </p:cNvPr>
          <p:cNvSpPr txBox="1">
            <a:spLocks noGrp="1"/>
          </p:cNvSpPr>
          <p:nvPr>
            <p:ph type="body" idx="1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t" anchorCtr="0">
            <a:noAutofit/>
          </a:bodyPr>
          <a:lstStyle/>
          <a:p>
            <a:pPr marL="0" lvl="0" indent="0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</a:pPr>
            <a:endParaRPr/>
          </a:p>
        </p:txBody>
      </p:sp>
      <p:sp>
        <p:nvSpPr>
          <p:cNvPr id="116" name="Google Shape;116;p29:notes">
            <a:extLst>
              <a:ext uri="{FF2B5EF4-FFF2-40B4-BE49-F238E27FC236}">
                <a16:creationId xmlns:a16="http://schemas.microsoft.com/office/drawing/2014/main" id="{8C441899-808F-CE82-1C7A-518EB006097B}"/>
              </a:ext>
            </a:extLst>
          </p:cNvPr>
          <p:cNvSpPr>
            <a:spLocks noGrp="1" noRot="1" noChangeAspect="1"/>
          </p:cNvSpPr>
          <p:nvPr>
            <p:ph type="sldImg" idx="2"/>
          </p:nvPr>
        </p:nvSpPr>
        <p:spPr>
          <a:xfrm>
            <a:off x="685800" y="1143000"/>
            <a:ext cx="5486400" cy="3086100"/>
          </a:xfrm>
          <a:custGeom>
            <a:avLst/>
            <a:gdLst/>
            <a:ahLst/>
            <a:cxnLst/>
            <a:rect l="l" t="t" r="r" b="b"/>
            <a:pathLst>
              <a:path w="120000" h="120000" extrusionOk="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  <a:noFill/>
          <a:ln w="12700" cap="flat" cmpd="sng">
            <a:solidFill>
              <a:srgbClr val="000000"/>
            </a:solidFill>
            <a:prstDash val="solid"/>
            <a:round/>
            <a:headEnd type="none" w="sm" len="sm"/>
            <a:tailEnd type="none" w="sm" len="sm"/>
          </a:ln>
        </p:spPr>
      </p:sp>
    </p:spTree>
    <p:extLst>
      <p:ext uri="{BB962C8B-B14F-4D97-AF65-F5344CB8AC3E}">
        <p14:creationId xmlns:p14="http://schemas.microsoft.com/office/powerpoint/2010/main" val="3303940779"/>
      </p:ext>
    </p:extLst>
  </p:cSld>
  <p:clrMapOvr>
    <a:masterClrMapping/>
  </p:clrMapOvr>
</p:notes>
</file>

<file path=ppt/notesSlides/notesSlide5.xml><?xml version="1.0" encoding="utf-8"?>
<p:notes xmlns:a="http://schemas.openxmlformats.org/drawingml/2006/main" xmlns:r="http://schemas.openxmlformats.org/officeDocument/2006/relationships" xmlns:p="http://schemas.openxmlformats.org/presentationml/2006/main" showMasterSp="0" showMasterPhAnim="0">
  <p:cSld>
    <p:spTree>
      <p:nvGrpSpPr>
        <p:cNvPr id="1" name="Shape 85">
          <a:extLst>
            <a:ext uri="{FF2B5EF4-FFF2-40B4-BE49-F238E27FC236}">
              <a16:creationId xmlns:a16="http://schemas.microsoft.com/office/drawing/2014/main" id="{99DEDADA-5225-64E9-5957-E6FF531CB854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86" name="Google Shape;86;p27:notes">
            <a:extLst>
              <a:ext uri="{FF2B5EF4-FFF2-40B4-BE49-F238E27FC236}">
                <a16:creationId xmlns:a16="http://schemas.microsoft.com/office/drawing/2014/main" id="{B0BF354B-0C63-6FD5-49BB-33D722553DE8}"/>
              </a:ext>
            </a:extLst>
          </p:cNvPr>
          <p:cNvSpPr txBox="1">
            <a:spLocks noGrp="1"/>
          </p:cNvSpPr>
          <p:nvPr>
            <p:ph type="body" idx="1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spcFirstLastPara="1" wrap="square" lIns="91425" tIns="45700" rIns="91425" bIns="45700" anchor="t" anchorCtr="0">
            <a:noAutofit/>
          </a:bodyPr>
          <a:lstStyle/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r>
              <a:rPr lang="en-US" dirty="0"/>
              <a:t>Office</a:t>
            </a:r>
            <a:endParaRPr dirty="0"/>
          </a:p>
        </p:txBody>
      </p:sp>
      <p:sp>
        <p:nvSpPr>
          <p:cNvPr id="87" name="Google Shape;87;p27:notes">
            <a:extLst>
              <a:ext uri="{FF2B5EF4-FFF2-40B4-BE49-F238E27FC236}">
                <a16:creationId xmlns:a16="http://schemas.microsoft.com/office/drawing/2014/main" id="{E1221BEA-B11F-4D08-B7C9-8423E2740917}"/>
              </a:ext>
            </a:extLst>
          </p:cNvPr>
          <p:cNvSpPr>
            <a:spLocks noGrp="1" noRot="1" noChangeAspect="1"/>
          </p:cNvSpPr>
          <p:nvPr>
            <p:ph type="sldImg" idx="2"/>
          </p:nvPr>
        </p:nvSpPr>
        <p:spPr>
          <a:xfrm>
            <a:off x="685800" y="1143000"/>
            <a:ext cx="5486400" cy="3086100"/>
          </a:xfrm>
          <a:custGeom>
            <a:avLst/>
            <a:gdLst/>
            <a:ahLst/>
            <a:cxnLst/>
            <a:rect l="l" t="t" r="r" b="b"/>
            <a:pathLst>
              <a:path w="120000" h="120000" extrusionOk="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  <p:extLst>
      <p:ext uri="{BB962C8B-B14F-4D97-AF65-F5344CB8AC3E}">
        <p14:creationId xmlns:p14="http://schemas.microsoft.com/office/powerpoint/2010/main" val="1486475382"/>
      </p:ext>
    </p:extLst>
  </p:cSld>
  <p:clrMapOvr>
    <a:masterClrMapping/>
  </p:clrMapOvr>
</p:notes>
</file>

<file path=ppt/notesSlides/notesSlide6.xml><?xml version="1.0" encoding="utf-8"?>
<p:notes xmlns:a="http://schemas.openxmlformats.org/drawingml/2006/main" xmlns:r="http://schemas.openxmlformats.org/officeDocument/2006/relationships" xmlns:p="http://schemas.openxmlformats.org/presentationml/2006/main" showMasterSp="0" showMasterPhAnim="0">
  <p:cSld>
    <p:spTree>
      <p:nvGrpSpPr>
        <p:cNvPr id="1" name="Shape 114">
          <a:extLst>
            <a:ext uri="{FF2B5EF4-FFF2-40B4-BE49-F238E27FC236}">
              <a16:creationId xmlns:a16="http://schemas.microsoft.com/office/drawing/2014/main" id="{52A0246F-0340-08E7-4D04-E2FBC06922A9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15" name="Google Shape;115;p29:notes">
            <a:extLst>
              <a:ext uri="{FF2B5EF4-FFF2-40B4-BE49-F238E27FC236}">
                <a16:creationId xmlns:a16="http://schemas.microsoft.com/office/drawing/2014/main" id="{1207A6BB-DBA7-3EB9-E887-D86A8E501119}"/>
              </a:ext>
            </a:extLst>
          </p:cNvPr>
          <p:cNvSpPr txBox="1">
            <a:spLocks noGrp="1"/>
          </p:cNvSpPr>
          <p:nvPr>
            <p:ph type="body" idx="1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t" anchorCtr="0">
            <a:noAutofit/>
          </a:bodyPr>
          <a:lstStyle/>
          <a:p>
            <a:pPr marL="0" lvl="0" indent="0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</a:pPr>
            <a:endParaRPr dirty="0"/>
          </a:p>
        </p:txBody>
      </p:sp>
      <p:sp>
        <p:nvSpPr>
          <p:cNvPr id="116" name="Google Shape;116;p29:notes">
            <a:extLst>
              <a:ext uri="{FF2B5EF4-FFF2-40B4-BE49-F238E27FC236}">
                <a16:creationId xmlns:a16="http://schemas.microsoft.com/office/drawing/2014/main" id="{F2B107F5-18B0-AF04-42E2-7B012C2E4F4B}"/>
              </a:ext>
            </a:extLst>
          </p:cNvPr>
          <p:cNvSpPr>
            <a:spLocks noGrp="1" noRot="1" noChangeAspect="1"/>
          </p:cNvSpPr>
          <p:nvPr>
            <p:ph type="sldImg" idx="2"/>
          </p:nvPr>
        </p:nvSpPr>
        <p:spPr>
          <a:xfrm>
            <a:off x="685800" y="1143000"/>
            <a:ext cx="5486400" cy="3086100"/>
          </a:xfrm>
          <a:custGeom>
            <a:avLst/>
            <a:gdLst/>
            <a:ahLst/>
            <a:cxnLst/>
            <a:rect l="l" t="t" r="r" b="b"/>
            <a:pathLst>
              <a:path w="120000" h="120000" extrusionOk="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  <a:noFill/>
          <a:ln w="12700" cap="flat" cmpd="sng">
            <a:solidFill>
              <a:srgbClr val="000000"/>
            </a:solidFill>
            <a:prstDash val="solid"/>
            <a:round/>
            <a:headEnd type="none" w="sm" len="sm"/>
            <a:tailEnd type="none" w="sm" len="sm"/>
          </a:ln>
        </p:spPr>
      </p:sp>
    </p:spTree>
    <p:extLst>
      <p:ext uri="{BB962C8B-B14F-4D97-AF65-F5344CB8AC3E}">
        <p14:creationId xmlns:p14="http://schemas.microsoft.com/office/powerpoint/2010/main" val="657833455"/>
      </p:ext>
    </p:extLst>
  </p:cSld>
  <p:clrMapOvr>
    <a:masterClrMapping/>
  </p:clrMapOvr>
</p:notes>
</file>

<file path=ppt/notesSlides/notesSlide7.xml><?xml version="1.0" encoding="utf-8"?>
<p:notes xmlns:a="http://schemas.openxmlformats.org/drawingml/2006/main" xmlns:r="http://schemas.openxmlformats.org/officeDocument/2006/relationships" xmlns:p="http://schemas.openxmlformats.org/presentationml/2006/main" showMasterSp="0" showMasterPhAnim="0">
  <p:cSld>
    <p:spTree>
      <p:nvGrpSpPr>
        <p:cNvPr id="1" name="Shape 10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01" name="Google Shape;101;p28:notes"/>
          <p:cNvSpPr txBox="1">
            <a:spLocks noGrp="1"/>
          </p:cNvSpPr>
          <p:nvPr>
            <p:ph type="body" idx="1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spcFirstLastPara="1" wrap="square" lIns="91425" tIns="45700" rIns="91425" bIns="45700" anchor="t" anchorCtr="0">
            <a:noAutofit/>
          </a:bodyPr>
          <a:lstStyle/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endParaRPr/>
          </a:p>
        </p:txBody>
      </p:sp>
      <p:sp>
        <p:nvSpPr>
          <p:cNvPr id="102" name="Google Shape;102;p28:notes"/>
          <p:cNvSpPr>
            <a:spLocks noGrp="1" noRot="1" noChangeAspect="1"/>
          </p:cNvSpPr>
          <p:nvPr>
            <p:ph type="sldImg" idx="2"/>
          </p:nvPr>
        </p:nvSpPr>
        <p:spPr>
          <a:xfrm>
            <a:off x="685800" y="1143000"/>
            <a:ext cx="5486400" cy="3086100"/>
          </a:xfrm>
          <a:custGeom>
            <a:avLst/>
            <a:gdLst/>
            <a:ahLst/>
            <a:cxnLst/>
            <a:rect l="l" t="t" r="r" b="b"/>
            <a:pathLst>
              <a:path w="120000" h="120000" extrusionOk="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8.xml><?xml version="1.0" encoding="utf-8"?>
<p:notes xmlns:a="http://schemas.openxmlformats.org/drawingml/2006/main" xmlns:r="http://schemas.openxmlformats.org/officeDocument/2006/relationships" xmlns:p="http://schemas.openxmlformats.org/presentationml/2006/main" showMasterSp="0" showMasterPhAnim="0">
  <p:cSld>
    <p:spTree>
      <p:nvGrpSpPr>
        <p:cNvPr id="1" name="Shape 114">
          <a:extLst>
            <a:ext uri="{FF2B5EF4-FFF2-40B4-BE49-F238E27FC236}">
              <a16:creationId xmlns:a16="http://schemas.microsoft.com/office/drawing/2014/main" id="{D0F328BB-3062-BEAF-9BC9-E942CCBAA4C6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15" name="Google Shape;115;p29:notes">
            <a:extLst>
              <a:ext uri="{FF2B5EF4-FFF2-40B4-BE49-F238E27FC236}">
                <a16:creationId xmlns:a16="http://schemas.microsoft.com/office/drawing/2014/main" id="{448D0EEE-2A41-EE1A-0E7B-AC62206417A7}"/>
              </a:ext>
            </a:extLst>
          </p:cNvPr>
          <p:cNvSpPr txBox="1">
            <a:spLocks noGrp="1"/>
          </p:cNvSpPr>
          <p:nvPr>
            <p:ph type="body" idx="1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t" anchorCtr="0">
            <a:noAutofit/>
          </a:bodyPr>
          <a:lstStyle/>
          <a:p>
            <a:pPr marL="0" lvl="0" indent="0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</a:pPr>
            <a:endParaRPr/>
          </a:p>
        </p:txBody>
      </p:sp>
      <p:sp>
        <p:nvSpPr>
          <p:cNvPr id="116" name="Google Shape;116;p29:notes">
            <a:extLst>
              <a:ext uri="{FF2B5EF4-FFF2-40B4-BE49-F238E27FC236}">
                <a16:creationId xmlns:a16="http://schemas.microsoft.com/office/drawing/2014/main" id="{A34408D0-82C1-683F-B1BB-9831CA3E95F3}"/>
              </a:ext>
            </a:extLst>
          </p:cNvPr>
          <p:cNvSpPr>
            <a:spLocks noGrp="1" noRot="1" noChangeAspect="1"/>
          </p:cNvSpPr>
          <p:nvPr>
            <p:ph type="sldImg" idx="2"/>
          </p:nvPr>
        </p:nvSpPr>
        <p:spPr>
          <a:xfrm>
            <a:off x="685800" y="1143000"/>
            <a:ext cx="5486400" cy="3086100"/>
          </a:xfrm>
          <a:custGeom>
            <a:avLst/>
            <a:gdLst/>
            <a:ahLst/>
            <a:cxnLst/>
            <a:rect l="l" t="t" r="r" b="b"/>
            <a:pathLst>
              <a:path w="120000" h="120000" extrusionOk="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  <a:noFill/>
          <a:ln w="12700" cap="flat" cmpd="sng">
            <a:solidFill>
              <a:srgbClr val="000000"/>
            </a:solidFill>
            <a:prstDash val="solid"/>
            <a:round/>
            <a:headEnd type="none" w="sm" len="sm"/>
            <a:tailEnd type="none" w="sm" len="sm"/>
          </a:ln>
        </p:spPr>
      </p:sp>
    </p:spTree>
    <p:extLst>
      <p:ext uri="{BB962C8B-B14F-4D97-AF65-F5344CB8AC3E}">
        <p14:creationId xmlns:p14="http://schemas.microsoft.com/office/powerpoint/2010/main" val="3406275529"/>
      </p:ext>
    </p:extLst>
  </p:cSld>
  <p:clrMapOvr>
    <a:masterClrMapping/>
  </p:clrMapOvr>
</p:notes>
</file>

<file path=ppt/notesSlides/notesSlide9.xml><?xml version="1.0" encoding="utf-8"?>
<p:notes xmlns:a="http://schemas.openxmlformats.org/drawingml/2006/main" xmlns:r="http://schemas.openxmlformats.org/officeDocument/2006/relationships" xmlns:p="http://schemas.openxmlformats.org/presentationml/2006/main" showMasterSp="0" showMasterPhAnim="0">
  <p:cSld>
    <p:spTree>
      <p:nvGrpSpPr>
        <p:cNvPr id="1" name="Shape 114">
          <a:extLst>
            <a:ext uri="{FF2B5EF4-FFF2-40B4-BE49-F238E27FC236}">
              <a16:creationId xmlns:a16="http://schemas.microsoft.com/office/drawing/2014/main" id="{10ABBF50-D5B8-2A36-4BAF-6A768B0D23A0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15" name="Google Shape;115;p29:notes">
            <a:extLst>
              <a:ext uri="{FF2B5EF4-FFF2-40B4-BE49-F238E27FC236}">
                <a16:creationId xmlns:a16="http://schemas.microsoft.com/office/drawing/2014/main" id="{BD005934-3152-262D-A0E2-BB7CC8D73C88}"/>
              </a:ext>
            </a:extLst>
          </p:cNvPr>
          <p:cNvSpPr txBox="1">
            <a:spLocks noGrp="1"/>
          </p:cNvSpPr>
          <p:nvPr>
            <p:ph type="body" idx="1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t" anchorCtr="0">
            <a:noAutofit/>
          </a:bodyPr>
          <a:lstStyle/>
          <a:p>
            <a:pPr marL="0" lvl="0" indent="0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</a:pPr>
            <a:endParaRPr/>
          </a:p>
        </p:txBody>
      </p:sp>
      <p:sp>
        <p:nvSpPr>
          <p:cNvPr id="116" name="Google Shape;116;p29:notes">
            <a:extLst>
              <a:ext uri="{FF2B5EF4-FFF2-40B4-BE49-F238E27FC236}">
                <a16:creationId xmlns:a16="http://schemas.microsoft.com/office/drawing/2014/main" id="{5E98563B-6280-6309-9568-9A9B5647CBE1}"/>
              </a:ext>
            </a:extLst>
          </p:cNvPr>
          <p:cNvSpPr>
            <a:spLocks noGrp="1" noRot="1" noChangeAspect="1"/>
          </p:cNvSpPr>
          <p:nvPr>
            <p:ph type="sldImg" idx="2"/>
          </p:nvPr>
        </p:nvSpPr>
        <p:spPr>
          <a:xfrm>
            <a:off x="685800" y="1143000"/>
            <a:ext cx="5486400" cy="3086100"/>
          </a:xfrm>
          <a:custGeom>
            <a:avLst/>
            <a:gdLst/>
            <a:ahLst/>
            <a:cxnLst/>
            <a:rect l="l" t="t" r="r" b="b"/>
            <a:pathLst>
              <a:path w="120000" h="120000" extrusionOk="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  <a:noFill/>
          <a:ln w="12700" cap="flat" cmpd="sng">
            <a:solidFill>
              <a:srgbClr val="000000"/>
            </a:solidFill>
            <a:prstDash val="solid"/>
            <a:round/>
            <a:headEnd type="none" w="sm" len="sm"/>
            <a:tailEnd type="none" w="sm" len="sm"/>
          </a:ln>
        </p:spPr>
      </p:sp>
    </p:spTree>
    <p:extLst>
      <p:ext uri="{BB962C8B-B14F-4D97-AF65-F5344CB8AC3E}">
        <p14:creationId xmlns:p14="http://schemas.microsoft.com/office/powerpoint/2010/main" val="1589007933"/>
      </p:ext>
    </p:extLst>
  </p:cSld>
  <p:clrMapOvr>
    <a:masterClrMapping/>
  </p:clrMapOvr>
</p:notes>
</file>

<file path=ppt/notesSlides/notesSlide10.xml><?xml version="1.0" encoding="utf-8"?>
<p:notes xmlns:a="http://schemas.openxmlformats.org/drawingml/2006/main" xmlns:r="http://schemas.openxmlformats.org/officeDocument/2006/relationships" xmlns:p="http://schemas.openxmlformats.org/presentationml/2006/main" showMasterSp="0" showMasterPhAnim="0">
  <p:cSld>
    <p:spTree>
      <p:nvGrpSpPr>
        <p:cNvPr id="1" name="Shape 114">
          <a:extLst>
            <a:ext uri="{FF2B5EF4-FFF2-40B4-BE49-F238E27FC236}">
              <a16:creationId xmlns:a16="http://schemas.microsoft.com/office/drawing/2014/main" id="{B033A47F-9B51-9DA3-AE26-0AA5862DB683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15" name="Google Shape;115;p29:notes">
            <a:extLst>
              <a:ext uri="{FF2B5EF4-FFF2-40B4-BE49-F238E27FC236}">
                <a16:creationId xmlns:a16="http://schemas.microsoft.com/office/drawing/2014/main" id="{CF46D099-5AFF-C207-0BDC-8A3C0DEDF25D}"/>
              </a:ext>
            </a:extLst>
          </p:cNvPr>
          <p:cNvSpPr txBox="1">
            <a:spLocks noGrp="1"/>
          </p:cNvSpPr>
          <p:nvPr>
            <p:ph type="body" idx="1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t" anchorCtr="0">
            <a:noAutofit/>
          </a:bodyPr>
          <a:lstStyle/>
          <a:p>
            <a:pPr marL="0" lvl="0" indent="0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</a:pPr>
            <a:endParaRPr/>
          </a:p>
        </p:txBody>
      </p:sp>
      <p:sp>
        <p:nvSpPr>
          <p:cNvPr id="116" name="Google Shape;116;p29:notes">
            <a:extLst>
              <a:ext uri="{FF2B5EF4-FFF2-40B4-BE49-F238E27FC236}">
                <a16:creationId xmlns:a16="http://schemas.microsoft.com/office/drawing/2014/main" id="{9C03A73D-DD03-981A-6693-F8A04A1C9AEB}"/>
              </a:ext>
            </a:extLst>
          </p:cNvPr>
          <p:cNvSpPr>
            <a:spLocks noGrp="1" noRot="1" noChangeAspect="1"/>
          </p:cNvSpPr>
          <p:nvPr>
            <p:ph type="sldImg" idx="2"/>
          </p:nvPr>
        </p:nvSpPr>
        <p:spPr>
          <a:xfrm>
            <a:off x="685800" y="1143000"/>
            <a:ext cx="5486400" cy="3086100"/>
          </a:xfrm>
          <a:custGeom>
            <a:avLst/>
            <a:gdLst/>
            <a:ahLst/>
            <a:cxnLst/>
            <a:rect l="l" t="t" r="r" b="b"/>
            <a:pathLst>
              <a:path w="120000" h="120000" extrusionOk="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  <a:noFill/>
          <a:ln w="12700" cap="flat" cmpd="sng">
            <a:solidFill>
              <a:srgbClr val="000000"/>
            </a:solidFill>
            <a:prstDash val="solid"/>
            <a:round/>
            <a:headEnd type="none" w="sm" len="sm"/>
            <a:tailEnd type="none" w="sm" len="sm"/>
          </a:ln>
        </p:spPr>
      </p:sp>
    </p:spTree>
    <p:extLst>
      <p:ext uri="{BB962C8B-B14F-4D97-AF65-F5344CB8AC3E}">
        <p14:creationId xmlns:p14="http://schemas.microsoft.com/office/powerpoint/2010/main" val="3548516257"/>
      </p:ext>
    </p:extLst>
  </p:cSld>
  <p:clrMapOvr>
    <a:masterClrMapping/>
  </p:clrMapOvr>
</p:notes>
</file>

<file path=ppt/notesSlides/notesSlide11.xml><?xml version="1.0" encoding="utf-8"?>
<p:notes xmlns:a="http://schemas.openxmlformats.org/drawingml/2006/main" xmlns:r="http://schemas.openxmlformats.org/officeDocument/2006/relationships" xmlns:p="http://schemas.openxmlformats.org/presentationml/2006/main" showMasterSp="0" showMasterPhAnim="0">
  <p:cSld>
    <p:spTree>
      <p:nvGrpSpPr>
        <p:cNvPr id="1" name="Shape 114">
          <a:extLst>
            <a:ext uri="{FF2B5EF4-FFF2-40B4-BE49-F238E27FC236}">
              <a16:creationId xmlns:a16="http://schemas.microsoft.com/office/drawing/2014/main" id="{74002A6B-EB3B-2A06-FAEC-A513648D61CC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15" name="Google Shape;115;p29:notes">
            <a:extLst>
              <a:ext uri="{FF2B5EF4-FFF2-40B4-BE49-F238E27FC236}">
                <a16:creationId xmlns:a16="http://schemas.microsoft.com/office/drawing/2014/main" id="{DCFAE1C1-55CA-47F2-FF7E-7F248239DA98}"/>
              </a:ext>
            </a:extLst>
          </p:cNvPr>
          <p:cNvSpPr txBox="1">
            <a:spLocks noGrp="1"/>
          </p:cNvSpPr>
          <p:nvPr>
            <p:ph type="body" idx="1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t" anchorCtr="0">
            <a:noAutofit/>
          </a:bodyPr>
          <a:lstStyle/>
          <a:p>
            <a:pPr marL="0" lvl="0" indent="0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</a:pPr>
            <a:endParaRPr/>
          </a:p>
        </p:txBody>
      </p:sp>
      <p:sp>
        <p:nvSpPr>
          <p:cNvPr id="116" name="Google Shape;116;p29:notes">
            <a:extLst>
              <a:ext uri="{FF2B5EF4-FFF2-40B4-BE49-F238E27FC236}">
                <a16:creationId xmlns:a16="http://schemas.microsoft.com/office/drawing/2014/main" id="{B71781BD-E566-D770-EDE8-9B942F785813}"/>
              </a:ext>
            </a:extLst>
          </p:cNvPr>
          <p:cNvSpPr>
            <a:spLocks noGrp="1" noRot="1" noChangeAspect="1"/>
          </p:cNvSpPr>
          <p:nvPr>
            <p:ph type="sldImg" idx="2"/>
          </p:nvPr>
        </p:nvSpPr>
        <p:spPr>
          <a:xfrm>
            <a:off x="685800" y="1143000"/>
            <a:ext cx="5486400" cy="3086100"/>
          </a:xfrm>
          <a:custGeom>
            <a:avLst/>
            <a:gdLst/>
            <a:ahLst/>
            <a:cxnLst/>
            <a:rect l="l" t="t" r="r" b="b"/>
            <a:pathLst>
              <a:path w="120000" h="120000" extrusionOk="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  <a:noFill/>
          <a:ln w="12700" cap="flat" cmpd="sng">
            <a:solidFill>
              <a:srgbClr val="000000"/>
            </a:solidFill>
            <a:prstDash val="solid"/>
            <a:round/>
            <a:headEnd type="none" w="sm" len="sm"/>
            <a:tailEnd type="none" w="sm" len="sm"/>
          </a:ln>
        </p:spPr>
      </p:sp>
    </p:spTree>
    <p:extLst>
      <p:ext uri="{BB962C8B-B14F-4D97-AF65-F5344CB8AC3E}">
        <p14:creationId xmlns:p14="http://schemas.microsoft.com/office/powerpoint/2010/main" val="2305174997"/>
      </p:ext>
    </p:extLst>
  </p:cSld>
  <p:clrMapOvr>
    <a:masterClrMapping/>
  </p:clrMapOvr>
</p:notes>
</file>

<file path=ppt/notesSlides/notesSlide12.xml><?xml version="1.0" encoding="utf-8"?>
<p:notes xmlns:a="http://schemas.openxmlformats.org/drawingml/2006/main" xmlns:r="http://schemas.openxmlformats.org/officeDocument/2006/relationships" xmlns:p="http://schemas.openxmlformats.org/presentationml/2006/main" showMasterSp="0" showMasterPhAnim="0">
  <p:cSld>
    <p:spTree>
      <p:nvGrpSpPr>
        <p:cNvPr id="1" name="Shape 114">
          <a:extLst>
            <a:ext uri="{FF2B5EF4-FFF2-40B4-BE49-F238E27FC236}">
              <a16:creationId xmlns:a16="http://schemas.microsoft.com/office/drawing/2014/main" id="{AFEB3224-6EB4-EEE0-76DB-9A52492CB7A2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15" name="Google Shape;115;p29:notes">
            <a:extLst>
              <a:ext uri="{FF2B5EF4-FFF2-40B4-BE49-F238E27FC236}">
                <a16:creationId xmlns:a16="http://schemas.microsoft.com/office/drawing/2014/main" id="{47561A0E-1BE5-4F61-BE5B-8CBA6801C5D0}"/>
              </a:ext>
            </a:extLst>
          </p:cNvPr>
          <p:cNvSpPr txBox="1">
            <a:spLocks noGrp="1"/>
          </p:cNvSpPr>
          <p:nvPr>
            <p:ph type="body" idx="1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t" anchorCtr="0">
            <a:noAutofit/>
          </a:bodyPr>
          <a:lstStyle/>
          <a:p>
            <a:pPr marL="0" lvl="0" indent="0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</a:pPr>
            <a:endParaRPr/>
          </a:p>
        </p:txBody>
      </p:sp>
      <p:sp>
        <p:nvSpPr>
          <p:cNvPr id="116" name="Google Shape;116;p29:notes">
            <a:extLst>
              <a:ext uri="{FF2B5EF4-FFF2-40B4-BE49-F238E27FC236}">
                <a16:creationId xmlns:a16="http://schemas.microsoft.com/office/drawing/2014/main" id="{D097315A-647C-E042-AC77-19E49FDB0CEE}"/>
              </a:ext>
            </a:extLst>
          </p:cNvPr>
          <p:cNvSpPr>
            <a:spLocks noGrp="1" noRot="1" noChangeAspect="1"/>
          </p:cNvSpPr>
          <p:nvPr>
            <p:ph type="sldImg" idx="2"/>
          </p:nvPr>
        </p:nvSpPr>
        <p:spPr>
          <a:xfrm>
            <a:off x="685800" y="1143000"/>
            <a:ext cx="5486400" cy="3086100"/>
          </a:xfrm>
          <a:custGeom>
            <a:avLst/>
            <a:gdLst/>
            <a:ahLst/>
            <a:cxnLst/>
            <a:rect l="l" t="t" r="r" b="b"/>
            <a:pathLst>
              <a:path w="120000" h="120000" extrusionOk="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  <a:noFill/>
          <a:ln w="12700" cap="flat" cmpd="sng">
            <a:solidFill>
              <a:srgbClr val="000000"/>
            </a:solidFill>
            <a:prstDash val="solid"/>
            <a:round/>
            <a:headEnd type="none" w="sm" len="sm"/>
            <a:tailEnd type="none" w="sm" len="sm"/>
          </a:ln>
        </p:spPr>
      </p:sp>
    </p:spTree>
    <p:extLst>
      <p:ext uri="{BB962C8B-B14F-4D97-AF65-F5344CB8AC3E}">
        <p14:creationId xmlns:p14="http://schemas.microsoft.com/office/powerpoint/2010/main" val="3853632764"/>
      </p:ext>
    </p:extLst>
  </p:cSld>
  <p:clrMapOvr>
    <a:masterClrMapping/>
  </p:clrMapOvr>
</p:notes>
</file>

<file path=ppt/notesSlides/notesSlide13.xml><?xml version="1.0" encoding="utf-8"?>
<p:notes xmlns:a="http://schemas.openxmlformats.org/drawingml/2006/main" xmlns:r="http://schemas.openxmlformats.org/officeDocument/2006/relationships" xmlns:p="http://schemas.openxmlformats.org/presentationml/2006/main" showMasterSp="0" showMasterPhAnim="0">
  <p:cSld>
    <p:spTree>
      <p:nvGrpSpPr>
        <p:cNvPr id="1" name="Shape 114">
          <a:extLst>
            <a:ext uri="{FF2B5EF4-FFF2-40B4-BE49-F238E27FC236}">
              <a16:creationId xmlns:a16="http://schemas.microsoft.com/office/drawing/2014/main" id="{7EBBE47C-1410-32AE-729F-5B98D7836A7B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15" name="Google Shape;115;p29:notes">
            <a:extLst>
              <a:ext uri="{FF2B5EF4-FFF2-40B4-BE49-F238E27FC236}">
                <a16:creationId xmlns:a16="http://schemas.microsoft.com/office/drawing/2014/main" id="{1F69EBCF-4BA4-B717-E614-7BEA4583EAB8}"/>
              </a:ext>
            </a:extLst>
          </p:cNvPr>
          <p:cNvSpPr txBox="1">
            <a:spLocks noGrp="1"/>
          </p:cNvSpPr>
          <p:nvPr>
            <p:ph type="body" idx="1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t" anchorCtr="0">
            <a:noAutofit/>
          </a:bodyPr>
          <a:lstStyle/>
          <a:p>
            <a:pPr marL="0" lvl="0" indent="0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</a:pPr>
            <a:endParaRPr/>
          </a:p>
        </p:txBody>
      </p:sp>
      <p:sp>
        <p:nvSpPr>
          <p:cNvPr id="116" name="Google Shape;116;p29:notes">
            <a:extLst>
              <a:ext uri="{FF2B5EF4-FFF2-40B4-BE49-F238E27FC236}">
                <a16:creationId xmlns:a16="http://schemas.microsoft.com/office/drawing/2014/main" id="{27A7160F-67A9-C867-66CA-AD70B790684E}"/>
              </a:ext>
            </a:extLst>
          </p:cNvPr>
          <p:cNvSpPr>
            <a:spLocks noGrp="1" noRot="1" noChangeAspect="1"/>
          </p:cNvSpPr>
          <p:nvPr>
            <p:ph type="sldImg" idx="2"/>
          </p:nvPr>
        </p:nvSpPr>
        <p:spPr>
          <a:xfrm>
            <a:off x="685800" y="1143000"/>
            <a:ext cx="5486400" cy="3086100"/>
          </a:xfrm>
          <a:custGeom>
            <a:avLst/>
            <a:gdLst/>
            <a:ahLst/>
            <a:cxnLst/>
            <a:rect l="l" t="t" r="r" b="b"/>
            <a:pathLst>
              <a:path w="120000" h="120000" extrusionOk="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  <a:noFill/>
          <a:ln w="12700" cap="flat" cmpd="sng">
            <a:solidFill>
              <a:srgbClr val="000000"/>
            </a:solidFill>
            <a:prstDash val="solid"/>
            <a:round/>
            <a:headEnd type="none" w="sm" len="sm"/>
            <a:tailEnd type="none" w="sm" len="sm"/>
          </a:ln>
        </p:spPr>
      </p:sp>
    </p:spTree>
    <p:extLst>
      <p:ext uri="{BB962C8B-B14F-4D97-AF65-F5344CB8AC3E}">
        <p14:creationId xmlns:p14="http://schemas.microsoft.com/office/powerpoint/2010/main" val="487119120"/>
      </p:ext>
    </p:extLst>
  </p:cSld>
  <p:clrMapOvr>
    <a:masterClrMapping/>
  </p:clrMapOvr>
</p:notes>
</file>

<file path=ppt/notesSlides/notesSlide14.xml><?xml version="1.0" encoding="utf-8"?>
<p:notes xmlns:a="http://schemas.openxmlformats.org/drawingml/2006/main" xmlns:r="http://schemas.openxmlformats.org/officeDocument/2006/relationships" xmlns:p="http://schemas.openxmlformats.org/presentationml/2006/main" showMasterSp="0" showMasterPhAnim="0">
  <p:cSld>
    <p:spTree>
      <p:nvGrpSpPr>
        <p:cNvPr id="1" name="Shape 114">
          <a:extLst>
            <a:ext uri="{FF2B5EF4-FFF2-40B4-BE49-F238E27FC236}">
              <a16:creationId xmlns:a16="http://schemas.microsoft.com/office/drawing/2014/main" id="{794DC85B-66B2-7866-DF76-9CE4CC30529C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15" name="Google Shape;115;p29:notes">
            <a:extLst>
              <a:ext uri="{FF2B5EF4-FFF2-40B4-BE49-F238E27FC236}">
                <a16:creationId xmlns:a16="http://schemas.microsoft.com/office/drawing/2014/main" id="{AA61A4E4-2CAE-F878-F6B3-20A53101E437}"/>
              </a:ext>
            </a:extLst>
          </p:cNvPr>
          <p:cNvSpPr txBox="1">
            <a:spLocks noGrp="1"/>
          </p:cNvSpPr>
          <p:nvPr>
            <p:ph type="body" idx="1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t" anchorCtr="0">
            <a:noAutofit/>
          </a:bodyPr>
          <a:lstStyle/>
          <a:p>
            <a:pPr marL="0" lvl="0" indent="0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</a:pPr>
            <a:endParaRPr/>
          </a:p>
        </p:txBody>
      </p:sp>
      <p:sp>
        <p:nvSpPr>
          <p:cNvPr id="116" name="Google Shape;116;p29:notes">
            <a:extLst>
              <a:ext uri="{FF2B5EF4-FFF2-40B4-BE49-F238E27FC236}">
                <a16:creationId xmlns:a16="http://schemas.microsoft.com/office/drawing/2014/main" id="{B048AB98-5666-C342-A3FC-843A2F4005C2}"/>
              </a:ext>
            </a:extLst>
          </p:cNvPr>
          <p:cNvSpPr>
            <a:spLocks noGrp="1" noRot="1" noChangeAspect="1"/>
          </p:cNvSpPr>
          <p:nvPr>
            <p:ph type="sldImg" idx="2"/>
          </p:nvPr>
        </p:nvSpPr>
        <p:spPr>
          <a:xfrm>
            <a:off x="685800" y="1143000"/>
            <a:ext cx="5486400" cy="3086100"/>
          </a:xfrm>
          <a:custGeom>
            <a:avLst/>
            <a:gdLst/>
            <a:ahLst/>
            <a:cxnLst/>
            <a:rect l="l" t="t" r="r" b="b"/>
            <a:pathLst>
              <a:path w="120000" h="120000" extrusionOk="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  <a:noFill/>
          <a:ln w="12700" cap="flat" cmpd="sng">
            <a:solidFill>
              <a:srgbClr val="000000"/>
            </a:solidFill>
            <a:prstDash val="solid"/>
            <a:round/>
            <a:headEnd type="none" w="sm" len="sm"/>
            <a:tailEnd type="none" w="sm" len="sm"/>
          </a:ln>
        </p:spPr>
      </p:sp>
    </p:spTree>
    <p:extLst>
      <p:ext uri="{BB962C8B-B14F-4D97-AF65-F5344CB8AC3E}">
        <p14:creationId xmlns:p14="http://schemas.microsoft.com/office/powerpoint/2010/main" val="3100557205"/>
      </p:ext>
    </p:extLst>
  </p:cSld>
  <p:clrMapOvr>
    <a:masterClrMapping/>
  </p:clrMapOvr>
</p:notes>
</file>

<file path=ppt/notesSlides/notesSlide15.xml><?xml version="1.0" encoding="utf-8"?>
<p:notes xmlns:a="http://schemas.openxmlformats.org/drawingml/2006/main" xmlns:r="http://schemas.openxmlformats.org/officeDocument/2006/relationships" xmlns:p="http://schemas.openxmlformats.org/presentationml/2006/main" showMasterSp="0" showMasterPhAnim="0">
  <p:cSld>
    <p:spTree>
      <p:nvGrpSpPr>
        <p:cNvPr id="1" name="Shape 114">
          <a:extLst>
            <a:ext uri="{FF2B5EF4-FFF2-40B4-BE49-F238E27FC236}">
              <a16:creationId xmlns:a16="http://schemas.microsoft.com/office/drawing/2014/main" id="{19B708F8-F9B3-A837-B9C4-DCCC50285F22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15" name="Google Shape;115;p29:notes">
            <a:extLst>
              <a:ext uri="{FF2B5EF4-FFF2-40B4-BE49-F238E27FC236}">
                <a16:creationId xmlns:a16="http://schemas.microsoft.com/office/drawing/2014/main" id="{00452604-A62A-ED78-B359-E8A75AF74D6E}"/>
              </a:ext>
            </a:extLst>
          </p:cNvPr>
          <p:cNvSpPr txBox="1">
            <a:spLocks noGrp="1"/>
          </p:cNvSpPr>
          <p:nvPr>
            <p:ph type="body" idx="1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t" anchorCtr="0">
            <a:noAutofit/>
          </a:bodyPr>
          <a:lstStyle/>
          <a:p>
            <a:pPr marL="0" lvl="0" indent="0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</a:pPr>
            <a:endParaRPr/>
          </a:p>
        </p:txBody>
      </p:sp>
      <p:sp>
        <p:nvSpPr>
          <p:cNvPr id="116" name="Google Shape;116;p29:notes">
            <a:extLst>
              <a:ext uri="{FF2B5EF4-FFF2-40B4-BE49-F238E27FC236}">
                <a16:creationId xmlns:a16="http://schemas.microsoft.com/office/drawing/2014/main" id="{6B7B2FF8-2C4F-5CB1-3239-E7CBC2F03DFB}"/>
              </a:ext>
            </a:extLst>
          </p:cNvPr>
          <p:cNvSpPr>
            <a:spLocks noGrp="1" noRot="1" noChangeAspect="1"/>
          </p:cNvSpPr>
          <p:nvPr>
            <p:ph type="sldImg" idx="2"/>
          </p:nvPr>
        </p:nvSpPr>
        <p:spPr>
          <a:xfrm>
            <a:off x="685800" y="1143000"/>
            <a:ext cx="5486400" cy="3086100"/>
          </a:xfrm>
          <a:custGeom>
            <a:avLst/>
            <a:gdLst/>
            <a:ahLst/>
            <a:cxnLst/>
            <a:rect l="l" t="t" r="r" b="b"/>
            <a:pathLst>
              <a:path w="120000" h="120000" extrusionOk="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  <a:noFill/>
          <a:ln w="12700" cap="flat" cmpd="sng">
            <a:solidFill>
              <a:srgbClr val="000000"/>
            </a:solidFill>
            <a:prstDash val="solid"/>
            <a:round/>
            <a:headEnd type="none" w="sm" len="sm"/>
            <a:tailEnd type="none" w="sm" len="sm"/>
          </a:ln>
        </p:spPr>
      </p:sp>
    </p:spTree>
    <p:extLst>
      <p:ext uri="{BB962C8B-B14F-4D97-AF65-F5344CB8AC3E}">
        <p14:creationId xmlns:p14="http://schemas.microsoft.com/office/powerpoint/2010/main" val="886729241"/>
      </p:ext>
    </p:extLst>
  </p:cSld>
  <p:clrMapOvr>
    <a:masterClrMapping/>
  </p:clrMapOvr>
</p:notes>
</file>

<file path=ppt/notesSlides/notesSlide16.xml><?xml version="1.0" encoding="utf-8"?>
<p:notes xmlns:a="http://schemas.openxmlformats.org/drawingml/2006/main" xmlns:r="http://schemas.openxmlformats.org/officeDocument/2006/relationships" xmlns:p="http://schemas.openxmlformats.org/presentationml/2006/main" showMasterSp="0" showMasterPhAnim="0">
  <p:cSld>
    <p:spTree>
      <p:nvGrpSpPr>
        <p:cNvPr id="1" name="Shape 100">
          <a:extLst>
            <a:ext uri="{FF2B5EF4-FFF2-40B4-BE49-F238E27FC236}">
              <a16:creationId xmlns:a16="http://schemas.microsoft.com/office/drawing/2014/main" id="{17EEF92A-11BD-547F-79EF-F86417EB9DEB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01" name="Google Shape;101;p28:notes">
            <a:extLst>
              <a:ext uri="{FF2B5EF4-FFF2-40B4-BE49-F238E27FC236}">
                <a16:creationId xmlns:a16="http://schemas.microsoft.com/office/drawing/2014/main" id="{D25C9E05-4B9F-0482-DCA1-B0B8B43B6BAB}"/>
              </a:ext>
            </a:extLst>
          </p:cNvPr>
          <p:cNvSpPr txBox="1">
            <a:spLocks noGrp="1"/>
          </p:cNvSpPr>
          <p:nvPr>
            <p:ph type="body" idx="1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spcFirstLastPara="1" wrap="square" lIns="91425" tIns="45700" rIns="91425" bIns="45700" anchor="t" anchorCtr="0">
            <a:noAutofit/>
          </a:bodyPr>
          <a:lstStyle/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endParaRPr/>
          </a:p>
        </p:txBody>
      </p:sp>
      <p:sp>
        <p:nvSpPr>
          <p:cNvPr id="102" name="Google Shape;102;p28:notes">
            <a:extLst>
              <a:ext uri="{FF2B5EF4-FFF2-40B4-BE49-F238E27FC236}">
                <a16:creationId xmlns:a16="http://schemas.microsoft.com/office/drawing/2014/main" id="{13E967EC-FB0F-76F4-41CE-28BE02EEBC63}"/>
              </a:ext>
            </a:extLst>
          </p:cNvPr>
          <p:cNvSpPr>
            <a:spLocks noGrp="1" noRot="1" noChangeAspect="1"/>
          </p:cNvSpPr>
          <p:nvPr>
            <p:ph type="sldImg" idx="2"/>
          </p:nvPr>
        </p:nvSpPr>
        <p:spPr>
          <a:xfrm>
            <a:off x="685800" y="1143000"/>
            <a:ext cx="5486400" cy="3086100"/>
          </a:xfrm>
          <a:custGeom>
            <a:avLst/>
            <a:gdLst/>
            <a:ahLst/>
            <a:cxnLst/>
            <a:rect l="l" t="t" r="r" b="b"/>
            <a:pathLst>
              <a:path w="120000" h="120000" extrusionOk="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  <p:extLst>
      <p:ext uri="{BB962C8B-B14F-4D97-AF65-F5344CB8AC3E}">
        <p14:creationId xmlns:p14="http://schemas.microsoft.com/office/powerpoint/2010/main" val="3563451079"/>
      </p:ext>
    </p:extLst>
  </p:cSld>
  <p:clrMapOvr>
    <a:masterClrMapping/>
  </p:clrMapOvr>
</p:notes>
</file>

<file path=ppt/notesSlides/notesSlide17.xml><?xml version="1.0" encoding="utf-8"?>
<p:notes xmlns:a="http://schemas.openxmlformats.org/drawingml/2006/main" xmlns:r="http://schemas.openxmlformats.org/officeDocument/2006/relationships" xmlns:p="http://schemas.openxmlformats.org/presentationml/2006/main" showMasterSp="0" showMasterPhAnim="0">
  <p:cSld>
    <p:spTree>
      <p:nvGrpSpPr>
        <p:cNvPr id="1" name="Shape 114">
          <a:extLst>
            <a:ext uri="{FF2B5EF4-FFF2-40B4-BE49-F238E27FC236}">
              <a16:creationId xmlns:a16="http://schemas.microsoft.com/office/drawing/2014/main" id="{A024E206-363E-2299-0F09-D6B63492CCEC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15" name="Google Shape;115;p29:notes">
            <a:extLst>
              <a:ext uri="{FF2B5EF4-FFF2-40B4-BE49-F238E27FC236}">
                <a16:creationId xmlns:a16="http://schemas.microsoft.com/office/drawing/2014/main" id="{7EA92925-55FF-E76F-15C2-FC28F0C5EC4E}"/>
              </a:ext>
            </a:extLst>
          </p:cNvPr>
          <p:cNvSpPr txBox="1">
            <a:spLocks noGrp="1"/>
          </p:cNvSpPr>
          <p:nvPr>
            <p:ph type="body" idx="1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t" anchorCtr="0">
            <a:noAutofit/>
          </a:bodyPr>
          <a:lstStyle/>
          <a:p>
            <a:pPr marL="0" lvl="0" indent="0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</a:pPr>
            <a:endParaRPr/>
          </a:p>
        </p:txBody>
      </p:sp>
      <p:sp>
        <p:nvSpPr>
          <p:cNvPr id="116" name="Google Shape;116;p29:notes">
            <a:extLst>
              <a:ext uri="{FF2B5EF4-FFF2-40B4-BE49-F238E27FC236}">
                <a16:creationId xmlns:a16="http://schemas.microsoft.com/office/drawing/2014/main" id="{26A6F3AA-3CC5-A3F3-676B-A7B12D0F033E}"/>
              </a:ext>
            </a:extLst>
          </p:cNvPr>
          <p:cNvSpPr>
            <a:spLocks noGrp="1" noRot="1" noChangeAspect="1"/>
          </p:cNvSpPr>
          <p:nvPr>
            <p:ph type="sldImg" idx="2"/>
          </p:nvPr>
        </p:nvSpPr>
        <p:spPr>
          <a:xfrm>
            <a:off x="685800" y="1143000"/>
            <a:ext cx="5486400" cy="3086100"/>
          </a:xfrm>
          <a:custGeom>
            <a:avLst/>
            <a:gdLst/>
            <a:ahLst/>
            <a:cxnLst/>
            <a:rect l="l" t="t" r="r" b="b"/>
            <a:pathLst>
              <a:path w="120000" h="120000" extrusionOk="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  <a:noFill/>
          <a:ln w="12700" cap="flat" cmpd="sng">
            <a:solidFill>
              <a:srgbClr val="000000"/>
            </a:solidFill>
            <a:prstDash val="solid"/>
            <a:round/>
            <a:headEnd type="none" w="sm" len="sm"/>
            <a:tailEnd type="none" w="sm" len="sm"/>
          </a:ln>
        </p:spPr>
      </p:sp>
    </p:spTree>
    <p:extLst>
      <p:ext uri="{BB962C8B-B14F-4D97-AF65-F5344CB8AC3E}">
        <p14:creationId xmlns:p14="http://schemas.microsoft.com/office/powerpoint/2010/main" val="2961996160"/>
      </p:ext>
    </p:extLst>
  </p:cSld>
  <p:clrMapOvr>
    <a:masterClrMapping/>
  </p:clrMapOvr>
</p:notes>
</file>

<file path=ppt/notesSlides/notesSlide18.xml><?xml version="1.0" encoding="utf-8"?>
<p:notes xmlns:a="http://schemas.openxmlformats.org/drawingml/2006/main" xmlns:r="http://schemas.openxmlformats.org/officeDocument/2006/relationships" xmlns:p="http://schemas.openxmlformats.org/presentationml/2006/main" showMasterSp="0" showMasterPhAnim="0">
  <p:cSld>
    <p:spTree>
      <p:nvGrpSpPr>
        <p:cNvPr id="1" name="Shape 114">
          <a:extLst>
            <a:ext uri="{FF2B5EF4-FFF2-40B4-BE49-F238E27FC236}">
              <a16:creationId xmlns:a16="http://schemas.microsoft.com/office/drawing/2014/main" id="{D034BFA0-409F-8E5C-E177-49C39027971A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15" name="Google Shape;115;p29:notes">
            <a:extLst>
              <a:ext uri="{FF2B5EF4-FFF2-40B4-BE49-F238E27FC236}">
                <a16:creationId xmlns:a16="http://schemas.microsoft.com/office/drawing/2014/main" id="{41E3EBC8-3303-D860-6253-0D12D7571F87}"/>
              </a:ext>
            </a:extLst>
          </p:cNvPr>
          <p:cNvSpPr txBox="1">
            <a:spLocks noGrp="1"/>
          </p:cNvSpPr>
          <p:nvPr>
            <p:ph type="body" idx="1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t" anchorCtr="0">
            <a:noAutofit/>
          </a:bodyPr>
          <a:lstStyle/>
          <a:p>
            <a:pPr marL="0" lvl="0" indent="0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</a:pPr>
            <a:endParaRPr/>
          </a:p>
        </p:txBody>
      </p:sp>
      <p:sp>
        <p:nvSpPr>
          <p:cNvPr id="116" name="Google Shape;116;p29:notes">
            <a:extLst>
              <a:ext uri="{FF2B5EF4-FFF2-40B4-BE49-F238E27FC236}">
                <a16:creationId xmlns:a16="http://schemas.microsoft.com/office/drawing/2014/main" id="{0744C7E3-F152-5E42-1DFF-E9F5E8BFD0AE}"/>
              </a:ext>
            </a:extLst>
          </p:cNvPr>
          <p:cNvSpPr>
            <a:spLocks noGrp="1" noRot="1" noChangeAspect="1"/>
          </p:cNvSpPr>
          <p:nvPr>
            <p:ph type="sldImg" idx="2"/>
          </p:nvPr>
        </p:nvSpPr>
        <p:spPr>
          <a:xfrm>
            <a:off x="685800" y="1143000"/>
            <a:ext cx="5486400" cy="3086100"/>
          </a:xfrm>
          <a:custGeom>
            <a:avLst/>
            <a:gdLst/>
            <a:ahLst/>
            <a:cxnLst/>
            <a:rect l="l" t="t" r="r" b="b"/>
            <a:pathLst>
              <a:path w="120000" h="120000" extrusionOk="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  <a:noFill/>
          <a:ln w="12700" cap="flat" cmpd="sng">
            <a:solidFill>
              <a:srgbClr val="000000"/>
            </a:solidFill>
            <a:prstDash val="solid"/>
            <a:round/>
            <a:headEnd type="none" w="sm" len="sm"/>
            <a:tailEnd type="none" w="sm" len="sm"/>
          </a:ln>
        </p:spPr>
      </p:sp>
    </p:spTree>
    <p:extLst>
      <p:ext uri="{BB962C8B-B14F-4D97-AF65-F5344CB8AC3E}">
        <p14:creationId xmlns:p14="http://schemas.microsoft.com/office/powerpoint/2010/main" val="1497804574"/>
      </p:ext>
    </p:extLst>
  </p:cSld>
  <p:clrMapOvr>
    <a:masterClrMapping/>
  </p:clrMapOvr>
</p:notes>
</file>

<file path=ppt/notesSlides/notesSlide19.xml><?xml version="1.0" encoding="utf-8"?>
<p:notes xmlns:a="http://schemas.openxmlformats.org/drawingml/2006/main" xmlns:r="http://schemas.openxmlformats.org/officeDocument/2006/relationships" xmlns:p="http://schemas.openxmlformats.org/presentationml/2006/main" showMasterSp="0" showMasterPhAnim="0">
  <p:cSld>
    <p:spTree>
      <p:nvGrpSpPr>
        <p:cNvPr id="1" name="Shape 114">
          <a:extLst>
            <a:ext uri="{FF2B5EF4-FFF2-40B4-BE49-F238E27FC236}">
              <a16:creationId xmlns:a16="http://schemas.microsoft.com/office/drawing/2014/main" id="{5567EDA8-189A-FF31-EEA4-BFDEFB7542D3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15" name="Google Shape;115;p29:notes">
            <a:extLst>
              <a:ext uri="{FF2B5EF4-FFF2-40B4-BE49-F238E27FC236}">
                <a16:creationId xmlns:a16="http://schemas.microsoft.com/office/drawing/2014/main" id="{F2574A4B-9DFB-F15E-6A3F-93ED47809320}"/>
              </a:ext>
            </a:extLst>
          </p:cNvPr>
          <p:cNvSpPr txBox="1">
            <a:spLocks noGrp="1"/>
          </p:cNvSpPr>
          <p:nvPr>
            <p:ph type="body" idx="1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t" anchorCtr="0">
            <a:noAutofit/>
          </a:bodyPr>
          <a:lstStyle/>
          <a:p>
            <a:pPr marL="0" lvl="0" indent="0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</a:pPr>
            <a:endParaRPr/>
          </a:p>
        </p:txBody>
      </p:sp>
      <p:sp>
        <p:nvSpPr>
          <p:cNvPr id="116" name="Google Shape;116;p29:notes">
            <a:extLst>
              <a:ext uri="{FF2B5EF4-FFF2-40B4-BE49-F238E27FC236}">
                <a16:creationId xmlns:a16="http://schemas.microsoft.com/office/drawing/2014/main" id="{72933390-70FC-29A4-5F57-4643D9DD6F3F}"/>
              </a:ext>
            </a:extLst>
          </p:cNvPr>
          <p:cNvSpPr>
            <a:spLocks noGrp="1" noRot="1" noChangeAspect="1"/>
          </p:cNvSpPr>
          <p:nvPr>
            <p:ph type="sldImg" idx="2"/>
          </p:nvPr>
        </p:nvSpPr>
        <p:spPr>
          <a:xfrm>
            <a:off x="685800" y="1143000"/>
            <a:ext cx="5486400" cy="3086100"/>
          </a:xfrm>
          <a:custGeom>
            <a:avLst/>
            <a:gdLst/>
            <a:ahLst/>
            <a:cxnLst/>
            <a:rect l="l" t="t" r="r" b="b"/>
            <a:pathLst>
              <a:path w="120000" h="120000" extrusionOk="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  <a:noFill/>
          <a:ln w="12700" cap="flat" cmpd="sng">
            <a:solidFill>
              <a:srgbClr val="000000"/>
            </a:solidFill>
            <a:prstDash val="solid"/>
            <a:round/>
            <a:headEnd type="none" w="sm" len="sm"/>
            <a:tailEnd type="none" w="sm" len="sm"/>
          </a:ln>
        </p:spPr>
      </p:sp>
    </p:spTree>
    <p:extLst>
      <p:ext uri="{BB962C8B-B14F-4D97-AF65-F5344CB8AC3E}">
        <p14:creationId xmlns:p14="http://schemas.microsoft.com/office/powerpoint/2010/main" val="3120819719"/>
      </p:ext>
    </p:extLst>
  </p:cSld>
  <p:clrMapOvr>
    <a:masterClrMapping/>
  </p:clrMapOvr>
</p:notes>
</file>

<file path=ppt/notesSlides/notesSlide20.xml><?xml version="1.0" encoding="utf-8"?>
<p:notes xmlns:a="http://schemas.openxmlformats.org/drawingml/2006/main" xmlns:r="http://schemas.openxmlformats.org/officeDocument/2006/relationships" xmlns:p="http://schemas.openxmlformats.org/presentationml/2006/main" showMasterSp="0" showMasterPhAnim="0">
  <p:cSld>
    <p:spTree>
      <p:nvGrpSpPr>
        <p:cNvPr id="1" name="Shape 114">
          <a:extLst>
            <a:ext uri="{FF2B5EF4-FFF2-40B4-BE49-F238E27FC236}">
              <a16:creationId xmlns:a16="http://schemas.microsoft.com/office/drawing/2014/main" id="{0F2006E7-F7A3-4600-5DF7-132BC6D5D388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15" name="Google Shape;115;p29:notes">
            <a:extLst>
              <a:ext uri="{FF2B5EF4-FFF2-40B4-BE49-F238E27FC236}">
                <a16:creationId xmlns:a16="http://schemas.microsoft.com/office/drawing/2014/main" id="{5C408A8B-FDB8-10D9-B6AB-930AAE13B931}"/>
              </a:ext>
            </a:extLst>
          </p:cNvPr>
          <p:cNvSpPr txBox="1">
            <a:spLocks noGrp="1"/>
          </p:cNvSpPr>
          <p:nvPr>
            <p:ph type="body" idx="1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t" anchorCtr="0">
            <a:noAutofit/>
          </a:bodyPr>
          <a:lstStyle/>
          <a:p>
            <a:pPr marL="0" lvl="0" indent="0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</a:pPr>
            <a:endParaRPr/>
          </a:p>
        </p:txBody>
      </p:sp>
      <p:sp>
        <p:nvSpPr>
          <p:cNvPr id="116" name="Google Shape;116;p29:notes">
            <a:extLst>
              <a:ext uri="{FF2B5EF4-FFF2-40B4-BE49-F238E27FC236}">
                <a16:creationId xmlns:a16="http://schemas.microsoft.com/office/drawing/2014/main" id="{BE92A5C7-FBBB-282D-4177-16D9146F0B29}"/>
              </a:ext>
            </a:extLst>
          </p:cNvPr>
          <p:cNvSpPr>
            <a:spLocks noGrp="1" noRot="1" noChangeAspect="1"/>
          </p:cNvSpPr>
          <p:nvPr>
            <p:ph type="sldImg" idx="2"/>
          </p:nvPr>
        </p:nvSpPr>
        <p:spPr>
          <a:xfrm>
            <a:off x="685800" y="1143000"/>
            <a:ext cx="5486400" cy="3086100"/>
          </a:xfrm>
          <a:custGeom>
            <a:avLst/>
            <a:gdLst/>
            <a:ahLst/>
            <a:cxnLst/>
            <a:rect l="l" t="t" r="r" b="b"/>
            <a:pathLst>
              <a:path w="120000" h="120000" extrusionOk="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  <a:noFill/>
          <a:ln w="12700" cap="flat" cmpd="sng">
            <a:solidFill>
              <a:srgbClr val="000000"/>
            </a:solidFill>
            <a:prstDash val="solid"/>
            <a:round/>
            <a:headEnd type="none" w="sm" len="sm"/>
            <a:tailEnd type="none" w="sm" len="sm"/>
          </a:ln>
        </p:spPr>
      </p:sp>
    </p:spTree>
    <p:extLst>
      <p:ext uri="{BB962C8B-B14F-4D97-AF65-F5344CB8AC3E}">
        <p14:creationId xmlns:p14="http://schemas.microsoft.com/office/powerpoint/2010/main" val="157442152"/>
      </p:ext>
    </p:extLst>
  </p:cSld>
  <p:clrMapOvr>
    <a:masterClrMapping/>
  </p:clrMapOvr>
</p:notes>
</file>

<file path=ppt/notesSlides/notesSlide21.xml><?xml version="1.0" encoding="utf-8"?>
<p:notes xmlns:a="http://schemas.openxmlformats.org/drawingml/2006/main" xmlns:r="http://schemas.openxmlformats.org/officeDocument/2006/relationships" xmlns:p="http://schemas.openxmlformats.org/presentationml/2006/main" showMasterSp="0" showMasterPhAnim="0">
  <p:cSld>
    <p:spTree>
      <p:nvGrpSpPr>
        <p:cNvPr id="1" name="Shape 100">
          <a:extLst>
            <a:ext uri="{FF2B5EF4-FFF2-40B4-BE49-F238E27FC236}">
              <a16:creationId xmlns:a16="http://schemas.microsoft.com/office/drawing/2014/main" id="{245A87DC-1043-F839-5736-AAAB23CA056A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01" name="Google Shape;101;p28:notes">
            <a:extLst>
              <a:ext uri="{FF2B5EF4-FFF2-40B4-BE49-F238E27FC236}">
                <a16:creationId xmlns:a16="http://schemas.microsoft.com/office/drawing/2014/main" id="{5377813C-5A87-2AB6-9674-BA6B74863BE2}"/>
              </a:ext>
            </a:extLst>
          </p:cNvPr>
          <p:cNvSpPr txBox="1">
            <a:spLocks noGrp="1"/>
          </p:cNvSpPr>
          <p:nvPr>
            <p:ph type="body" idx="1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spcFirstLastPara="1" wrap="square" lIns="91425" tIns="45700" rIns="91425" bIns="45700" anchor="t" anchorCtr="0">
            <a:noAutofit/>
          </a:bodyPr>
          <a:lstStyle/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endParaRPr/>
          </a:p>
        </p:txBody>
      </p:sp>
      <p:sp>
        <p:nvSpPr>
          <p:cNvPr id="102" name="Google Shape;102;p28:notes">
            <a:extLst>
              <a:ext uri="{FF2B5EF4-FFF2-40B4-BE49-F238E27FC236}">
                <a16:creationId xmlns:a16="http://schemas.microsoft.com/office/drawing/2014/main" id="{06E4E8F5-A940-EB06-7D89-C15348C45498}"/>
              </a:ext>
            </a:extLst>
          </p:cNvPr>
          <p:cNvSpPr>
            <a:spLocks noGrp="1" noRot="1" noChangeAspect="1"/>
          </p:cNvSpPr>
          <p:nvPr>
            <p:ph type="sldImg" idx="2"/>
          </p:nvPr>
        </p:nvSpPr>
        <p:spPr>
          <a:xfrm>
            <a:off x="685800" y="1143000"/>
            <a:ext cx="5486400" cy="3086100"/>
          </a:xfrm>
          <a:custGeom>
            <a:avLst/>
            <a:gdLst/>
            <a:ahLst/>
            <a:cxnLst/>
            <a:rect l="l" t="t" r="r" b="b"/>
            <a:pathLst>
              <a:path w="120000" h="120000" extrusionOk="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  <p:extLst>
      <p:ext uri="{BB962C8B-B14F-4D97-AF65-F5344CB8AC3E}">
        <p14:creationId xmlns:p14="http://schemas.microsoft.com/office/powerpoint/2010/main" val="2254957679"/>
      </p:ext>
    </p:extLst>
  </p:cSld>
  <p:clrMapOvr>
    <a:masterClrMapping/>
  </p:clrMapOvr>
</p:notes>
</file>

<file path=ppt/notesSlides/notesSlide22.xml><?xml version="1.0" encoding="utf-8"?>
<p:notes xmlns:a="http://schemas.openxmlformats.org/drawingml/2006/main" xmlns:r="http://schemas.openxmlformats.org/officeDocument/2006/relationships" xmlns:p="http://schemas.openxmlformats.org/presentationml/2006/main" showMasterSp="0" showMasterPhAnim="0">
  <p:cSld>
    <p:spTree>
      <p:nvGrpSpPr>
        <p:cNvPr id="1" name="Shape 114">
          <a:extLst>
            <a:ext uri="{FF2B5EF4-FFF2-40B4-BE49-F238E27FC236}">
              <a16:creationId xmlns:a16="http://schemas.microsoft.com/office/drawing/2014/main" id="{C3C8E97F-C54B-48AE-D971-3484584C631C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15" name="Google Shape;115;p29:notes">
            <a:extLst>
              <a:ext uri="{FF2B5EF4-FFF2-40B4-BE49-F238E27FC236}">
                <a16:creationId xmlns:a16="http://schemas.microsoft.com/office/drawing/2014/main" id="{14170352-F1D7-9831-693B-D0DE6316CBB5}"/>
              </a:ext>
            </a:extLst>
          </p:cNvPr>
          <p:cNvSpPr txBox="1">
            <a:spLocks noGrp="1"/>
          </p:cNvSpPr>
          <p:nvPr>
            <p:ph type="body" idx="1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t" anchorCtr="0">
            <a:noAutofit/>
          </a:bodyPr>
          <a:lstStyle/>
          <a:p>
            <a:pPr marL="0" lvl="0" indent="0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</a:pPr>
            <a:endParaRPr/>
          </a:p>
        </p:txBody>
      </p:sp>
      <p:sp>
        <p:nvSpPr>
          <p:cNvPr id="116" name="Google Shape;116;p29:notes">
            <a:extLst>
              <a:ext uri="{FF2B5EF4-FFF2-40B4-BE49-F238E27FC236}">
                <a16:creationId xmlns:a16="http://schemas.microsoft.com/office/drawing/2014/main" id="{A7FE9A8A-3B96-16ED-CD9A-EC675FDE4F5D}"/>
              </a:ext>
            </a:extLst>
          </p:cNvPr>
          <p:cNvSpPr>
            <a:spLocks noGrp="1" noRot="1" noChangeAspect="1"/>
          </p:cNvSpPr>
          <p:nvPr>
            <p:ph type="sldImg" idx="2"/>
          </p:nvPr>
        </p:nvSpPr>
        <p:spPr>
          <a:xfrm>
            <a:off x="685800" y="1143000"/>
            <a:ext cx="5486400" cy="3086100"/>
          </a:xfrm>
          <a:custGeom>
            <a:avLst/>
            <a:gdLst/>
            <a:ahLst/>
            <a:cxnLst/>
            <a:rect l="l" t="t" r="r" b="b"/>
            <a:pathLst>
              <a:path w="120000" h="120000" extrusionOk="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  <a:noFill/>
          <a:ln w="12700" cap="flat" cmpd="sng">
            <a:solidFill>
              <a:srgbClr val="000000"/>
            </a:solidFill>
            <a:prstDash val="solid"/>
            <a:round/>
            <a:headEnd type="none" w="sm" len="sm"/>
            <a:tailEnd type="none" w="sm" len="sm"/>
          </a:ln>
        </p:spPr>
      </p:sp>
    </p:spTree>
    <p:extLst>
      <p:ext uri="{BB962C8B-B14F-4D97-AF65-F5344CB8AC3E}">
        <p14:creationId xmlns:p14="http://schemas.microsoft.com/office/powerpoint/2010/main" val="4001518452"/>
      </p:ext>
    </p:extLst>
  </p:cSld>
  <p:clrMapOvr>
    <a:masterClrMapping/>
  </p:clrMapOvr>
</p:notes>
</file>

<file path=ppt/notesSlides/notesSlide23.xml><?xml version="1.0" encoding="utf-8"?>
<p:notes xmlns:a="http://schemas.openxmlformats.org/drawingml/2006/main" xmlns:r="http://schemas.openxmlformats.org/officeDocument/2006/relationships" xmlns:p="http://schemas.openxmlformats.org/presentationml/2006/main" showMasterSp="0" showMasterPhAnim="0">
  <p:cSld>
    <p:spTree>
      <p:nvGrpSpPr>
        <p:cNvPr id="1" name="Shape 114">
          <a:extLst>
            <a:ext uri="{FF2B5EF4-FFF2-40B4-BE49-F238E27FC236}">
              <a16:creationId xmlns:a16="http://schemas.microsoft.com/office/drawing/2014/main" id="{6868A8AE-3822-5138-D4AB-80720FACD543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15" name="Google Shape;115;p29:notes">
            <a:extLst>
              <a:ext uri="{FF2B5EF4-FFF2-40B4-BE49-F238E27FC236}">
                <a16:creationId xmlns:a16="http://schemas.microsoft.com/office/drawing/2014/main" id="{9188A369-6B99-117F-1BAE-0A0CD3BE4CA9}"/>
              </a:ext>
            </a:extLst>
          </p:cNvPr>
          <p:cNvSpPr txBox="1">
            <a:spLocks noGrp="1"/>
          </p:cNvSpPr>
          <p:nvPr>
            <p:ph type="body" idx="1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t" anchorCtr="0">
            <a:noAutofit/>
          </a:bodyPr>
          <a:lstStyle/>
          <a:p>
            <a:r>
              <a:rPr lang="en-US" b="1" dirty="0"/>
              <a:t>SYSCLKOUT</a:t>
            </a:r>
            <a:r>
              <a:rPr lang="en-US" dirty="0"/>
              <a:t> is the system clock (e.g., 200 MHz).</a:t>
            </a:r>
          </a:p>
          <a:p>
            <a:r>
              <a:rPr lang="en-US" b="1" dirty="0"/>
              <a:t>TCR.4</a:t>
            </a:r>
            <a:r>
              <a:rPr lang="en-US" dirty="0"/>
              <a:t> is the </a:t>
            </a:r>
            <a:r>
              <a:rPr lang="en-US" i="1" dirty="0"/>
              <a:t>Timer Control Register bit</a:t>
            </a:r>
            <a:r>
              <a:rPr lang="en-US" dirty="0"/>
              <a:t> that enables or disables counting.</a:t>
            </a:r>
          </a:p>
          <a:p>
            <a:pPr marL="0" lvl="0" indent="0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</a:pPr>
            <a:endParaRPr lang="en-US" dirty="0"/>
          </a:p>
          <a:p>
            <a:pPr marL="0" lvl="0" indent="0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</a:pPr>
            <a:r>
              <a:rPr lang="en-US" dirty="0"/>
              <a:t>The timer only receives clock pulses when software sets the START bit. This is why timers do </a:t>
            </a:r>
            <a:r>
              <a:rPr lang="en-US" i="1" dirty="0"/>
              <a:t>nothing</a:t>
            </a:r>
            <a:r>
              <a:rPr lang="en-US" dirty="0"/>
              <a:t> until you explicitly enable them in software.</a:t>
            </a:r>
          </a:p>
          <a:p>
            <a:pPr marL="0" lvl="0" indent="0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</a:pPr>
            <a:endParaRPr lang="en-US" dirty="0"/>
          </a:p>
          <a:p>
            <a:pPr marL="0" lvl="0" indent="0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</a:pPr>
            <a:endParaRPr lang="en-US" dirty="0"/>
          </a:p>
          <a:p>
            <a:r>
              <a:rPr lang="en-US" b="1" dirty="0"/>
              <a:t>16-bit Divide-Down (TDDRH:TDDR)</a:t>
            </a:r>
          </a:p>
          <a:p>
            <a:r>
              <a:rPr lang="en-US" dirty="0"/>
              <a:t>This block divides the incoming clock frequency.</a:t>
            </a:r>
          </a:p>
          <a:p>
            <a:r>
              <a:rPr lang="en-US" dirty="0"/>
              <a:t>This allows the timer to operate at manageable speeds</a:t>
            </a:r>
          </a:p>
          <a:p>
            <a:endParaRPr lang="en-US" dirty="0"/>
          </a:p>
          <a:p>
            <a:endParaRPr lang="en-US" dirty="0"/>
          </a:p>
          <a:p>
            <a:pPr marL="457200" marR="0" lvl="0" indent="-228600" algn="l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tabLst/>
              <a:defRPr/>
            </a:pPr>
            <a:r>
              <a:rPr lang="en-US" b="1" dirty="0"/>
              <a:t>16-bit </a:t>
            </a:r>
            <a:r>
              <a:rPr lang="en-US" b="1" dirty="0" err="1"/>
              <a:t>Prescale</a:t>
            </a:r>
            <a:r>
              <a:rPr lang="en-US" b="1" dirty="0"/>
              <a:t> Counter (PSCH:PSC)</a:t>
            </a:r>
          </a:p>
          <a:p>
            <a:r>
              <a:rPr lang="en-US" dirty="0"/>
              <a:t>This is an additional counter that:</a:t>
            </a:r>
          </a:p>
          <a:p>
            <a:r>
              <a:rPr lang="en-US" dirty="0"/>
              <a:t>Counts down</a:t>
            </a:r>
          </a:p>
          <a:p>
            <a:r>
              <a:rPr lang="en-US" dirty="0"/>
              <a:t>Generates a </a:t>
            </a:r>
            <a:r>
              <a:rPr lang="en-US" b="1" dirty="0"/>
              <a:t>borrow</a:t>
            </a:r>
            <a:r>
              <a:rPr lang="en-US" dirty="0"/>
              <a:t> when it underflows</a:t>
            </a:r>
          </a:p>
          <a:p>
            <a:r>
              <a:rPr lang="en-US" dirty="0"/>
              <a:t>That borrow is what advances the main 32-bit timer.</a:t>
            </a:r>
          </a:p>
          <a:p>
            <a:pPr marL="457200" marR="0" lvl="0" indent="-228600" algn="l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tabLst/>
              <a:defRPr/>
            </a:pPr>
            <a:r>
              <a:rPr lang="en-US" dirty="0"/>
              <a:t>The </a:t>
            </a:r>
            <a:r>
              <a:rPr lang="en-US" dirty="0" err="1"/>
              <a:t>prescaler</a:t>
            </a:r>
            <a:r>
              <a:rPr lang="en-US" dirty="0"/>
              <a:t> slows time down before it reaches the main timer counter.</a:t>
            </a:r>
          </a:p>
          <a:p>
            <a:pPr marL="457200" marR="0" lvl="0" indent="-228600" algn="l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tabLst/>
              <a:defRPr/>
            </a:pPr>
            <a:endParaRPr lang="en-US" dirty="0"/>
          </a:p>
          <a:p>
            <a:pPr marL="457200" marR="0" lvl="0" indent="-228600" algn="l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tabLst/>
              <a:defRPr/>
            </a:pPr>
            <a:r>
              <a:rPr lang="sv-SE" b="1" dirty="0"/>
              <a:t>32-bit Period Register (PRDH:PRD)</a:t>
            </a:r>
          </a:p>
          <a:p>
            <a:pPr marL="457200" marR="0" lvl="0" indent="-228600" algn="l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tabLst/>
              <a:defRPr/>
            </a:pPr>
            <a:r>
              <a:rPr lang="en-US" dirty="0"/>
              <a:t>This is the value the timer reloads </a:t>
            </a:r>
            <a:r>
              <a:rPr lang="en-US" b="1" dirty="0"/>
              <a:t>from</a:t>
            </a:r>
            <a:r>
              <a:rPr lang="en-US" dirty="0"/>
              <a:t>.</a:t>
            </a:r>
          </a:p>
          <a:p>
            <a:pPr marL="457200" marR="0" lvl="0" indent="-228600" algn="l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tabLst/>
              <a:defRPr/>
            </a:pPr>
            <a:endParaRPr lang="en-US" dirty="0"/>
          </a:p>
          <a:p>
            <a:pPr marL="457200" marR="0" lvl="0" indent="-228600" algn="l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tabLst/>
              <a:defRPr/>
            </a:pPr>
            <a:endParaRPr lang="en-US" dirty="0"/>
          </a:p>
          <a:p>
            <a:r>
              <a:rPr lang="en-US" b="1" dirty="0"/>
              <a:t>32-bit Counter (TIMH:TIM)</a:t>
            </a:r>
          </a:p>
          <a:p>
            <a:r>
              <a:rPr lang="en-US" dirty="0"/>
              <a:t>This is the </a:t>
            </a:r>
            <a:r>
              <a:rPr lang="en-US" b="1" dirty="0"/>
              <a:t>actual counter</a:t>
            </a:r>
            <a:r>
              <a:rPr lang="en-US" dirty="0"/>
              <a:t>:</a:t>
            </a:r>
          </a:p>
          <a:p>
            <a:r>
              <a:rPr lang="en-US" dirty="0"/>
              <a:t>Decrements every </a:t>
            </a:r>
            <a:r>
              <a:rPr lang="en-US" dirty="0" err="1"/>
              <a:t>prescaled</a:t>
            </a:r>
            <a:r>
              <a:rPr lang="en-US" dirty="0"/>
              <a:t> clock tick</a:t>
            </a:r>
          </a:p>
          <a:p>
            <a:r>
              <a:rPr lang="en-US" dirty="0"/>
              <a:t>When it reaches zero:</a:t>
            </a:r>
          </a:p>
          <a:p>
            <a:pPr lvl="0"/>
            <a:r>
              <a:rPr lang="en-US" dirty="0"/>
              <a:t>A borrow occurs</a:t>
            </a:r>
          </a:p>
          <a:p>
            <a:pPr lvl="0"/>
            <a:r>
              <a:rPr lang="en-US" dirty="0"/>
              <a:t>An interrupt is generated</a:t>
            </a:r>
          </a:p>
          <a:p>
            <a:pPr lvl="0"/>
            <a:r>
              <a:rPr lang="en-US" dirty="0"/>
              <a:t>The counter reloads from PRD</a:t>
            </a:r>
          </a:p>
          <a:p>
            <a:pPr marL="457200" marR="0" lvl="0" indent="-228600" algn="l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tabLst/>
              <a:defRPr/>
            </a:pPr>
            <a:endParaRPr lang="en-US" dirty="0"/>
          </a:p>
          <a:p>
            <a:endParaRPr lang="en-US" dirty="0"/>
          </a:p>
          <a:p>
            <a:endParaRPr lang="en-US" dirty="0"/>
          </a:p>
          <a:p>
            <a:pPr marL="0" lvl="0" indent="0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</a:pPr>
            <a:endParaRPr lang="en-US" dirty="0"/>
          </a:p>
          <a:p>
            <a:pPr marL="0" lvl="0" indent="0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</a:pPr>
            <a:endParaRPr dirty="0"/>
          </a:p>
        </p:txBody>
      </p:sp>
      <p:sp>
        <p:nvSpPr>
          <p:cNvPr id="116" name="Google Shape;116;p29:notes">
            <a:extLst>
              <a:ext uri="{FF2B5EF4-FFF2-40B4-BE49-F238E27FC236}">
                <a16:creationId xmlns:a16="http://schemas.microsoft.com/office/drawing/2014/main" id="{75C88DC5-6882-AE62-38F7-1B560EA4202D}"/>
              </a:ext>
            </a:extLst>
          </p:cNvPr>
          <p:cNvSpPr>
            <a:spLocks noGrp="1" noRot="1" noChangeAspect="1"/>
          </p:cNvSpPr>
          <p:nvPr>
            <p:ph type="sldImg" idx="2"/>
          </p:nvPr>
        </p:nvSpPr>
        <p:spPr>
          <a:xfrm>
            <a:off x="685800" y="1143000"/>
            <a:ext cx="5486400" cy="3086100"/>
          </a:xfrm>
          <a:custGeom>
            <a:avLst/>
            <a:gdLst/>
            <a:ahLst/>
            <a:cxnLst/>
            <a:rect l="l" t="t" r="r" b="b"/>
            <a:pathLst>
              <a:path w="120000" h="120000" extrusionOk="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  <a:noFill/>
          <a:ln w="12700" cap="flat" cmpd="sng">
            <a:solidFill>
              <a:srgbClr val="000000"/>
            </a:solidFill>
            <a:prstDash val="solid"/>
            <a:round/>
            <a:headEnd type="none" w="sm" len="sm"/>
            <a:tailEnd type="none" w="sm" len="sm"/>
          </a:ln>
        </p:spPr>
      </p:sp>
    </p:spTree>
    <p:extLst>
      <p:ext uri="{BB962C8B-B14F-4D97-AF65-F5344CB8AC3E}">
        <p14:creationId xmlns:p14="http://schemas.microsoft.com/office/powerpoint/2010/main" val="2673272721"/>
      </p:ext>
    </p:extLst>
  </p:cSld>
  <p:clrMapOvr>
    <a:masterClrMapping/>
  </p:clrMapOvr>
</p:notes>
</file>

<file path=ppt/notesSlides/notesSlide24.xml><?xml version="1.0" encoding="utf-8"?>
<p:notes xmlns:a="http://schemas.openxmlformats.org/drawingml/2006/main" xmlns:r="http://schemas.openxmlformats.org/officeDocument/2006/relationships" xmlns:p="http://schemas.openxmlformats.org/presentationml/2006/main" showMasterSp="0" showMasterPhAnim="0">
  <p:cSld>
    <p:spTree>
      <p:nvGrpSpPr>
        <p:cNvPr id="1" name="Shape 114">
          <a:extLst>
            <a:ext uri="{FF2B5EF4-FFF2-40B4-BE49-F238E27FC236}">
              <a16:creationId xmlns:a16="http://schemas.microsoft.com/office/drawing/2014/main" id="{A9E9BD42-6D44-07E7-0C57-E63AF0D9993A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15" name="Google Shape;115;p29:notes">
            <a:extLst>
              <a:ext uri="{FF2B5EF4-FFF2-40B4-BE49-F238E27FC236}">
                <a16:creationId xmlns:a16="http://schemas.microsoft.com/office/drawing/2014/main" id="{9417AE7C-EC41-47D9-AFB5-4EC85F9436F4}"/>
              </a:ext>
            </a:extLst>
          </p:cNvPr>
          <p:cNvSpPr txBox="1">
            <a:spLocks noGrp="1"/>
          </p:cNvSpPr>
          <p:nvPr>
            <p:ph type="body" idx="1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t" anchorCtr="0">
            <a:noAutofit/>
          </a:bodyPr>
          <a:lstStyle/>
          <a:p>
            <a:r>
              <a:rPr lang="en-US" b="1" dirty="0"/>
              <a:t>SYSCLKOUT</a:t>
            </a:r>
            <a:r>
              <a:rPr lang="en-US" dirty="0"/>
              <a:t> is the system clock (e.g., 200 MHz).</a:t>
            </a:r>
          </a:p>
          <a:p>
            <a:r>
              <a:rPr lang="en-US" b="1" dirty="0"/>
              <a:t>TCR.4</a:t>
            </a:r>
            <a:r>
              <a:rPr lang="en-US" dirty="0"/>
              <a:t> is the </a:t>
            </a:r>
            <a:r>
              <a:rPr lang="en-US" i="1" dirty="0"/>
              <a:t>Timer Control Register bit</a:t>
            </a:r>
            <a:r>
              <a:rPr lang="en-US" dirty="0"/>
              <a:t> that enables or disables counting.</a:t>
            </a:r>
          </a:p>
          <a:p>
            <a:pPr marL="0" lvl="0" indent="0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</a:pPr>
            <a:endParaRPr lang="en-US" dirty="0"/>
          </a:p>
          <a:p>
            <a:pPr marL="0" lvl="0" indent="0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</a:pPr>
            <a:r>
              <a:rPr lang="en-US" dirty="0"/>
              <a:t>The timer only receives clock pulses when software sets the START bit. This is why timers do </a:t>
            </a:r>
            <a:r>
              <a:rPr lang="en-US" i="1" dirty="0"/>
              <a:t>nothing</a:t>
            </a:r>
            <a:r>
              <a:rPr lang="en-US" dirty="0"/>
              <a:t> until you explicitly enable them in software.</a:t>
            </a:r>
          </a:p>
          <a:p>
            <a:pPr marL="0" lvl="0" indent="0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</a:pPr>
            <a:endParaRPr lang="en-US" dirty="0"/>
          </a:p>
          <a:p>
            <a:pPr marL="0" lvl="0" indent="0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</a:pPr>
            <a:endParaRPr lang="en-US" dirty="0"/>
          </a:p>
          <a:p>
            <a:r>
              <a:rPr lang="en-US" b="1" dirty="0"/>
              <a:t>16-bit Divide-Down (TDDRH:TDDR)</a:t>
            </a:r>
          </a:p>
          <a:p>
            <a:r>
              <a:rPr lang="en-US" dirty="0"/>
              <a:t>This block divides the incoming clock frequency.</a:t>
            </a:r>
          </a:p>
          <a:p>
            <a:r>
              <a:rPr lang="en-US" dirty="0"/>
              <a:t>This allows the timer to operate at manageable speeds</a:t>
            </a:r>
          </a:p>
          <a:p>
            <a:endParaRPr lang="en-US" dirty="0"/>
          </a:p>
          <a:p>
            <a:endParaRPr lang="en-US" dirty="0"/>
          </a:p>
          <a:p>
            <a:pPr marL="457200" marR="0" lvl="0" indent="-228600" algn="l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tabLst/>
              <a:defRPr/>
            </a:pPr>
            <a:r>
              <a:rPr lang="en-US" b="1" dirty="0"/>
              <a:t>16-bit </a:t>
            </a:r>
            <a:r>
              <a:rPr lang="en-US" b="1" dirty="0" err="1"/>
              <a:t>Prescale</a:t>
            </a:r>
            <a:r>
              <a:rPr lang="en-US" b="1" dirty="0"/>
              <a:t> Counter (PSCH:PSC)</a:t>
            </a:r>
          </a:p>
          <a:p>
            <a:r>
              <a:rPr lang="en-US" dirty="0"/>
              <a:t>This is an additional counter that:</a:t>
            </a:r>
          </a:p>
          <a:p>
            <a:r>
              <a:rPr lang="en-US" dirty="0"/>
              <a:t>Counts down</a:t>
            </a:r>
          </a:p>
          <a:p>
            <a:r>
              <a:rPr lang="en-US" dirty="0"/>
              <a:t>Generates a </a:t>
            </a:r>
            <a:r>
              <a:rPr lang="en-US" b="1" dirty="0"/>
              <a:t>borrow</a:t>
            </a:r>
            <a:r>
              <a:rPr lang="en-US" dirty="0"/>
              <a:t> when it underflows</a:t>
            </a:r>
          </a:p>
          <a:p>
            <a:r>
              <a:rPr lang="en-US" dirty="0"/>
              <a:t>That borrow is what advances the main 32-bit timer.</a:t>
            </a:r>
          </a:p>
          <a:p>
            <a:pPr marL="457200" marR="0" lvl="0" indent="-228600" algn="l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tabLst/>
              <a:defRPr/>
            </a:pPr>
            <a:r>
              <a:rPr lang="en-US" dirty="0"/>
              <a:t>The </a:t>
            </a:r>
            <a:r>
              <a:rPr lang="en-US" dirty="0" err="1"/>
              <a:t>prescaler</a:t>
            </a:r>
            <a:r>
              <a:rPr lang="en-US" dirty="0"/>
              <a:t> slows time down before it reaches the main timer counter.</a:t>
            </a:r>
          </a:p>
          <a:p>
            <a:pPr marL="457200" marR="0" lvl="0" indent="-228600" algn="l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tabLst/>
              <a:defRPr/>
            </a:pPr>
            <a:endParaRPr lang="en-US" dirty="0"/>
          </a:p>
          <a:p>
            <a:pPr marL="457200" marR="0" lvl="0" indent="-228600" algn="l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tabLst/>
              <a:defRPr/>
            </a:pPr>
            <a:r>
              <a:rPr lang="sv-SE" b="1" dirty="0"/>
              <a:t>32-bit Period Register (PRDH:PRD)</a:t>
            </a:r>
          </a:p>
          <a:p>
            <a:pPr marL="457200" marR="0" lvl="0" indent="-228600" algn="l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tabLst/>
              <a:defRPr/>
            </a:pPr>
            <a:r>
              <a:rPr lang="en-US" dirty="0"/>
              <a:t>This is the value the timer reloads </a:t>
            </a:r>
            <a:r>
              <a:rPr lang="en-US" b="1" dirty="0"/>
              <a:t>from</a:t>
            </a:r>
            <a:r>
              <a:rPr lang="en-US" dirty="0"/>
              <a:t>.</a:t>
            </a:r>
          </a:p>
          <a:p>
            <a:pPr marL="457200" marR="0" lvl="0" indent="-228600" algn="l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tabLst/>
              <a:defRPr/>
            </a:pPr>
            <a:endParaRPr lang="en-US" dirty="0"/>
          </a:p>
          <a:p>
            <a:pPr marL="457200" marR="0" lvl="0" indent="-228600" algn="l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tabLst/>
              <a:defRPr/>
            </a:pPr>
            <a:endParaRPr lang="en-US" dirty="0"/>
          </a:p>
          <a:p>
            <a:r>
              <a:rPr lang="en-US" b="1" dirty="0"/>
              <a:t>32-bit Counter (TIMH:TIM)</a:t>
            </a:r>
          </a:p>
          <a:p>
            <a:r>
              <a:rPr lang="en-US" dirty="0"/>
              <a:t>This is the </a:t>
            </a:r>
            <a:r>
              <a:rPr lang="en-US" b="1" dirty="0"/>
              <a:t>actual counter</a:t>
            </a:r>
            <a:r>
              <a:rPr lang="en-US" dirty="0"/>
              <a:t>:</a:t>
            </a:r>
          </a:p>
          <a:p>
            <a:r>
              <a:rPr lang="en-US" dirty="0"/>
              <a:t>Decrements every </a:t>
            </a:r>
            <a:r>
              <a:rPr lang="en-US" dirty="0" err="1"/>
              <a:t>prescaled</a:t>
            </a:r>
            <a:r>
              <a:rPr lang="en-US" dirty="0"/>
              <a:t> clock tick</a:t>
            </a:r>
          </a:p>
          <a:p>
            <a:r>
              <a:rPr lang="en-US" dirty="0"/>
              <a:t>When it reaches zero:</a:t>
            </a:r>
          </a:p>
          <a:p>
            <a:pPr lvl="0"/>
            <a:r>
              <a:rPr lang="en-US" dirty="0"/>
              <a:t>A borrow occurs</a:t>
            </a:r>
          </a:p>
          <a:p>
            <a:pPr lvl="0"/>
            <a:r>
              <a:rPr lang="en-US" dirty="0"/>
              <a:t>An interrupt is generated</a:t>
            </a:r>
          </a:p>
          <a:p>
            <a:pPr lvl="0"/>
            <a:r>
              <a:rPr lang="en-US" dirty="0"/>
              <a:t>The counter reloads from PRD</a:t>
            </a:r>
          </a:p>
          <a:p>
            <a:pPr marL="457200" marR="0" lvl="0" indent="-228600" algn="l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tabLst/>
              <a:defRPr/>
            </a:pPr>
            <a:endParaRPr lang="en-US" dirty="0"/>
          </a:p>
          <a:p>
            <a:endParaRPr lang="en-US" dirty="0"/>
          </a:p>
          <a:p>
            <a:endParaRPr lang="en-US" dirty="0"/>
          </a:p>
          <a:p>
            <a:pPr marL="0" lvl="0" indent="0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</a:pPr>
            <a:endParaRPr lang="en-US" dirty="0"/>
          </a:p>
          <a:p>
            <a:pPr marL="0" lvl="0" indent="0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</a:pPr>
            <a:endParaRPr dirty="0"/>
          </a:p>
        </p:txBody>
      </p:sp>
      <p:sp>
        <p:nvSpPr>
          <p:cNvPr id="116" name="Google Shape;116;p29:notes">
            <a:extLst>
              <a:ext uri="{FF2B5EF4-FFF2-40B4-BE49-F238E27FC236}">
                <a16:creationId xmlns:a16="http://schemas.microsoft.com/office/drawing/2014/main" id="{184AD7E4-B967-5FAE-4A9E-3DDC0B99395E}"/>
              </a:ext>
            </a:extLst>
          </p:cNvPr>
          <p:cNvSpPr>
            <a:spLocks noGrp="1" noRot="1" noChangeAspect="1"/>
          </p:cNvSpPr>
          <p:nvPr>
            <p:ph type="sldImg" idx="2"/>
          </p:nvPr>
        </p:nvSpPr>
        <p:spPr>
          <a:xfrm>
            <a:off x="685800" y="1143000"/>
            <a:ext cx="5486400" cy="3086100"/>
          </a:xfrm>
          <a:custGeom>
            <a:avLst/>
            <a:gdLst/>
            <a:ahLst/>
            <a:cxnLst/>
            <a:rect l="l" t="t" r="r" b="b"/>
            <a:pathLst>
              <a:path w="120000" h="120000" extrusionOk="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  <a:noFill/>
          <a:ln w="12700" cap="flat" cmpd="sng">
            <a:solidFill>
              <a:srgbClr val="000000"/>
            </a:solidFill>
            <a:prstDash val="solid"/>
            <a:round/>
            <a:headEnd type="none" w="sm" len="sm"/>
            <a:tailEnd type="none" w="sm" len="sm"/>
          </a:ln>
        </p:spPr>
      </p:sp>
    </p:spTree>
    <p:extLst>
      <p:ext uri="{BB962C8B-B14F-4D97-AF65-F5344CB8AC3E}">
        <p14:creationId xmlns:p14="http://schemas.microsoft.com/office/powerpoint/2010/main" val="1252888875"/>
      </p:ext>
    </p:extLst>
  </p:cSld>
  <p:clrMapOvr>
    <a:masterClrMapping/>
  </p:clrMapOvr>
</p:notes>
</file>

<file path=ppt/notesSlides/notesSlide25.xml><?xml version="1.0" encoding="utf-8"?>
<p:notes xmlns:a="http://schemas.openxmlformats.org/drawingml/2006/main" xmlns:r="http://schemas.openxmlformats.org/officeDocument/2006/relationships" xmlns:p="http://schemas.openxmlformats.org/presentationml/2006/main" showMasterSp="0" showMasterPhAnim="0">
  <p:cSld>
    <p:spTree>
      <p:nvGrpSpPr>
        <p:cNvPr id="1" name="Shape 114">
          <a:extLst>
            <a:ext uri="{FF2B5EF4-FFF2-40B4-BE49-F238E27FC236}">
              <a16:creationId xmlns:a16="http://schemas.microsoft.com/office/drawing/2014/main" id="{69857DE6-DF8B-D8B6-B80A-D4FFA47EBC2B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15" name="Google Shape;115;p29:notes">
            <a:extLst>
              <a:ext uri="{FF2B5EF4-FFF2-40B4-BE49-F238E27FC236}">
                <a16:creationId xmlns:a16="http://schemas.microsoft.com/office/drawing/2014/main" id="{DA53D2C1-BC7D-1078-FBB3-A7432099885C}"/>
              </a:ext>
            </a:extLst>
          </p:cNvPr>
          <p:cNvSpPr txBox="1">
            <a:spLocks noGrp="1"/>
          </p:cNvSpPr>
          <p:nvPr>
            <p:ph type="body" idx="1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t" anchorCtr="0">
            <a:noAutofit/>
          </a:bodyPr>
          <a:lstStyle/>
          <a:p>
            <a:pPr marL="0" lvl="0" indent="0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</a:pPr>
            <a:endParaRPr/>
          </a:p>
        </p:txBody>
      </p:sp>
      <p:sp>
        <p:nvSpPr>
          <p:cNvPr id="116" name="Google Shape;116;p29:notes">
            <a:extLst>
              <a:ext uri="{FF2B5EF4-FFF2-40B4-BE49-F238E27FC236}">
                <a16:creationId xmlns:a16="http://schemas.microsoft.com/office/drawing/2014/main" id="{90808667-3B3A-7BDA-EA07-6665024B16BA}"/>
              </a:ext>
            </a:extLst>
          </p:cNvPr>
          <p:cNvSpPr>
            <a:spLocks noGrp="1" noRot="1" noChangeAspect="1"/>
          </p:cNvSpPr>
          <p:nvPr>
            <p:ph type="sldImg" idx="2"/>
          </p:nvPr>
        </p:nvSpPr>
        <p:spPr>
          <a:xfrm>
            <a:off x="685800" y="1143000"/>
            <a:ext cx="5486400" cy="3086100"/>
          </a:xfrm>
          <a:custGeom>
            <a:avLst/>
            <a:gdLst/>
            <a:ahLst/>
            <a:cxnLst/>
            <a:rect l="l" t="t" r="r" b="b"/>
            <a:pathLst>
              <a:path w="120000" h="120000" extrusionOk="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  <a:noFill/>
          <a:ln w="12700" cap="flat" cmpd="sng">
            <a:solidFill>
              <a:srgbClr val="000000"/>
            </a:solidFill>
            <a:prstDash val="solid"/>
            <a:round/>
            <a:headEnd type="none" w="sm" len="sm"/>
            <a:tailEnd type="none" w="sm" len="sm"/>
          </a:ln>
        </p:spPr>
      </p:sp>
    </p:spTree>
    <p:extLst>
      <p:ext uri="{BB962C8B-B14F-4D97-AF65-F5344CB8AC3E}">
        <p14:creationId xmlns:p14="http://schemas.microsoft.com/office/powerpoint/2010/main" val="2377347234"/>
      </p:ext>
    </p:extLst>
  </p:cSld>
  <p:clrMapOvr>
    <a:masterClrMapping/>
  </p:clrMapOvr>
</p:notes>
</file>

<file path=ppt/notesSlides/notesSlide26.xml><?xml version="1.0" encoding="utf-8"?>
<p:notes xmlns:a="http://schemas.openxmlformats.org/drawingml/2006/main" xmlns:r="http://schemas.openxmlformats.org/officeDocument/2006/relationships" xmlns:p="http://schemas.openxmlformats.org/presentationml/2006/main" showMasterSp="0" showMasterPhAnim="0">
  <p:cSld>
    <p:spTree>
      <p:nvGrpSpPr>
        <p:cNvPr id="1" name="Shape 114">
          <a:extLst>
            <a:ext uri="{FF2B5EF4-FFF2-40B4-BE49-F238E27FC236}">
              <a16:creationId xmlns:a16="http://schemas.microsoft.com/office/drawing/2014/main" id="{38C5D6C7-5422-60D4-9BF9-2EAA80BE1934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15" name="Google Shape;115;p29:notes">
            <a:extLst>
              <a:ext uri="{FF2B5EF4-FFF2-40B4-BE49-F238E27FC236}">
                <a16:creationId xmlns:a16="http://schemas.microsoft.com/office/drawing/2014/main" id="{DDC76DDE-0BD6-A46A-932A-9C7A9A74369D}"/>
              </a:ext>
            </a:extLst>
          </p:cNvPr>
          <p:cNvSpPr txBox="1">
            <a:spLocks noGrp="1"/>
          </p:cNvSpPr>
          <p:nvPr>
            <p:ph type="body" idx="1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t" anchorCtr="0">
            <a:noAutofit/>
          </a:bodyPr>
          <a:lstStyle/>
          <a:p>
            <a:r>
              <a:rPr lang="en-US" dirty="0"/>
              <a:t>Timer 0</a:t>
            </a:r>
          </a:p>
          <a:p>
            <a:r>
              <a:rPr lang="en-US" dirty="0"/>
              <a:t>TINT0</a:t>
            </a:r>
          </a:p>
          <a:p>
            <a:r>
              <a:rPr lang="en-US" dirty="0"/>
              <a:t>INT1–INT12 via PIE</a:t>
            </a:r>
          </a:p>
          <a:p>
            <a:pPr marL="0" lvl="0" indent="0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</a:pPr>
            <a:endParaRPr lang="en-US" dirty="0"/>
          </a:p>
          <a:p>
            <a:r>
              <a:rPr lang="en-US" dirty="0"/>
              <a:t>Timer 1</a:t>
            </a:r>
          </a:p>
          <a:p>
            <a:r>
              <a:rPr lang="en-US" dirty="0"/>
              <a:t>TINT1</a:t>
            </a:r>
          </a:p>
          <a:p>
            <a:r>
              <a:rPr lang="en-US" dirty="0"/>
              <a:t>INT13 (direct)</a:t>
            </a:r>
          </a:p>
          <a:p>
            <a:endParaRPr lang="en-US" dirty="0"/>
          </a:p>
          <a:p>
            <a:r>
              <a:rPr lang="en-US" dirty="0"/>
              <a:t>Timer 2</a:t>
            </a:r>
          </a:p>
          <a:p>
            <a:r>
              <a:rPr lang="en-US" dirty="0"/>
              <a:t>TINT2</a:t>
            </a:r>
          </a:p>
          <a:p>
            <a:r>
              <a:rPr lang="en-US" dirty="0"/>
              <a:t>INT14 (direct)</a:t>
            </a:r>
          </a:p>
          <a:p>
            <a:endParaRPr lang="en-US" dirty="0"/>
          </a:p>
          <a:p>
            <a:endParaRPr lang="en-US" dirty="0"/>
          </a:p>
          <a:p>
            <a:r>
              <a:rPr lang="en-US" dirty="0"/>
              <a:t>The </a:t>
            </a:r>
            <a:r>
              <a:rPr lang="en-US" b="1" dirty="0"/>
              <a:t>Peripheral Interrupt Expansion (PIE)</a:t>
            </a:r>
            <a:r>
              <a:rPr lang="en-US" dirty="0"/>
              <a:t> is an interrupt router.</a:t>
            </a:r>
          </a:p>
          <a:p>
            <a:r>
              <a:rPr lang="en-US" dirty="0"/>
              <a:t>It:</a:t>
            </a:r>
          </a:p>
          <a:p>
            <a:r>
              <a:rPr lang="en-US" dirty="0"/>
              <a:t>Takes many peripheral interrupts</a:t>
            </a:r>
          </a:p>
          <a:p>
            <a:r>
              <a:rPr lang="en-US" dirty="0"/>
              <a:t>Maps them to CPU interrupt vectors</a:t>
            </a:r>
          </a:p>
          <a:p>
            <a:r>
              <a:rPr lang="en-US" dirty="0"/>
              <a:t>Timer 0 is routed through the PIE because:</a:t>
            </a:r>
          </a:p>
          <a:p>
            <a:r>
              <a:rPr lang="en-US" dirty="0"/>
              <a:t>It is commonly used for application-level tasks</a:t>
            </a:r>
          </a:p>
          <a:p>
            <a:r>
              <a:rPr lang="en-US" dirty="0"/>
              <a:t>It supports prioritization and masking</a:t>
            </a:r>
          </a:p>
          <a:p>
            <a:endParaRPr lang="en-US" dirty="0"/>
          </a:p>
          <a:p>
            <a:endParaRPr lang="en-US" dirty="0"/>
          </a:p>
          <a:p>
            <a:endParaRPr lang="en-US" dirty="0"/>
          </a:p>
          <a:p>
            <a:r>
              <a:rPr lang="en-US" b="1" dirty="0"/>
              <a:t>Software Consequence</a:t>
            </a:r>
          </a:p>
          <a:p>
            <a:r>
              <a:rPr lang="en-US" dirty="0"/>
              <a:t>To use Timer 0:</a:t>
            </a:r>
          </a:p>
          <a:p>
            <a:r>
              <a:rPr lang="en-US" dirty="0"/>
              <a:t>Enable the timer interrupt</a:t>
            </a:r>
          </a:p>
          <a:p>
            <a:r>
              <a:rPr lang="en-US" dirty="0"/>
              <a:t>Enable the PIE group</a:t>
            </a:r>
          </a:p>
          <a:p>
            <a:r>
              <a:rPr lang="en-US" dirty="0"/>
              <a:t>Enable the CPU interrupt</a:t>
            </a:r>
          </a:p>
          <a:p>
            <a:r>
              <a:rPr lang="en-US" dirty="0"/>
              <a:t>Acknowledge the PIE inside the ISR</a:t>
            </a:r>
          </a:p>
          <a:p>
            <a:r>
              <a:rPr lang="en-US" dirty="0"/>
              <a:t>This makes Timer 0 ideal for:</a:t>
            </a:r>
          </a:p>
          <a:p>
            <a:r>
              <a:rPr lang="en-US" dirty="0"/>
              <a:t>Control loops</a:t>
            </a:r>
          </a:p>
          <a:p>
            <a:r>
              <a:rPr lang="en-US" dirty="0"/>
              <a:t>Scheduling</a:t>
            </a:r>
          </a:p>
          <a:p>
            <a:r>
              <a:rPr lang="en-US" dirty="0"/>
              <a:t>RTOS ticks</a:t>
            </a:r>
          </a:p>
          <a:p>
            <a:endParaRPr lang="en-US" dirty="0"/>
          </a:p>
          <a:p>
            <a:endParaRPr lang="en-US" dirty="0"/>
          </a:p>
          <a:p>
            <a:r>
              <a:rPr lang="en-US" b="1" dirty="0"/>
              <a:t>Timers 1 and 2 Bypass the PIE</a:t>
            </a:r>
          </a:p>
          <a:p>
            <a:r>
              <a:rPr lang="en-US" dirty="0"/>
              <a:t>Timer 1 → </a:t>
            </a:r>
            <a:r>
              <a:rPr lang="en-US" b="1" dirty="0"/>
              <a:t>INT13</a:t>
            </a:r>
            <a:br>
              <a:rPr lang="en-US" dirty="0"/>
            </a:br>
            <a:r>
              <a:rPr lang="en-US" dirty="0"/>
              <a:t>Timer 2 → </a:t>
            </a:r>
            <a:r>
              <a:rPr lang="en-US" b="1" dirty="0"/>
              <a:t>INT14</a:t>
            </a:r>
            <a:endParaRPr lang="en-US" dirty="0"/>
          </a:p>
          <a:p>
            <a:r>
              <a:rPr lang="en-US" dirty="0"/>
              <a:t>These are </a:t>
            </a:r>
            <a:r>
              <a:rPr lang="en-US" b="1" dirty="0"/>
              <a:t>dedicated CPU interrupts</a:t>
            </a:r>
            <a:r>
              <a:rPr lang="en-US" dirty="0"/>
              <a:t>.</a:t>
            </a:r>
          </a:p>
          <a:p>
            <a:r>
              <a:rPr lang="en-US" b="1" dirty="0"/>
              <a:t>Why?</a:t>
            </a:r>
          </a:p>
          <a:p>
            <a:r>
              <a:rPr lang="en-US" dirty="0"/>
              <a:t>They are intended for:</a:t>
            </a:r>
          </a:p>
          <a:p>
            <a:r>
              <a:rPr lang="en-US" dirty="0"/>
              <a:t>High-priority system tasks</a:t>
            </a:r>
          </a:p>
          <a:p>
            <a:r>
              <a:rPr lang="en-US" dirty="0"/>
              <a:t>Real-time services</a:t>
            </a:r>
          </a:p>
          <a:p>
            <a:r>
              <a:rPr lang="en-US" dirty="0"/>
              <a:t>Deterministic timing</a:t>
            </a:r>
          </a:p>
          <a:p>
            <a:r>
              <a:rPr lang="en-US" dirty="0"/>
              <a:t>They:</a:t>
            </a:r>
          </a:p>
          <a:p>
            <a:r>
              <a:rPr lang="en-US" dirty="0"/>
              <a:t>Have lower latency</a:t>
            </a:r>
          </a:p>
          <a:p>
            <a:r>
              <a:rPr lang="en-US" dirty="0"/>
              <a:t>Are simpler to configure</a:t>
            </a:r>
          </a:p>
          <a:p>
            <a:r>
              <a:rPr lang="en-US" dirty="0"/>
              <a:t>Are harder to misuse accidentally</a:t>
            </a:r>
          </a:p>
          <a:p>
            <a:endParaRPr lang="en-US" dirty="0"/>
          </a:p>
          <a:p>
            <a:endParaRPr lang="en-US" dirty="0"/>
          </a:p>
          <a:p>
            <a:pPr marL="0" lvl="0" indent="0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</a:pPr>
            <a:endParaRPr dirty="0"/>
          </a:p>
        </p:txBody>
      </p:sp>
      <p:sp>
        <p:nvSpPr>
          <p:cNvPr id="116" name="Google Shape;116;p29:notes">
            <a:extLst>
              <a:ext uri="{FF2B5EF4-FFF2-40B4-BE49-F238E27FC236}">
                <a16:creationId xmlns:a16="http://schemas.microsoft.com/office/drawing/2014/main" id="{42FD8C5D-9C20-C91C-AC9B-D65DAB800F1C}"/>
              </a:ext>
            </a:extLst>
          </p:cNvPr>
          <p:cNvSpPr>
            <a:spLocks noGrp="1" noRot="1" noChangeAspect="1"/>
          </p:cNvSpPr>
          <p:nvPr>
            <p:ph type="sldImg" idx="2"/>
          </p:nvPr>
        </p:nvSpPr>
        <p:spPr>
          <a:xfrm>
            <a:off x="685800" y="1143000"/>
            <a:ext cx="5486400" cy="3086100"/>
          </a:xfrm>
          <a:custGeom>
            <a:avLst/>
            <a:gdLst/>
            <a:ahLst/>
            <a:cxnLst/>
            <a:rect l="l" t="t" r="r" b="b"/>
            <a:pathLst>
              <a:path w="120000" h="120000" extrusionOk="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  <a:noFill/>
          <a:ln w="12700" cap="flat" cmpd="sng">
            <a:solidFill>
              <a:srgbClr val="000000"/>
            </a:solidFill>
            <a:prstDash val="solid"/>
            <a:round/>
            <a:headEnd type="none" w="sm" len="sm"/>
            <a:tailEnd type="none" w="sm" len="sm"/>
          </a:ln>
        </p:spPr>
      </p:sp>
    </p:spTree>
    <p:extLst>
      <p:ext uri="{BB962C8B-B14F-4D97-AF65-F5344CB8AC3E}">
        <p14:creationId xmlns:p14="http://schemas.microsoft.com/office/powerpoint/2010/main" val="632512027"/>
      </p:ext>
    </p:extLst>
  </p:cSld>
  <p:clrMapOvr>
    <a:masterClrMapping/>
  </p:clrMapOvr>
</p:notes>
</file>

<file path=ppt/notesSlides/notesSlide27.xml><?xml version="1.0" encoding="utf-8"?>
<p:notes xmlns:a="http://schemas.openxmlformats.org/drawingml/2006/main" xmlns:r="http://schemas.openxmlformats.org/officeDocument/2006/relationships" xmlns:p="http://schemas.openxmlformats.org/presentationml/2006/main" showMasterSp="0" showMasterPhAnim="0">
  <p:cSld>
    <p:spTree>
      <p:nvGrpSpPr>
        <p:cNvPr id="1" name="Shape 114">
          <a:extLst>
            <a:ext uri="{FF2B5EF4-FFF2-40B4-BE49-F238E27FC236}">
              <a16:creationId xmlns:a16="http://schemas.microsoft.com/office/drawing/2014/main" id="{86315C7C-5E78-525A-60EE-FEA456DCF41E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15" name="Google Shape;115;p29:notes">
            <a:extLst>
              <a:ext uri="{FF2B5EF4-FFF2-40B4-BE49-F238E27FC236}">
                <a16:creationId xmlns:a16="http://schemas.microsoft.com/office/drawing/2014/main" id="{162C6A1C-81CD-6A4A-0EC7-D4DF6592E8E2}"/>
              </a:ext>
            </a:extLst>
          </p:cNvPr>
          <p:cNvSpPr txBox="1">
            <a:spLocks noGrp="1"/>
          </p:cNvSpPr>
          <p:nvPr>
            <p:ph type="body" idx="1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t" anchorCtr="0">
            <a:noAutofit/>
          </a:bodyPr>
          <a:lstStyle/>
          <a:p>
            <a:pPr marL="0" lvl="0" indent="0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</a:pPr>
            <a:endParaRPr/>
          </a:p>
        </p:txBody>
      </p:sp>
      <p:sp>
        <p:nvSpPr>
          <p:cNvPr id="116" name="Google Shape;116;p29:notes">
            <a:extLst>
              <a:ext uri="{FF2B5EF4-FFF2-40B4-BE49-F238E27FC236}">
                <a16:creationId xmlns:a16="http://schemas.microsoft.com/office/drawing/2014/main" id="{E9E55876-018B-F3F8-A378-6190163DC3DE}"/>
              </a:ext>
            </a:extLst>
          </p:cNvPr>
          <p:cNvSpPr>
            <a:spLocks noGrp="1" noRot="1" noChangeAspect="1"/>
          </p:cNvSpPr>
          <p:nvPr>
            <p:ph type="sldImg" idx="2"/>
          </p:nvPr>
        </p:nvSpPr>
        <p:spPr>
          <a:xfrm>
            <a:off x="685800" y="1143000"/>
            <a:ext cx="5486400" cy="3086100"/>
          </a:xfrm>
          <a:custGeom>
            <a:avLst/>
            <a:gdLst/>
            <a:ahLst/>
            <a:cxnLst/>
            <a:rect l="l" t="t" r="r" b="b"/>
            <a:pathLst>
              <a:path w="120000" h="120000" extrusionOk="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  <a:noFill/>
          <a:ln w="12700" cap="flat" cmpd="sng">
            <a:solidFill>
              <a:srgbClr val="000000"/>
            </a:solidFill>
            <a:prstDash val="solid"/>
            <a:round/>
            <a:headEnd type="none" w="sm" len="sm"/>
            <a:tailEnd type="none" w="sm" len="sm"/>
          </a:ln>
        </p:spPr>
      </p:sp>
    </p:spTree>
    <p:extLst>
      <p:ext uri="{BB962C8B-B14F-4D97-AF65-F5344CB8AC3E}">
        <p14:creationId xmlns:p14="http://schemas.microsoft.com/office/powerpoint/2010/main" val="3884399111"/>
      </p:ext>
    </p:extLst>
  </p:cSld>
  <p:clrMapOvr>
    <a:masterClrMapping/>
  </p:clrMapOvr>
</p:notes>
</file>

<file path=ppt/notesSlides/notesSlide28.xml><?xml version="1.0" encoding="utf-8"?>
<p:notes xmlns:a="http://schemas.openxmlformats.org/drawingml/2006/main" xmlns:r="http://schemas.openxmlformats.org/officeDocument/2006/relationships" xmlns:p="http://schemas.openxmlformats.org/presentationml/2006/main" showMasterSp="0" showMasterPhAnim="0">
  <p:cSld>
    <p:spTree>
      <p:nvGrpSpPr>
        <p:cNvPr id="1" name="Shape 26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61" name="Google Shape;261;p37:notes"/>
          <p:cNvSpPr txBox="1">
            <a:spLocks noGrp="1"/>
          </p:cNvSpPr>
          <p:nvPr>
            <p:ph type="body" idx="1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spcFirstLastPara="1" wrap="square" lIns="91425" tIns="45700" rIns="91425" bIns="45700" anchor="t" anchorCtr="0">
            <a:noAutofit/>
          </a:bodyPr>
          <a:lstStyle/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endParaRPr dirty="0"/>
          </a:p>
        </p:txBody>
      </p:sp>
      <p:sp>
        <p:nvSpPr>
          <p:cNvPr id="262" name="Google Shape;262;p37:notes"/>
          <p:cNvSpPr>
            <a:spLocks noGrp="1" noRot="1" noChangeAspect="1"/>
          </p:cNvSpPr>
          <p:nvPr>
            <p:ph type="sldImg" idx="2"/>
          </p:nvPr>
        </p:nvSpPr>
        <p:spPr>
          <a:xfrm>
            <a:off x="685800" y="1143000"/>
            <a:ext cx="5486400" cy="3086100"/>
          </a:xfrm>
          <a:custGeom>
            <a:avLst/>
            <a:gdLst/>
            <a:ahLst/>
            <a:cxnLst/>
            <a:rect l="l" t="t" r="r" b="b"/>
            <a:pathLst>
              <a:path w="120000" h="120000" extrusionOk="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29.xml><?xml version="1.0" encoding="utf-8"?>
<p:notes xmlns:a="http://schemas.openxmlformats.org/drawingml/2006/main" xmlns:r="http://schemas.openxmlformats.org/officeDocument/2006/relationships" xmlns:p="http://schemas.openxmlformats.org/presentationml/2006/main" showMasterSp="0" showMasterPhAnim="0">
  <p:cSld>
    <p:spTree>
      <p:nvGrpSpPr>
        <p:cNvPr id="1" name="Shape 271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72" name="Google Shape;272;p38:notes"/>
          <p:cNvSpPr txBox="1">
            <a:spLocks noGrp="1"/>
          </p:cNvSpPr>
          <p:nvPr>
            <p:ph type="body" idx="1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spcFirstLastPara="1" wrap="square" lIns="91425" tIns="45700" rIns="91425" bIns="45700" anchor="t" anchorCtr="0">
            <a:noAutofit/>
          </a:bodyPr>
          <a:lstStyle/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endParaRPr/>
          </a:p>
        </p:txBody>
      </p:sp>
      <p:sp>
        <p:nvSpPr>
          <p:cNvPr id="273" name="Google Shape;273;p38:notes"/>
          <p:cNvSpPr>
            <a:spLocks noGrp="1" noRot="1" noChangeAspect="1"/>
          </p:cNvSpPr>
          <p:nvPr>
            <p:ph type="sldImg" idx="2"/>
          </p:nvPr>
        </p:nvSpPr>
        <p:spPr>
          <a:xfrm>
            <a:off x="685800" y="1143000"/>
            <a:ext cx="5486400" cy="3086100"/>
          </a:xfrm>
          <a:custGeom>
            <a:avLst/>
            <a:gdLst/>
            <a:ahLst/>
            <a:cxnLst/>
            <a:rect l="l" t="t" r="r" b="b"/>
            <a:pathLst>
              <a:path w="120000" h="120000" extrusionOk="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slideLayouts/_rels/slideLayout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5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7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8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9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0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matchingName="Blank" type="blank">
  <p:cSld name="BLANK">
    <p:spTree>
      <p:nvGrpSpPr>
        <p:cNvPr id="1" name="Shape 15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6" name="Google Shape;16;p21"/>
          <p:cNvSpPr txBox="1">
            <a:spLocks noGrp="1"/>
          </p:cNvSpPr>
          <p:nvPr>
            <p:ph type="dt" idx="10"/>
          </p:nvPr>
        </p:nvSpPr>
        <p:spPr>
          <a:xfrm>
            <a:off x="838200" y="6356350"/>
            <a:ext cx="2743200" cy="365125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ctr" anchorCtr="0">
            <a:noAutofit/>
          </a:bodyPr>
          <a:lstStyle>
            <a:lvl1pPr lv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>
            <a:endParaRPr/>
          </a:p>
        </p:txBody>
      </p:sp>
      <p:sp>
        <p:nvSpPr>
          <p:cNvPr id="17" name="Google Shape;17;p21"/>
          <p:cNvSpPr txBox="1">
            <a:spLocks noGrp="1"/>
          </p:cNvSpPr>
          <p:nvPr>
            <p:ph type="ftr" idx="11"/>
          </p:nvPr>
        </p:nvSpPr>
        <p:spPr>
          <a:xfrm>
            <a:off x="4038600" y="6356350"/>
            <a:ext cx="4114800" cy="365125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ctr" anchorCtr="0">
            <a:noAutofit/>
          </a:bodyPr>
          <a:lstStyle>
            <a:lvl1pPr lv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>
            <a:endParaRPr/>
          </a:p>
        </p:txBody>
      </p:sp>
      <p:sp>
        <p:nvSpPr>
          <p:cNvPr id="18" name="Google Shape;18;p21"/>
          <p:cNvSpPr txBox="1">
            <a:spLocks noGrp="1"/>
          </p:cNvSpPr>
          <p:nvPr>
            <p:ph type="sldNum" idx="12"/>
          </p:nvPr>
        </p:nvSpPr>
        <p:spPr>
          <a:xfrm>
            <a:off x="8610600" y="6356350"/>
            <a:ext cx="2743200" cy="365125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ctr" anchorCtr="0">
            <a:noAutofit/>
          </a:bodyPr>
          <a:lstStyle>
            <a:lvl1pPr marL="0" marR="0" lvl="0" indent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200"/>
              <a:buFont typeface="Arial"/>
              <a:buNone/>
              <a:defRPr sz="1200" b="0" i="0" u="none" strike="noStrike" cap="none">
                <a:solidFill>
                  <a:srgbClr val="888888"/>
                </a:solidFill>
                <a:latin typeface="Atkinson Hyperlegible Next"/>
                <a:ea typeface="Calibri"/>
                <a:cs typeface="Calibri"/>
                <a:sym typeface="Calibri"/>
              </a:defRPr>
            </a:lvl1pPr>
            <a:lvl2pPr marL="0" marR="0" lvl="1" indent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200"/>
              <a:buFont typeface="Arial"/>
              <a:buNone/>
              <a:defRPr sz="1200" b="0" i="0" u="none" strike="noStrike" cap="none">
                <a:solidFill>
                  <a:srgbClr val="888888"/>
                </a:solidFill>
                <a:latin typeface="Atkinson Hyperlegible Next"/>
                <a:ea typeface="Calibri"/>
                <a:cs typeface="Calibri"/>
                <a:sym typeface="Calibri"/>
              </a:defRPr>
            </a:lvl2pPr>
            <a:lvl3pPr marL="0" marR="0" lvl="2" indent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200"/>
              <a:buFont typeface="Arial"/>
              <a:buNone/>
              <a:defRPr sz="1200" b="0" i="0" u="none" strike="noStrike" cap="none">
                <a:solidFill>
                  <a:srgbClr val="888888"/>
                </a:solidFill>
                <a:latin typeface="Atkinson Hyperlegible Next"/>
                <a:ea typeface="Calibri"/>
                <a:cs typeface="Calibri"/>
                <a:sym typeface="Calibri"/>
              </a:defRPr>
            </a:lvl3pPr>
            <a:lvl4pPr marL="0" marR="0" lvl="3" indent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200"/>
              <a:buFont typeface="Arial"/>
              <a:buNone/>
              <a:defRPr sz="1200" b="0" i="0" u="none" strike="noStrike" cap="none">
                <a:solidFill>
                  <a:srgbClr val="888888"/>
                </a:solidFill>
                <a:latin typeface="Atkinson Hyperlegible Next"/>
                <a:ea typeface="Calibri"/>
                <a:cs typeface="Calibri"/>
                <a:sym typeface="Calibri"/>
              </a:defRPr>
            </a:lvl4pPr>
            <a:lvl5pPr marL="0" marR="0" lvl="4" indent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200"/>
              <a:buFont typeface="Arial"/>
              <a:buNone/>
              <a:defRPr sz="1200" b="0" i="0" u="none" strike="noStrike" cap="none">
                <a:solidFill>
                  <a:srgbClr val="888888"/>
                </a:solidFill>
                <a:latin typeface="Atkinson Hyperlegible Next"/>
                <a:ea typeface="Calibri"/>
                <a:cs typeface="Calibri"/>
                <a:sym typeface="Calibri"/>
              </a:defRPr>
            </a:lvl5pPr>
            <a:lvl6pPr marL="0" marR="0" lvl="5" indent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200"/>
              <a:buFont typeface="Arial"/>
              <a:buNone/>
              <a:defRPr sz="1200" b="0" i="0" u="none" strike="noStrike" cap="none">
                <a:solidFill>
                  <a:srgbClr val="888888"/>
                </a:solidFill>
                <a:latin typeface="Atkinson Hyperlegible Next"/>
                <a:ea typeface="Calibri"/>
                <a:cs typeface="Calibri"/>
                <a:sym typeface="Calibri"/>
              </a:defRPr>
            </a:lvl6pPr>
            <a:lvl7pPr marL="0" marR="0" lvl="6" indent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200"/>
              <a:buFont typeface="Arial"/>
              <a:buNone/>
              <a:defRPr sz="1200" b="0" i="0" u="none" strike="noStrike" cap="none">
                <a:solidFill>
                  <a:srgbClr val="888888"/>
                </a:solidFill>
                <a:latin typeface="Atkinson Hyperlegible Next"/>
                <a:ea typeface="Calibri"/>
                <a:cs typeface="Calibri"/>
                <a:sym typeface="Calibri"/>
              </a:defRPr>
            </a:lvl7pPr>
            <a:lvl8pPr marL="0" marR="0" lvl="7" indent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200"/>
              <a:buFont typeface="Arial"/>
              <a:buNone/>
              <a:defRPr sz="1200" b="0" i="0" u="none" strike="noStrike" cap="none">
                <a:solidFill>
                  <a:srgbClr val="888888"/>
                </a:solidFill>
                <a:latin typeface="Atkinson Hyperlegible Next"/>
                <a:ea typeface="Calibri"/>
                <a:cs typeface="Calibri"/>
                <a:sym typeface="Calibri"/>
              </a:defRPr>
            </a:lvl8pPr>
            <a:lvl9pPr marL="0" marR="0" lvl="8" indent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200"/>
              <a:buFont typeface="Arial"/>
              <a:buNone/>
              <a:defRPr sz="1200" b="0" i="0" u="none" strike="noStrike" cap="none">
                <a:solidFill>
                  <a:srgbClr val="888888"/>
                </a:solidFill>
                <a:latin typeface="Atkinson Hyperlegible Next"/>
                <a:ea typeface="Calibri"/>
                <a:cs typeface="Calibri"/>
                <a:sym typeface="Calibri"/>
              </a:defRPr>
            </a:lvl9pPr>
          </a:lstStyle>
          <a:p>
            <a:pPr marL="0" lvl="0" indent="0" algn="r" rtl="0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US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p="http://schemas.openxmlformats.org/presentationml/2006/main" matchingName="Title and Content" type="obj">
  <p:cSld name="OBJECT">
    <p:spTree>
      <p:nvGrpSpPr>
        <p:cNvPr id="1" name="Shape 19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0" name="Google Shape;20;p16"/>
          <p:cNvSpPr txBox="1">
            <a:spLocks noGrp="1"/>
          </p:cNvSpPr>
          <p:nvPr>
            <p:ph type="title"/>
          </p:nvPr>
        </p:nvSpPr>
        <p:spPr>
          <a:xfrm>
            <a:off x="838200" y="365125"/>
            <a:ext cx="10515600" cy="1325563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ctr" anchorCtr="0">
            <a:normAutofit/>
          </a:bodyPr>
          <a:lstStyle>
            <a:lvl1pPr lv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800"/>
              <a:buNone/>
              <a:defRPr/>
            </a:lvl1pPr>
            <a:lvl2pPr lvl="1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>
            <a:endParaRPr/>
          </a:p>
        </p:txBody>
      </p:sp>
      <p:sp>
        <p:nvSpPr>
          <p:cNvPr id="21" name="Google Shape;21;p16"/>
          <p:cNvSpPr txBox="1">
            <a:spLocks noGrp="1"/>
          </p:cNvSpPr>
          <p:nvPr>
            <p:ph type="body" idx="1"/>
          </p:nvPr>
        </p:nvSpPr>
        <p:spPr>
          <a:xfrm>
            <a:off x="838200" y="1825625"/>
            <a:ext cx="10515600" cy="4351338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t" anchorCtr="0">
            <a:normAutofit/>
          </a:bodyPr>
          <a:lstStyle>
            <a:lvl1pPr marL="457200" lvl="0" indent="-342900" algn="l">
              <a:lnSpc>
                <a:spcPct val="90000"/>
              </a:lnSpc>
              <a:spcBef>
                <a:spcPts val="100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1pPr>
            <a:lvl2pPr marL="914400" lvl="1" indent="-3429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2pPr>
            <a:lvl3pPr marL="1371600" lvl="2" indent="-3429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3pPr>
            <a:lvl4pPr marL="1828800" lvl="3" indent="-3429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4pPr>
            <a:lvl5pPr marL="2286000" lvl="4" indent="-3429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5pPr>
            <a:lvl6pPr marL="2743200" lvl="5" indent="-3429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6pPr>
            <a:lvl7pPr marL="3200400" lvl="6" indent="-3429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7pPr>
            <a:lvl8pPr marL="3657600" lvl="7" indent="-3429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8pPr>
            <a:lvl9pPr marL="4114800" lvl="8" indent="-3429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9pPr>
          </a:lstStyle>
          <a:p>
            <a:endParaRPr/>
          </a:p>
        </p:txBody>
      </p:sp>
      <p:sp>
        <p:nvSpPr>
          <p:cNvPr id="22" name="Google Shape;22;p16"/>
          <p:cNvSpPr txBox="1">
            <a:spLocks noGrp="1"/>
          </p:cNvSpPr>
          <p:nvPr>
            <p:ph type="dt" idx="10"/>
          </p:nvPr>
        </p:nvSpPr>
        <p:spPr>
          <a:xfrm>
            <a:off x="838200" y="6356350"/>
            <a:ext cx="2743200" cy="365125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ctr" anchorCtr="0">
            <a:noAutofit/>
          </a:bodyPr>
          <a:lstStyle>
            <a:lvl1pPr lv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>
            <a:endParaRPr/>
          </a:p>
        </p:txBody>
      </p:sp>
      <p:sp>
        <p:nvSpPr>
          <p:cNvPr id="23" name="Google Shape;23;p16"/>
          <p:cNvSpPr txBox="1">
            <a:spLocks noGrp="1"/>
          </p:cNvSpPr>
          <p:nvPr>
            <p:ph type="ftr" idx="11"/>
          </p:nvPr>
        </p:nvSpPr>
        <p:spPr>
          <a:xfrm>
            <a:off x="4038600" y="6356350"/>
            <a:ext cx="4114800" cy="365125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ctr" anchorCtr="0">
            <a:noAutofit/>
          </a:bodyPr>
          <a:lstStyle>
            <a:lvl1pPr lv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>
            <a:endParaRPr/>
          </a:p>
        </p:txBody>
      </p:sp>
      <p:sp>
        <p:nvSpPr>
          <p:cNvPr id="24" name="Google Shape;24;p16"/>
          <p:cNvSpPr txBox="1">
            <a:spLocks noGrp="1"/>
          </p:cNvSpPr>
          <p:nvPr>
            <p:ph type="sldNum" idx="12"/>
          </p:nvPr>
        </p:nvSpPr>
        <p:spPr>
          <a:xfrm>
            <a:off x="8610600" y="6356350"/>
            <a:ext cx="2743200" cy="365125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ctr" anchorCtr="0">
            <a:noAutofit/>
          </a:bodyPr>
          <a:lstStyle>
            <a:lvl1pPr marL="0" marR="0" lvl="0" indent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200"/>
              <a:buFont typeface="Arial"/>
              <a:buNone/>
              <a:defRPr sz="1200" b="0" i="0" u="none" strike="noStrike" cap="none">
                <a:solidFill>
                  <a:srgbClr val="888888"/>
                </a:solidFill>
                <a:latin typeface="Atkinson Hyperlegible Next"/>
                <a:ea typeface="Calibri"/>
                <a:cs typeface="Calibri"/>
                <a:sym typeface="Calibri"/>
              </a:defRPr>
            </a:lvl1pPr>
            <a:lvl2pPr marL="0" marR="0" lvl="1" indent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200"/>
              <a:buFont typeface="Arial"/>
              <a:buNone/>
              <a:defRPr sz="1200" b="0" i="0" u="none" strike="noStrike" cap="none">
                <a:solidFill>
                  <a:srgbClr val="888888"/>
                </a:solidFill>
                <a:latin typeface="Atkinson Hyperlegible Next"/>
                <a:ea typeface="Calibri"/>
                <a:cs typeface="Calibri"/>
                <a:sym typeface="Calibri"/>
              </a:defRPr>
            </a:lvl2pPr>
            <a:lvl3pPr marL="0" marR="0" lvl="2" indent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200"/>
              <a:buFont typeface="Arial"/>
              <a:buNone/>
              <a:defRPr sz="1200" b="0" i="0" u="none" strike="noStrike" cap="none">
                <a:solidFill>
                  <a:srgbClr val="888888"/>
                </a:solidFill>
                <a:latin typeface="Atkinson Hyperlegible Next"/>
                <a:ea typeface="Calibri"/>
                <a:cs typeface="Calibri"/>
                <a:sym typeface="Calibri"/>
              </a:defRPr>
            </a:lvl3pPr>
            <a:lvl4pPr marL="0" marR="0" lvl="3" indent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200"/>
              <a:buFont typeface="Arial"/>
              <a:buNone/>
              <a:defRPr sz="1200" b="0" i="0" u="none" strike="noStrike" cap="none">
                <a:solidFill>
                  <a:srgbClr val="888888"/>
                </a:solidFill>
                <a:latin typeface="Atkinson Hyperlegible Next"/>
                <a:ea typeface="Calibri"/>
                <a:cs typeface="Calibri"/>
                <a:sym typeface="Calibri"/>
              </a:defRPr>
            </a:lvl4pPr>
            <a:lvl5pPr marL="0" marR="0" lvl="4" indent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200"/>
              <a:buFont typeface="Arial"/>
              <a:buNone/>
              <a:defRPr sz="1200" b="0" i="0" u="none" strike="noStrike" cap="none">
                <a:solidFill>
                  <a:srgbClr val="888888"/>
                </a:solidFill>
                <a:latin typeface="Atkinson Hyperlegible Next"/>
                <a:ea typeface="Calibri"/>
                <a:cs typeface="Calibri"/>
                <a:sym typeface="Calibri"/>
              </a:defRPr>
            </a:lvl5pPr>
            <a:lvl6pPr marL="0" marR="0" lvl="5" indent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200"/>
              <a:buFont typeface="Arial"/>
              <a:buNone/>
              <a:defRPr sz="1200" b="0" i="0" u="none" strike="noStrike" cap="none">
                <a:solidFill>
                  <a:srgbClr val="888888"/>
                </a:solidFill>
                <a:latin typeface="Atkinson Hyperlegible Next"/>
                <a:ea typeface="Calibri"/>
                <a:cs typeface="Calibri"/>
                <a:sym typeface="Calibri"/>
              </a:defRPr>
            </a:lvl6pPr>
            <a:lvl7pPr marL="0" marR="0" lvl="6" indent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200"/>
              <a:buFont typeface="Arial"/>
              <a:buNone/>
              <a:defRPr sz="1200" b="0" i="0" u="none" strike="noStrike" cap="none">
                <a:solidFill>
                  <a:srgbClr val="888888"/>
                </a:solidFill>
                <a:latin typeface="Atkinson Hyperlegible Next"/>
                <a:ea typeface="Calibri"/>
                <a:cs typeface="Calibri"/>
                <a:sym typeface="Calibri"/>
              </a:defRPr>
            </a:lvl7pPr>
            <a:lvl8pPr marL="0" marR="0" lvl="7" indent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200"/>
              <a:buFont typeface="Arial"/>
              <a:buNone/>
              <a:defRPr sz="1200" b="0" i="0" u="none" strike="noStrike" cap="none">
                <a:solidFill>
                  <a:srgbClr val="888888"/>
                </a:solidFill>
                <a:latin typeface="Atkinson Hyperlegible Next"/>
                <a:ea typeface="Calibri"/>
                <a:cs typeface="Calibri"/>
                <a:sym typeface="Calibri"/>
              </a:defRPr>
            </a:lvl8pPr>
            <a:lvl9pPr marL="0" marR="0" lvl="8" indent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200"/>
              <a:buFont typeface="Arial"/>
              <a:buNone/>
              <a:defRPr sz="1200" b="0" i="0" u="none" strike="noStrike" cap="none">
                <a:solidFill>
                  <a:srgbClr val="888888"/>
                </a:solidFill>
                <a:latin typeface="Atkinson Hyperlegible Next"/>
                <a:ea typeface="Calibri"/>
                <a:cs typeface="Calibri"/>
                <a:sym typeface="Calibri"/>
              </a:defRPr>
            </a:lvl9pPr>
          </a:lstStyle>
          <a:p>
            <a:pPr marL="0" lvl="0" indent="0" algn="r" rtl="0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US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p="http://schemas.openxmlformats.org/presentationml/2006/main" matchingName="Section Header" type="secHead">
  <p:cSld name="SECTION_HEADER">
    <p:spTree>
      <p:nvGrpSpPr>
        <p:cNvPr id="1" name="Shape 25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6" name="Google Shape;26;p17"/>
          <p:cNvSpPr txBox="1">
            <a:spLocks noGrp="1"/>
          </p:cNvSpPr>
          <p:nvPr>
            <p:ph type="title"/>
          </p:nvPr>
        </p:nvSpPr>
        <p:spPr>
          <a:xfrm>
            <a:off x="831850" y="1709738"/>
            <a:ext cx="10515600" cy="2852737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b" anchorCtr="0">
            <a:normAutofit/>
          </a:bodyPr>
          <a:lstStyle>
            <a:lvl1pPr lv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6000"/>
              <a:buFont typeface="Calibri"/>
              <a:buNone/>
              <a:defRPr sz="6000"/>
            </a:lvl1pPr>
            <a:lvl2pPr lvl="1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>
            <a:endParaRPr/>
          </a:p>
        </p:txBody>
      </p:sp>
      <p:sp>
        <p:nvSpPr>
          <p:cNvPr id="27" name="Google Shape;27;p17"/>
          <p:cNvSpPr txBox="1">
            <a:spLocks noGrp="1"/>
          </p:cNvSpPr>
          <p:nvPr>
            <p:ph type="body" idx="1"/>
          </p:nvPr>
        </p:nvSpPr>
        <p:spPr>
          <a:xfrm>
            <a:off x="831850" y="4589463"/>
            <a:ext cx="10515600" cy="1500187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t" anchorCtr="0">
            <a:normAutofit/>
          </a:bodyPr>
          <a:lstStyle>
            <a:lvl1pPr marL="457200" lvl="0" indent="-228600" algn="l">
              <a:lnSpc>
                <a:spcPct val="90000"/>
              </a:lnSpc>
              <a:spcBef>
                <a:spcPts val="1000"/>
              </a:spcBef>
              <a:spcAft>
                <a:spcPts val="0"/>
              </a:spcAft>
              <a:buClr>
                <a:srgbClr val="888888"/>
              </a:buClr>
              <a:buSzPts val="2400"/>
              <a:buNone/>
              <a:defRPr sz="2400">
                <a:solidFill>
                  <a:srgbClr val="888888"/>
                </a:solidFill>
              </a:defRPr>
            </a:lvl1pPr>
            <a:lvl2pPr marL="914400" lvl="1" indent="-2286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rgbClr val="888888"/>
              </a:buClr>
              <a:buSzPts val="2000"/>
              <a:buNone/>
              <a:defRPr sz="2000">
                <a:solidFill>
                  <a:srgbClr val="888888"/>
                </a:solidFill>
              </a:defRPr>
            </a:lvl2pPr>
            <a:lvl3pPr marL="1371600" lvl="2" indent="-2286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rgbClr val="888888"/>
              </a:buClr>
              <a:buSzPts val="1800"/>
              <a:buNone/>
              <a:defRPr sz="1800">
                <a:solidFill>
                  <a:srgbClr val="888888"/>
                </a:solidFill>
              </a:defRPr>
            </a:lvl3pPr>
            <a:lvl4pPr marL="1828800" lvl="3" indent="-2286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rgbClr val="888888"/>
              </a:buClr>
              <a:buSzPts val="1600"/>
              <a:buNone/>
              <a:defRPr sz="1600">
                <a:solidFill>
                  <a:srgbClr val="888888"/>
                </a:solidFill>
              </a:defRPr>
            </a:lvl4pPr>
            <a:lvl5pPr marL="2286000" lvl="4" indent="-2286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rgbClr val="888888"/>
              </a:buClr>
              <a:buSzPts val="1600"/>
              <a:buNone/>
              <a:defRPr sz="1600">
                <a:solidFill>
                  <a:srgbClr val="888888"/>
                </a:solidFill>
              </a:defRPr>
            </a:lvl5pPr>
            <a:lvl6pPr marL="2743200" lvl="5" indent="-2286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rgbClr val="888888"/>
              </a:buClr>
              <a:buSzPts val="1600"/>
              <a:buNone/>
              <a:defRPr sz="1600">
                <a:solidFill>
                  <a:srgbClr val="888888"/>
                </a:solidFill>
              </a:defRPr>
            </a:lvl6pPr>
            <a:lvl7pPr marL="3200400" lvl="6" indent="-2286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rgbClr val="888888"/>
              </a:buClr>
              <a:buSzPts val="1600"/>
              <a:buNone/>
              <a:defRPr sz="1600">
                <a:solidFill>
                  <a:srgbClr val="888888"/>
                </a:solidFill>
              </a:defRPr>
            </a:lvl7pPr>
            <a:lvl8pPr marL="3657600" lvl="7" indent="-2286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rgbClr val="888888"/>
              </a:buClr>
              <a:buSzPts val="1600"/>
              <a:buNone/>
              <a:defRPr sz="1600">
                <a:solidFill>
                  <a:srgbClr val="888888"/>
                </a:solidFill>
              </a:defRPr>
            </a:lvl8pPr>
            <a:lvl9pPr marL="4114800" lvl="8" indent="-2286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rgbClr val="888888"/>
              </a:buClr>
              <a:buSzPts val="1600"/>
              <a:buNone/>
              <a:defRPr sz="1600">
                <a:solidFill>
                  <a:srgbClr val="888888"/>
                </a:solidFill>
              </a:defRPr>
            </a:lvl9pPr>
          </a:lstStyle>
          <a:p>
            <a:endParaRPr/>
          </a:p>
        </p:txBody>
      </p:sp>
      <p:sp>
        <p:nvSpPr>
          <p:cNvPr id="28" name="Google Shape;28;p17"/>
          <p:cNvSpPr txBox="1">
            <a:spLocks noGrp="1"/>
          </p:cNvSpPr>
          <p:nvPr>
            <p:ph type="dt" idx="10"/>
          </p:nvPr>
        </p:nvSpPr>
        <p:spPr>
          <a:xfrm>
            <a:off x="838200" y="6356350"/>
            <a:ext cx="2743200" cy="365125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ctr" anchorCtr="0">
            <a:noAutofit/>
          </a:bodyPr>
          <a:lstStyle>
            <a:lvl1pPr lv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>
            <a:endParaRPr/>
          </a:p>
        </p:txBody>
      </p:sp>
      <p:sp>
        <p:nvSpPr>
          <p:cNvPr id="29" name="Google Shape;29;p17"/>
          <p:cNvSpPr txBox="1">
            <a:spLocks noGrp="1"/>
          </p:cNvSpPr>
          <p:nvPr>
            <p:ph type="ftr" idx="11"/>
          </p:nvPr>
        </p:nvSpPr>
        <p:spPr>
          <a:xfrm>
            <a:off x="4038600" y="6356350"/>
            <a:ext cx="4114800" cy="365125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ctr" anchorCtr="0">
            <a:noAutofit/>
          </a:bodyPr>
          <a:lstStyle>
            <a:lvl1pPr lv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>
            <a:endParaRPr/>
          </a:p>
        </p:txBody>
      </p:sp>
      <p:sp>
        <p:nvSpPr>
          <p:cNvPr id="30" name="Google Shape;30;p17"/>
          <p:cNvSpPr txBox="1">
            <a:spLocks noGrp="1"/>
          </p:cNvSpPr>
          <p:nvPr>
            <p:ph type="sldNum" idx="12"/>
          </p:nvPr>
        </p:nvSpPr>
        <p:spPr>
          <a:xfrm>
            <a:off x="8610600" y="6356350"/>
            <a:ext cx="2743200" cy="365125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ctr" anchorCtr="0">
            <a:noAutofit/>
          </a:bodyPr>
          <a:lstStyle>
            <a:lvl1pPr marL="0" marR="0" lvl="0" indent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200"/>
              <a:buFont typeface="Arial"/>
              <a:buNone/>
              <a:defRPr sz="1200" b="0" i="0" u="none" strike="noStrike" cap="none">
                <a:solidFill>
                  <a:srgbClr val="888888"/>
                </a:solidFill>
                <a:latin typeface="Atkinson Hyperlegible Next"/>
                <a:ea typeface="Calibri"/>
                <a:cs typeface="Calibri"/>
                <a:sym typeface="Calibri"/>
              </a:defRPr>
            </a:lvl1pPr>
            <a:lvl2pPr marL="0" marR="0" lvl="1" indent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200"/>
              <a:buFont typeface="Arial"/>
              <a:buNone/>
              <a:defRPr sz="1200" b="0" i="0" u="none" strike="noStrike" cap="none">
                <a:solidFill>
                  <a:srgbClr val="888888"/>
                </a:solidFill>
                <a:latin typeface="Atkinson Hyperlegible Next"/>
                <a:ea typeface="Calibri"/>
                <a:cs typeface="Calibri"/>
                <a:sym typeface="Calibri"/>
              </a:defRPr>
            </a:lvl2pPr>
            <a:lvl3pPr marL="0" marR="0" lvl="2" indent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200"/>
              <a:buFont typeface="Arial"/>
              <a:buNone/>
              <a:defRPr sz="1200" b="0" i="0" u="none" strike="noStrike" cap="none">
                <a:solidFill>
                  <a:srgbClr val="888888"/>
                </a:solidFill>
                <a:latin typeface="Atkinson Hyperlegible Next"/>
                <a:ea typeface="Calibri"/>
                <a:cs typeface="Calibri"/>
                <a:sym typeface="Calibri"/>
              </a:defRPr>
            </a:lvl3pPr>
            <a:lvl4pPr marL="0" marR="0" lvl="3" indent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200"/>
              <a:buFont typeface="Arial"/>
              <a:buNone/>
              <a:defRPr sz="1200" b="0" i="0" u="none" strike="noStrike" cap="none">
                <a:solidFill>
                  <a:srgbClr val="888888"/>
                </a:solidFill>
                <a:latin typeface="Atkinson Hyperlegible Next"/>
                <a:ea typeface="Calibri"/>
                <a:cs typeface="Calibri"/>
                <a:sym typeface="Calibri"/>
              </a:defRPr>
            </a:lvl4pPr>
            <a:lvl5pPr marL="0" marR="0" lvl="4" indent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200"/>
              <a:buFont typeface="Arial"/>
              <a:buNone/>
              <a:defRPr sz="1200" b="0" i="0" u="none" strike="noStrike" cap="none">
                <a:solidFill>
                  <a:srgbClr val="888888"/>
                </a:solidFill>
                <a:latin typeface="Atkinson Hyperlegible Next"/>
                <a:ea typeface="Calibri"/>
                <a:cs typeface="Calibri"/>
                <a:sym typeface="Calibri"/>
              </a:defRPr>
            </a:lvl5pPr>
            <a:lvl6pPr marL="0" marR="0" lvl="5" indent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200"/>
              <a:buFont typeface="Arial"/>
              <a:buNone/>
              <a:defRPr sz="1200" b="0" i="0" u="none" strike="noStrike" cap="none">
                <a:solidFill>
                  <a:srgbClr val="888888"/>
                </a:solidFill>
                <a:latin typeface="Atkinson Hyperlegible Next"/>
                <a:ea typeface="Calibri"/>
                <a:cs typeface="Calibri"/>
                <a:sym typeface="Calibri"/>
              </a:defRPr>
            </a:lvl6pPr>
            <a:lvl7pPr marL="0" marR="0" lvl="6" indent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200"/>
              <a:buFont typeface="Arial"/>
              <a:buNone/>
              <a:defRPr sz="1200" b="0" i="0" u="none" strike="noStrike" cap="none">
                <a:solidFill>
                  <a:srgbClr val="888888"/>
                </a:solidFill>
                <a:latin typeface="Atkinson Hyperlegible Next"/>
                <a:ea typeface="Calibri"/>
                <a:cs typeface="Calibri"/>
                <a:sym typeface="Calibri"/>
              </a:defRPr>
            </a:lvl7pPr>
            <a:lvl8pPr marL="0" marR="0" lvl="7" indent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200"/>
              <a:buFont typeface="Arial"/>
              <a:buNone/>
              <a:defRPr sz="1200" b="0" i="0" u="none" strike="noStrike" cap="none">
                <a:solidFill>
                  <a:srgbClr val="888888"/>
                </a:solidFill>
                <a:latin typeface="Atkinson Hyperlegible Next"/>
                <a:ea typeface="Calibri"/>
                <a:cs typeface="Calibri"/>
                <a:sym typeface="Calibri"/>
              </a:defRPr>
            </a:lvl8pPr>
            <a:lvl9pPr marL="0" marR="0" lvl="8" indent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200"/>
              <a:buFont typeface="Arial"/>
              <a:buNone/>
              <a:defRPr sz="1200" b="0" i="0" u="none" strike="noStrike" cap="none">
                <a:solidFill>
                  <a:srgbClr val="888888"/>
                </a:solidFill>
                <a:latin typeface="Atkinson Hyperlegible Next"/>
                <a:ea typeface="Calibri"/>
                <a:cs typeface="Calibri"/>
                <a:sym typeface="Calibri"/>
              </a:defRPr>
            </a:lvl9pPr>
          </a:lstStyle>
          <a:p>
            <a:pPr marL="0" lvl="0" indent="0" algn="r" rtl="0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US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p="http://schemas.openxmlformats.org/presentationml/2006/main" matchingName="Two Content" type="twoObj">
  <p:cSld name="TWO_OBJECTS">
    <p:spTree>
      <p:nvGrpSpPr>
        <p:cNvPr id="1" name="Shape 31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2" name="Google Shape;32;p18"/>
          <p:cNvSpPr txBox="1">
            <a:spLocks noGrp="1"/>
          </p:cNvSpPr>
          <p:nvPr>
            <p:ph type="title"/>
          </p:nvPr>
        </p:nvSpPr>
        <p:spPr>
          <a:xfrm>
            <a:off x="838200" y="365125"/>
            <a:ext cx="10515600" cy="1325563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ctr" anchorCtr="0">
            <a:normAutofit/>
          </a:bodyPr>
          <a:lstStyle>
            <a:lvl1pPr lv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800"/>
              <a:buNone/>
              <a:defRPr/>
            </a:lvl1pPr>
            <a:lvl2pPr lvl="1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>
            <a:endParaRPr/>
          </a:p>
        </p:txBody>
      </p:sp>
      <p:sp>
        <p:nvSpPr>
          <p:cNvPr id="33" name="Google Shape;33;p18"/>
          <p:cNvSpPr txBox="1">
            <a:spLocks noGrp="1"/>
          </p:cNvSpPr>
          <p:nvPr>
            <p:ph type="body" idx="1"/>
          </p:nvPr>
        </p:nvSpPr>
        <p:spPr>
          <a:xfrm>
            <a:off x="838200" y="1825625"/>
            <a:ext cx="5181600" cy="4351338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t" anchorCtr="0">
            <a:normAutofit/>
          </a:bodyPr>
          <a:lstStyle>
            <a:lvl1pPr marL="457200" lvl="0" indent="-342900" algn="l">
              <a:lnSpc>
                <a:spcPct val="90000"/>
              </a:lnSpc>
              <a:spcBef>
                <a:spcPts val="100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1pPr>
            <a:lvl2pPr marL="914400" lvl="1" indent="-3429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2pPr>
            <a:lvl3pPr marL="1371600" lvl="2" indent="-3429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3pPr>
            <a:lvl4pPr marL="1828800" lvl="3" indent="-3429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4pPr>
            <a:lvl5pPr marL="2286000" lvl="4" indent="-3429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5pPr>
            <a:lvl6pPr marL="2743200" lvl="5" indent="-3429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6pPr>
            <a:lvl7pPr marL="3200400" lvl="6" indent="-3429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7pPr>
            <a:lvl8pPr marL="3657600" lvl="7" indent="-3429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8pPr>
            <a:lvl9pPr marL="4114800" lvl="8" indent="-3429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9pPr>
          </a:lstStyle>
          <a:p>
            <a:endParaRPr/>
          </a:p>
        </p:txBody>
      </p:sp>
      <p:sp>
        <p:nvSpPr>
          <p:cNvPr id="34" name="Google Shape;34;p18"/>
          <p:cNvSpPr txBox="1">
            <a:spLocks noGrp="1"/>
          </p:cNvSpPr>
          <p:nvPr>
            <p:ph type="body" idx="2"/>
          </p:nvPr>
        </p:nvSpPr>
        <p:spPr>
          <a:xfrm>
            <a:off x="6172200" y="1825625"/>
            <a:ext cx="5181600" cy="4351338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t" anchorCtr="0">
            <a:normAutofit/>
          </a:bodyPr>
          <a:lstStyle>
            <a:lvl1pPr marL="457200" lvl="0" indent="-342900" algn="l">
              <a:lnSpc>
                <a:spcPct val="90000"/>
              </a:lnSpc>
              <a:spcBef>
                <a:spcPts val="100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1pPr>
            <a:lvl2pPr marL="914400" lvl="1" indent="-3429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2pPr>
            <a:lvl3pPr marL="1371600" lvl="2" indent="-3429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3pPr>
            <a:lvl4pPr marL="1828800" lvl="3" indent="-3429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4pPr>
            <a:lvl5pPr marL="2286000" lvl="4" indent="-3429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5pPr>
            <a:lvl6pPr marL="2743200" lvl="5" indent="-3429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6pPr>
            <a:lvl7pPr marL="3200400" lvl="6" indent="-3429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7pPr>
            <a:lvl8pPr marL="3657600" lvl="7" indent="-3429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8pPr>
            <a:lvl9pPr marL="4114800" lvl="8" indent="-3429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9pPr>
          </a:lstStyle>
          <a:p>
            <a:endParaRPr/>
          </a:p>
        </p:txBody>
      </p:sp>
      <p:sp>
        <p:nvSpPr>
          <p:cNvPr id="35" name="Google Shape;35;p18"/>
          <p:cNvSpPr txBox="1">
            <a:spLocks noGrp="1"/>
          </p:cNvSpPr>
          <p:nvPr>
            <p:ph type="dt" idx="10"/>
          </p:nvPr>
        </p:nvSpPr>
        <p:spPr>
          <a:xfrm>
            <a:off x="838200" y="6356350"/>
            <a:ext cx="2743200" cy="365125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ctr" anchorCtr="0">
            <a:noAutofit/>
          </a:bodyPr>
          <a:lstStyle>
            <a:lvl1pPr lv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>
            <a:endParaRPr/>
          </a:p>
        </p:txBody>
      </p:sp>
      <p:sp>
        <p:nvSpPr>
          <p:cNvPr id="36" name="Google Shape;36;p18"/>
          <p:cNvSpPr txBox="1">
            <a:spLocks noGrp="1"/>
          </p:cNvSpPr>
          <p:nvPr>
            <p:ph type="ftr" idx="11"/>
          </p:nvPr>
        </p:nvSpPr>
        <p:spPr>
          <a:xfrm>
            <a:off x="4038600" y="6356350"/>
            <a:ext cx="4114800" cy="365125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ctr" anchorCtr="0">
            <a:noAutofit/>
          </a:bodyPr>
          <a:lstStyle>
            <a:lvl1pPr lv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>
            <a:endParaRPr/>
          </a:p>
        </p:txBody>
      </p:sp>
      <p:sp>
        <p:nvSpPr>
          <p:cNvPr id="37" name="Google Shape;37;p18"/>
          <p:cNvSpPr txBox="1">
            <a:spLocks noGrp="1"/>
          </p:cNvSpPr>
          <p:nvPr>
            <p:ph type="sldNum" idx="12"/>
          </p:nvPr>
        </p:nvSpPr>
        <p:spPr>
          <a:xfrm>
            <a:off x="8610600" y="6356350"/>
            <a:ext cx="2743200" cy="365125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ctr" anchorCtr="0">
            <a:noAutofit/>
          </a:bodyPr>
          <a:lstStyle>
            <a:lvl1pPr marL="0" marR="0" lvl="0" indent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200"/>
              <a:buFont typeface="Arial"/>
              <a:buNone/>
              <a:defRPr sz="1200" b="0" i="0" u="none" strike="noStrike" cap="none">
                <a:solidFill>
                  <a:srgbClr val="888888"/>
                </a:solidFill>
                <a:latin typeface="Atkinson Hyperlegible Next"/>
                <a:ea typeface="Calibri"/>
                <a:cs typeface="Calibri"/>
                <a:sym typeface="Calibri"/>
              </a:defRPr>
            </a:lvl1pPr>
            <a:lvl2pPr marL="0" marR="0" lvl="1" indent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200"/>
              <a:buFont typeface="Arial"/>
              <a:buNone/>
              <a:defRPr sz="1200" b="0" i="0" u="none" strike="noStrike" cap="none">
                <a:solidFill>
                  <a:srgbClr val="888888"/>
                </a:solidFill>
                <a:latin typeface="Atkinson Hyperlegible Next"/>
                <a:ea typeface="Calibri"/>
                <a:cs typeface="Calibri"/>
                <a:sym typeface="Calibri"/>
              </a:defRPr>
            </a:lvl2pPr>
            <a:lvl3pPr marL="0" marR="0" lvl="2" indent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200"/>
              <a:buFont typeface="Arial"/>
              <a:buNone/>
              <a:defRPr sz="1200" b="0" i="0" u="none" strike="noStrike" cap="none">
                <a:solidFill>
                  <a:srgbClr val="888888"/>
                </a:solidFill>
                <a:latin typeface="Atkinson Hyperlegible Next"/>
                <a:ea typeface="Calibri"/>
                <a:cs typeface="Calibri"/>
                <a:sym typeface="Calibri"/>
              </a:defRPr>
            </a:lvl3pPr>
            <a:lvl4pPr marL="0" marR="0" lvl="3" indent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200"/>
              <a:buFont typeface="Arial"/>
              <a:buNone/>
              <a:defRPr sz="1200" b="0" i="0" u="none" strike="noStrike" cap="none">
                <a:solidFill>
                  <a:srgbClr val="888888"/>
                </a:solidFill>
                <a:latin typeface="Atkinson Hyperlegible Next"/>
                <a:ea typeface="Calibri"/>
                <a:cs typeface="Calibri"/>
                <a:sym typeface="Calibri"/>
              </a:defRPr>
            </a:lvl4pPr>
            <a:lvl5pPr marL="0" marR="0" lvl="4" indent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200"/>
              <a:buFont typeface="Arial"/>
              <a:buNone/>
              <a:defRPr sz="1200" b="0" i="0" u="none" strike="noStrike" cap="none">
                <a:solidFill>
                  <a:srgbClr val="888888"/>
                </a:solidFill>
                <a:latin typeface="Atkinson Hyperlegible Next"/>
                <a:ea typeface="Calibri"/>
                <a:cs typeface="Calibri"/>
                <a:sym typeface="Calibri"/>
              </a:defRPr>
            </a:lvl5pPr>
            <a:lvl6pPr marL="0" marR="0" lvl="5" indent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200"/>
              <a:buFont typeface="Arial"/>
              <a:buNone/>
              <a:defRPr sz="1200" b="0" i="0" u="none" strike="noStrike" cap="none">
                <a:solidFill>
                  <a:srgbClr val="888888"/>
                </a:solidFill>
                <a:latin typeface="Atkinson Hyperlegible Next"/>
                <a:ea typeface="Calibri"/>
                <a:cs typeface="Calibri"/>
                <a:sym typeface="Calibri"/>
              </a:defRPr>
            </a:lvl6pPr>
            <a:lvl7pPr marL="0" marR="0" lvl="6" indent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200"/>
              <a:buFont typeface="Arial"/>
              <a:buNone/>
              <a:defRPr sz="1200" b="0" i="0" u="none" strike="noStrike" cap="none">
                <a:solidFill>
                  <a:srgbClr val="888888"/>
                </a:solidFill>
                <a:latin typeface="Atkinson Hyperlegible Next"/>
                <a:ea typeface="Calibri"/>
                <a:cs typeface="Calibri"/>
                <a:sym typeface="Calibri"/>
              </a:defRPr>
            </a:lvl7pPr>
            <a:lvl8pPr marL="0" marR="0" lvl="7" indent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200"/>
              <a:buFont typeface="Arial"/>
              <a:buNone/>
              <a:defRPr sz="1200" b="0" i="0" u="none" strike="noStrike" cap="none">
                <a:solidFill>
                  <a:srgbClr val="888888"/>
                </a:solidFill>
                <a:latin typeface="Atkinson Hyperlegible Next"/>
                <a:ea typeface="Calibri"/>
                <a:cs typeface="Calibri"/>
                <a:sym typeface="Calibri"/>
              </a:defRPr>
            </a:lvl8pPr>
            <a:lvl9pPr marL="0" marR="0" lvl="8" indent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200"/>
              <a:buFont typeface="Arial"/>
              <a:buNone/>
              <a:defRPr sz="1200" b="0" i="0" u="none" strike="noStrike" cap="none">
                <a:solidFill>
                  <a:srgbClr val="888888"/>
                </a:solidFill>
                <a:latin typeface="Atkinson Hyperlegible Next"/>
                <a:ea typeface="Calibri"/>
                <a:cs typeface="Calibri"/>
                <a:sym typeface="Calibri"/>
              </a:defRPr>
            </a:lvl9pPr>
          </a:lstStyle>
          <a:p>
            <a:pPr marL="0" lvl="0" indent="0" algn="r" rtl="0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US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p="http://schemas.openxmlformats.org/presentationml/2006/main" matchingName="Comparison" type="twoTxTwoObj">
  <p:cSld name="TWO_OBJECTS_WITH_TEXT">
    <p:spTree>
      <p:nvGrpSpPr>
        <p:cNvPr id="1" name="Shape 38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9" name="Google Shape;39;p19"/>
          <p:cNvSpPr txBox="1">
            <a:spLocks noGrp="1"/>
          </p:cNvSpPr>
          <p:nvPr>
            <p:ph type="title"/>
          </p:nvPr>
        </p:nvSpPr>
        <p:spPr>
          <a:xfrm>
            <a:off x="839788" y="365125"/>
            <a:ext cx="10515600" cy="1325563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ctr" anchorCtr="0">
            <a:normAutofit/>
          </a:bodyPr>
          <a:lstStyle>
            <a:lvl1pPr lv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800"/>
              <a:buNone/>
              <a:defRPr/>
            </a:lvl1pPr>
            <a:lvl2pPr lvl="1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>
            <a:endParaRPr/>
          </a:p>
        </p:txBody>
      </p:sp>
      <p:sp>
        <p:nvSpPr>
          <p:cNvPr id="40" name="Google Shape;40;p19"/>
          <p:cNvSpPr txBox="1">
            <a:spLocks noGrp="1"/>
          </p:cNvSpPr>
          <p:nvPr>
            <p:ph type="body" idx="1"/>
          </p:nvPr>
        </p:nvSpPr>
        <p:spPr>
          <a:xfrm>
            <a:off x="839788" y="1681163"/>
            <a:ext cx="5157787" cy="823912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b" anchorCtr="0">
            <a:normAutofit/>
          </a:bodyPr>
          <a:lstStyle>
            <a:lvl1pPr marL="457200" lvl="0" indent="-228600" algn="l">
              <a:lnSpc>
                <a:spcPct val="90000"/>
              </a:lnSpc>
              <a:spcBef>
                <a:spcPts val="1000"/>
              </a:spcBef>
              <a:spcAft>
                <a:spcPts val="0"/>
              </a:spcAft>
              <a:buClr>
                <a:schemeClr val="dk1"/>
              </a:buClr>
              <a:buSzPts val="2400"/>
              <a:buNone/>
              <a:defRPr sz="2400" b="1"/>
            </a:lvl1pPr>
            <a:lvl2pPr marL="914400" lvl="1" indent="-2286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2000"/>
              <a:buNone/>
              <a:defRPr sz="2000" b="1"/>
            </a:lvl2pPr>
            <a:lvl3pPr marL="1371600" lvl="2" indent="-2286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800"/>
              <a:buNone/>
              <a:defRPr sz="1800" b="1"/>
            </a:lvl3pPr>
            <a:lvl4pPr marL="1828800" lvl="3" indent="-2286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600"/>
              <a:buNone/>
              <a:defRPr sz="1600" b="1"/>
            </a:lvl4pPr>
            <a:lvl5pPr marL="2286000" lvl="4" indent="-2286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600"/>
              <a:buNone/>
              <a:defRPr sz="1600" b="1"/>
            </a:lvl5pPr>
            <a:lvl6pPr marL="2743200" lvl="5" indent="-2286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600"/>
              <a:buNone/>
              <a:defRPr sz="1600" b="1"/>
            </a:lvl6pPr>
            <a:lvl7pPr marL="3200400" lvl="6" indent="-2286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600"/>
              <a:buNone/>
              <a:defRPr sz="1600" b="1"/>
            </a:lvl7pPr>
            <a:lvl8pPr marL="3657600" lvl="7" indent="-2286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600"/>
              <a:buNone/>
              <a:defRPr sz="1600" b="1"/>
            </a:lvl8pPr>
            <a:lvl9pPr marL="4114800" lvl="8" indent="-2286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600"/>
              <a:buNone/>
              <a:defRPr sz="1600" b="1"/>
            </a:lvl9pPr>
          </a:lstStyle>
          <a:p>
            <a:endParaRPr/>
          </a:p>
        </p:txBody>
      </p:sp>
      <p:sp>
        <p:nvSpPr>
          <p:cNvPr id="41" name="Google Shape;41;p19"/>
          <p:cNvSpPr txBox="1">
            <a:spLocks noGrp="1"/>
          </p:cNvSpPr>
          <p:nvPr>
            <p:ph type="body" idx="2"/>
          </p:nvPr>
        </p:nvSpPr>
        <p:spPr>
          <a:xfrm>
            <a:off x="839788" y="2505075"/>
            <a:ext cx="5157787" cy="3684588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t" anchorCtr="0">
            <a:normAutofit/>
          </a:bodyPr>
          <a:lstStyle>
            <a:lvl1pPr marL="457200" lvl="0" indent="-342900" algn="l">
              <a:lnSpc>
                <a:spcPct val="90000"/>
              </a:lnSpc>
              <a:spcBef>
                <a:spcPts val="100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1pPr>
            <a:lvl2pPr marL="914400" lvl="1" indent="-3429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2pPr>
            <a:lvl3pPr marL="1371600" lvl="2" indent="-3429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3pPr>
            <a:lvl4pPr marL="1828800" lvl="3" indent="-3429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4pPr>
            <a:lvl5pPr marL="2286000" lvl="4" indent="-3429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5pPr>
            <a:lvl6pPr marL="2743200" lvl="5" indent="-3429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6pPr>
            <a:lvl7pPr marL="3200400" lvl="6" indent="-3429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7pPr>
            <a:lvl8pPr marL="3657600" lvl="7" indent="-3429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8pPr>
            <a:lvl9pPr marL="4114800" lvl="8" indent="-3429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9pPr>
          </a:lstStyle>
          <a:p>
            <a:endParaRPr/>
          </a:p>
        </p:txBody>
      </p:sp>
      <p:sp>
        <p:nvSpPr>
          <p:cNvPr id="42" name="Google Shape;42;p19"/>
          <p:cNvSpPr txBox="1">
            <a:spLocks noGrp="1"/>
          </p:cNvSpPr>
          <p:nvPr>
            <p:ph type="body" idx="3"/>
          </p:nvPr>
        </p:nvSpPr>
        <p:spPr>
          <a:xfrm>
            <a:off x="6172200" y="1681163"/>
            <a:ext cx="5183188" cy="823912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b" anchorCtr="0">
            <a:normAutofit/>
          </a:bodyPr>
          <a:lstStyle>
            <a:lvl1pPr marL="457200" lvl="0" indent="-228600" algn="l">
              <a:lnSpc>
                <a:spcPct val="90000"/>
              </a:lnSpc>
              <a:spcBef>
                <a:spcPts val="1000"/>
              </a:spcBef>
              <a:spcAft>
                <a:spcPts val="0"/>
              </a:spcAft>
              <a:buClr>
                <a:schemeClr val="dk1"/>
              </a:buClr>
              <a:buSzPts val="2400"/>
              <a:buNone/>
              <a:defRPr sz="2400" b="1"/>
            </a:lvl1pPr>
            <a:lvl2pPr marL="914400" lvl="1" indent="-2286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2000"/>
              <a:buNone/>
              <a:defRPr sz="2000" b="1"/>
            </a:lvl2pPr>
            <a:lvl3pPr marL="1371600" lvl="2" indent="-2286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800"/>
              <a:buNone/>
              <a:defRPr sz="1800" b="1"/>
            </a:lvl3pPr>
            <a:lvl4pPr marL="1828800" lvl="3" indent="-2286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600"/>
              <a:buNone/>
              <a:defRPr sz="1600" b="1"/>
            </a:lvl4pPr>
            <a:lvl5pPr marL="2286000" lvl="4" indent="-2286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600"/>
              <a:buNone/>
              <a:defRPr sz="1600" b="1"/>
            </a:lvl5pPr>
            <a:lvl6pPr marL="2743200" lvl="5" indent="-2286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600"/>
              <a:buNone/>
              <a:defRPr sz="1600" b="1"/>
            </a:lvl6pPr>
            <a:lvl7pPr marL="3200400" lvl="6" indent="-2286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600"/>
              <a:buNone/>
              <a:defRPr sz="1600" b="1"/>
            </a:lvl7pPr>
            <a:lvl8pPr marL="3657600" lvl="7" indent="-2286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600"/>
              <a:buNone/>
              <a:defRPr sz="1600" b="1"/>
            </a:lvl8pPr>
            <a:lvl9pPr marL="4114800" lvl="8" indent="-2286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600"/>
              <a:buNone/>
              <a:defRPr sz="1600" b="1"/>
            </a:lvl9pPr>
          </a:lstStyle>
          <a:p>
            <a:endParaRPr/>
          </a:p>
        </p:txBody>
      </p:sp>
      <p:sp>
        <p:nvSpPr>
          <p:cNvPr id="43" name="Google Shape;43;p19"/>
          <p:cNvSpPr txBox="1">
            <a:spLocks noGrp="1"/>
          </p:cNvSpPr>
          <p:nvPr>
            <p:ph type="body" idx="4"/>
          </p:nvPr>
        </p:nvSpPr>
        <p:spPr>
          <a:xfrm>
            <a:off x="6172200" y="2505075"/>
            <a:ext cx="5183188" cy="3684588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t" anchorCtr="0">
            <a:normAutofit/>
          </a:bodyPr>
          <a:lstStyle>
            <a:lvl1pPr marL="457200" lvl="0" indent="-342900" algn="l">
              <a:lnSpc>
                <a:spcPct val="90000"/>
              </a:lnSpc>
              <a:spcBef>
                <a:spcPts val="100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1pPr>
            <a:lvl2pPr marL="914400" lvl="1" indent="-3429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2pPr>
            <a:lvl3pPr marL="1371600" lvl="2" indent="-3429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3pPr>
            <a:lvl4pPr marL="1828800" lvl="3" indent="-3429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4pPr>
            <a:lvl5pPr marL="2286000" lvl="4" indent="-3429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5pPr>
            <a:lvl6pPr marL="2743200" lvl="5" indent="-3429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6pPr>
            <a:lvl7pPr marL="3200400" lvl="6" indent="-3429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7pPr>
            <a:lvl8pPr marL="3657600" lvl="7" indent="-3429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8pPr>
            <a:lvl9pPr marL="4114800" lvl="8" indent="-3429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9pPr>
          </a:lstStyle>
          <a:p>
            <a:endParaRPr/>
          </a:p>
        </p:txBody>
      </p:sp>
      <p:sp>
        <p:nvSpPr>
          <p:cNvPr id="44" name="Google Shape;44;p19"/>
          <p:cNvSpPr txBox="1">
            <a:spLocks noGrp="1"/>
          </p:cNvSpPr>
          <p:nvPr>
            <p:ph type="dt" idx="10"/>
          </p:nvPr>
        </p:nvSpPr>
        <p:spPr>
          <a:xfrm>
            <a:off x="838200" y="6356350"/>
            <a:ext cx="2743200" cy="365125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ctr" anchorCtr="0">
            <a:noAutofit/>
          </a:bodyPr>
          <a:lstStyle>
            <a:lvl1pPr lv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>
            <a:endParaRPr/>
          </a:p>
        </p:txBody>
      </p:sp>
      <p:sp>
        <p:nvSpPr>
          <p:cNvPr id="45" name="Google Shape;45;p19"/>
          <p:cNvSpPr txBox="1">
            <a:spLocks noGrp="1"/>
          </p:cNvSpPr>
          <p:nvPr>
            <p:ph type="ftr" idx="11"/>
          </p:nvPr>
        </p:nvSpPr>
        <p:spPr>
          <a:xfrm>
            <a:off x="4038600" y="6356350"/>
            <a:ext cx="4114800" cy="365125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ctr" anchorCtr="0">
            <a:noAutofit/>
          </a:bodyPr>
          <a:lstStyle>
            <a:lvl1pPr lv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>
            <a:endParaRPr/>
          </a:p>
        </p:txBody>
      </p:sp>
      <p:sp>
        <p:nvSpPr>
          <p:cNvPr id="46" name="Google Shape;46;p19"/>
          <p:cNvSpPr txBox="1">
            <a:spLocks noGrp="1"/>
          </p:cNvSpPr>
          <p:nvPr>
            <p:ph type="sldNum" idx="12"/>
          </p:nvPr>
        </p:nvSpPr>
        <p:spPr>
          <a:xfrm>
            <a:off x="8610600" y="6356350"/>
            <a:ext cx="2743200" cy="365125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ctr" anchorCtr="0">
            <a:noAutofit/>
          </a:bodyPr>
          <a:lstStyle>
            <a:lvl1pPr marL="0" marR="0" lvl="0" indent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200"/>
              <a:buFont typeface="Arial"/>
              <a:buNone/>
              <a:defRPr sz="1200" b="0" i="0" u="none" strike="noStrike" cap="none">
                <a:solidFill>
                  <a:srgbClr val="888888"/>
                </a:solidFill>
                <a:latin typeface="Atkinson Hyperlegible Next"/>
                <a:ea typeface="Calibri"/>
                <a:cs typeface="Calibri"/>
                <a:sym typeface="Calibri"/>
              </a:defRPr>
            </a:lvl1pPr>
            <a:lvl2pPr marL="0" marR="0" lvl="1" indent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200"/>
              <a:buFont typeface="Arial"/>
              <a:buNone/>
              <a:defRPr sz="1200" b="0" i="0" u="none" strike="noStrike" cap="none">
                <a:solidFill>
                  <a:srgbClr val="888888"/>
                </a:solidFill>
                <a:latin typeface="Atkinson Hyperlegible Next"/>
                <a:ea typeface="Calibri"/>
                <a:cs typeface="Calibri"/>
                <a:sym typeface="Calibri"/>
              </a:defRPr>
            </a:lvl2pPr>
            <a:lvl3pPr marL="0" marR="0" lvl="2" indent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200"/>
              <a:buFont typeface="Arial"/>
              <a:buNone/>
              <a:defRPr sz="1200" b="0" i="0" u="none" strike="noStrike" cap="none">
                <a:solidFill>
                  <a:srgbClr val="888888"/>
                </a:solidFill>
                <a:latin typeface="Atkinson Hyperlegible Next"/>
                <a:ea typeface="Calibri"/>
                <a:cs typeface="Calibri"/>
                <a:sym typeface="Calibri"/>
              </a:defRPr>
            </a:lvl3pPr>
            <a:lvl4pPr marL="0" marR="0" lvl="3" indent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200"/>
              <a:buFont typeface="Arial"/>
              <a:buNone/>
              <a:defRPr sz="1200" b="0" i="0" u="none" strike="noStrike" cap="none">
                <a:solidFill>
                  <a:srgbClr val="888888"/>
                </a:solidFill>
                <a:latin typeface="Atkinson Hyperlegible Next"/>
                <a:ea typeface="Calibri"/>
                <a:cs typeface="Calibri"/>
                <a:sym typeface="Calibri"/>
              </a:defRPr>
            </a:lvl4pPr>
            <a:lvl5pPr marL="0" marR="0" lvl="4" indent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200"/>
              <a:buFont typeface="Arial"/>
              <a:buNone/>
              <a:defRPr sz="1200" b="0" i="0" u="none" strike="noStrike" cap="none">
                <a:solidFill>
                  <a:srgbClr val="888888"/>
                </a:solidFill>
                <a:latin typeface="Atkinson Hyperlegible Next"/>
                <a:ea typeface="Calibri"/>
                <a:cs typeface="Calibri"/>
                <a:sym typeface="Calibri"/>
              </a:defRPr>
            </a:lvl5pPr>
            <a:lvl6pPr marL="0" marR="0" lvl="5" indent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200"/>
              <a:buFont typeface="Arial"/>
              <a:buNone/>
              <a:defRPr sz="1200" b="0" i="0" u="none" strike="noStrike" cap="none">
                <a:solidFill>
                  <a:srgbClr val="888888"/>
                </a:solidFill>
                <a:latin typeface="Atkinson Hyperlegible Next"/>
                <a:ea typeface="Calibri"/>
                <a:cs typeface="Calibri"/>
                <a:sym typeface="Calibri"/>
              </a:defRPr>
            </a:lvl6pPr>
            <a:lvl7pPr marL="0" marR="0" lvl="6" indent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200"/>
              <a:buFont typeface="Arial"/>
              <a:buNone/>
              <a:defRPr sz="1200" b="0" i="0" u="none" strike="noStrike" cap="none">
                <a:solidFill>
                  <a:srgbClr val="888888"/>
                </a:solidFill>
                <a:latin typeface="Atkinson Hyperlegible Next"/>
                <a:ea typeface="Calibri"/>
                <a:cs typeface="Calibri"/>
                <a:sym typeface="Calibri"/>
              </a:defRPr>
            </a:lvl7pPr>
            <a:lvl8pPr marL="0" marR="0" lvl="7" indent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200"/>
              <a:buFont typeface="Arial"/>
              <a:buNone/>
              <a:defRPr sz="1200" b="0" i="0" u="none" strike="noStrike" cap="none">
                <a:solidFill>
                  <a:srgbClr val="888888"/>
                </a:solidFill>
                <a:latin typeface="Atkinson Hyperlegible Next"/>
                <a:ea typeface="Calibri"/>
                <a:cs typeface="Calibri"/>
                <a:sym typeface="Calibri"/>
              </a:defRPr>
            </a:lvl8pPr>
            <a:lvl9pPr marL="0" marR="0" lvl="8" indent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200"/>
              <a:buFont typeface="Arial"/>
              <a:buNone/>
              <a:defRPr sz="1200" b="0" i="0" u="none" strike="noStrike" cap="none">
                <a:solidFill>
                  <a:srgbClr val="888888"/>
                </a:solidFill>
                <a:latin typeface="Atkinson Hyperlegible Next"/>
                <a:ea typeface="Calibri"/>
                <a:cs typeface="Calibri"/>
                <a:sym typeface="Calibri"/>
              </a:defRPr>
            </a:lvl9pPr>
          </a:lstStyle>
          <a:p>
            <a:pPr marL="0" lvl="0" indent="0" algn="r" rtl="0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US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p="http://schemas.openxmlformats.org/presentationml/2006/main" matchingName="Title Only" type="titleOnly">
  <p:cSld name="TITLE_ONLY">
    <p:spTree>
      <p:nvGrpSpPr>
        <p:cNvPr id="1" name="Shape 4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8" name="Google Shape;48;p20"/>
          <p:cNvSpPr txBox="1">
            <a:spLocks noGrp="1"/>
          </p:cNvSpPr>
          <p:nvPr>
            <p:ph type="title"/>
          </p:nvPr>
        </p:nvSpPr>
        <p:spPr>
          <a:xfrm>
            <a:off x="838200" y="365125"/>
            <a:ext cx="10515600" cy="1325563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ctr" anchorCtr="0">
            <a:normAutofit/>
          </a:bodyPr>
          <a:lstStyle>
            <a:lvl1pPr lv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800"/>
              <a:buNone/>
              <a:defRPr/>
            </a:lvl1pPr>
            <a:lvl2pPr lvl="1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>
            <a:endParaRPr/>
          </a:p>
        </p:txBody>
      </p:sp>
      <p:sp>
        <p:nvSpPr>
          <p:cNvPr id="49" name="Google Shape;49;p20"/>
          <p:cNvSpPr txBox="1">
            <a:spLocks noGrp="1"/>
          </p:cNvSpPr>
          <p:nvPr>
            <p:ph type="dt" idx="10"/>
          </p:nvPr>
        </p:nvSpPr>
        <p:spPr>
          <a:xfrm>
            <a:off x="838200" y="6356350"/>
            <a:ext cx="2743200" cy="365125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ctr" anchorCtr="0">
            <a:noAutofit/>
          </a:bodyPr>
          <a:lstStyle>
            <a:lvl1pPr lv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>
            <a:endParaRPr/>
          </a:p>
        </p:txBody>
      </p:sp>
      <p:sp>
        <p:nvSpPr>
          <p:cNvPr id="50" name="Google Shape;50;p20"/>
          <p:cNvSpPr txBox="1">
            <a:spLocks noGrp="1"/>
          </p:cNvSpPr>
          <p:nvPr>
            <p:ph type="ftr" idx="11"/>
          </p:nvPr>
        </p:nvSpPr>
        <p:spPr>
          <a:xfrm>
            <a:off x="4038600" y="6356350"/>
            <a:ext cx="4114800" cy="365125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ctr" anchorCtr="0">
            <a:noAutofit/>
          </a:bodyPr>
          <a:lstStyle>
            <a:lvl1pPr lv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>
            <a:endParaRPr/>
          </a:p>
        </p:txBody>
      </p:sp>
      <p:sp>
        <p:nvSpPr>
          <p:cNvPr id="51" name="Google Shape;51;p20"/>
          <p:cNvSpPr txBox="1">
            <a:spLocks noGrp="1"/>
          </p:cNvSpPr>
          <p:nvPr>
            <p:ph type="sldNum" idx="12"/>
          </p:nvPr>
        </p:nvSpPr>
        <p:spPr>
          <a:xfrm>
            <a:off x="8610600" y="6356350"/>
            <a:ext cx="2743200" cy="365125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ctr" anchorCtr="0">
            <a:noAutofit/>
          </a:bodyPr>
          <a:lstStyle>
            <a:lvl1pPr marL="0" marR="0" lvl="0" indent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200"/>
              <a:buFont typeface="Arial"/>
              <a:buNone/>
              <a:defRPr sz="1200" b="0" i="0" u="none" strike="noStrike" cap="none">
                <a:solidFill>
                  <a:srgbClr val="888888"/>
                </a:solidFill>
                <a:latin typeface="Atkinson Hyperlegible Next"/>
                <a:ea typeface="Calibri"/>
                <a:cs typeface="Calibri"/>
                <a:sym typeface="Calibri"/>
              </a:defRPr>
            </a:lvl1pPr>
            <a:lvl2pPr marL="0" marR="0" lvl="1" indent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200"/>
              <a:buFont typeface="Arial"/>
              <a:buNone/>
              <a:defRPr sz="1200" b="0" i="0" u="none" strike="noStrike" cap="none">
                <a:solidFill>
                  <a:srgbClr val="888888"/>
                </a:solidFill>
                <a:latin typeface="Atkinson Hyperlegible Next"/>
                <a:ea typeface="Calibri"/>
                <a:cs typeface="Calibri"/>
                <a:sym typeface="Calibri"/>
              </a:defRPr>
            </a:lvl2pPr>
            <a:lvl3pPr marL="0" marR="0" lvl="2" indent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200"/>
              <a:buFont typeface="Arial"/>
              <a:buNone/>
              <a:defRPr sz="1200" b="0" i="0" u="none" strike="noStrike" cap="none">
                <a:solidFill>
                  <a:srgbClr val="888888"/>
                </a:solidFill>
                <a:latin typeface="Atkinson Hyperlegible Next"/>
                <a:ea typeface="Calibri"/>
                <a:cs typeface="Calibri"/>
                <a:sym typeface="Calibri"/>
              </a:defRPr>
            </a:lvl3pPr>
            <a:lvl4pPr marL="0" marR="0" lvl="3" indent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200"/>
              <a:buFont typeface="Arial"/>
              <a:buNone/>
              <a:defRPr sz="1200" b="0" i="0" u="none" strike="noStrike" cap="none">
                <a:solidFill>
                  <a:srgbClr val="888888"/>
                </a:solidFill>
                <a:latin typeface="Atkinson Hyperlegible Next"/>
                <a:ea typeface="Calibri"/>
                <a:cs typeface="Calibri"/>
                <a:sym typeface="Calibri"/>
              </a:defRPr>
            </a:lvl4pPr>
            <a:lvl5pPr marL="0" marR="0" lvl="4" indent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200"/>
              <a:buFont typeface="Arial"/>
              <a:buNone/>
              <a:defRPr sz="1200" b="0" i="0" u="none" strike="noStrike" cap="none">
                <a:solidFill>
                  <a:srgbClr val="888888"/>
                </a:solidFill>
                <a:latin typeface="Atkinson Hyperlegible Next"/>
                <a:ea typeface="Calibri"/>
                <a:cs typeface="Calibri"/>
                <a:sym typeface="Calibri"/>
              </a:defRPr>
            </a:lvl5pPr>
            <a:lvl6pPr marL="0" marR="0" lvl="5" indent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200"/>
              <a:buFont typeface="Arial"/>
              <a:buNone/>
              <a:defRPr sz="1200" b="0" i="0" u="none" strike="noStrike" cap="none">
                <a:solidFill>
                  <a:srgbClr val="888888"/>
                </a:solidFill>
                <a:latin typeface="Atkinson Hyperlegible Next"/>
                <a:ea typeface="Calibri"/>
                <a:cs typeface="Calibri"/>
                <a:sym typeface="Calibri"/>
              </a:defRPr>
            </a:lvl6pPr>
            <a:lvl7pPr marL="0" marR="0" lvl="6" indent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200"/>
              <a:buFont typeface="Arial"/>
              <a:buNone/>
              <a:defRPr sz="1200" b="0" i="0" u="none" strike="noStrike" cap="none">
                <a:solidFill>
                  <a:srgbClr val="888888"/>
                </a:solidFill>
                <a:latin typeface="Atkinson Hyperlegible Next"/>
                <a:ea typeface="Calibri"/>
                <a:cs typeface="Calibri"/>
                <a:sym typeface="Calibri"/>
              </a:defRPr>
            </a:lvl7pPr>
            <a:lvl8pPr marL="0" marR="0" lvl="7" indent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200"/>
              <a:buFont typeface="Arial"/>
              <a:buNone/>
              <a:defRPr sz="1200" b="0" i="0" u="none" strike="noStrike" cap="none">
                <a:solidFill>
                  <a:srgbClr val="888888"/>
                </a:solidFill>
                <a:latin typeface="Atkinson Hyperlegible Next"/>
                <a:ea typeface="Calibri"/>
                <a:cs typeface="Calibri"/>
                <a:sym typeface="Calibri"/>
              </a:defRPr>
            </a:lvl8pPr>
            <a:lvl9pPr marL="0" marR="0" lvl="8" indent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200"/>
              <a:buFont typeface="Arial"/>
              <a:buNone/>
              <a:defRPr sz="1200" b="0" i="0" u="none" strike="noStrike" cap="none">
                <a:solidFill>
                  <a:srgbClr val="888888"/>
                </a:solidFill>
                <a:latin typeface="Atkinson Hyperlegible Next"/>
                <a:ea typeface="Calibri"/>
                <a:cs typeface="Calibri"/>
                <a:sym typeface="Calibri"/>
              </a:defRPr>
            </a:lvl9pPr>
          </a:lstStyle>
          <a:p>
            <a:pPr marL="0" lvl="0" indent="0" algn="r" rtl="0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US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p="http://schemas.openxmlformats.org/presentationml/2006/main" matchingName="Content with Caption" type="objTx">
  <p:cSld name="OBJECT_WITH_CAPTION_TEXT">
    <p:spTree>
      <p:nvGrpSpPr>
        <p:cNvPr id="1" name="Shape 5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53" name="Google Shape;53;p22"/>
          <p:cNvSpPr txBox="1">
            <a:spLocks noGrp="1"/>
          </p:cNvSpPr>
          <p:nvPr>
            <p:ph type="title"/>
          </p:nvPr>
        </p:nvSpPr>
        <p:spPr>
          <a:xfrm>
            <a:off x="839788" y="457200"/>
            <a:ext cx="3932237" cy="160020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b" anchorCtr="0">
            <a:normAutofit/>
          </a:bodyPr>
          <a:lstStyle>
            <a:lvl1pPr lv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3200"/>
              <a:buFont typeface="Calibri"/>
              <a:buNone/>
              <a:defRPr sz="3200"/>
            </a:lvl1pPr>
            <a:lvl2pPr lvl="1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>
            <a:endParaRPr/>
          </a:p>
        </p:txBody>
      </p:sp>
      <p:sp>
        <p:nvSpPr>
          <p:cNvPr id="54" name="Google Shape;54;p22"/>
          <p:cNvSpPr txBox="1">
            <a:spLocks noGrp="1"/>
          </p:cNvSpPr>
          <p:nvPr>
            <p:ph type="body" idx="1"/>
          </p:nvPr>
        </p:nvSpPr>
        <p:spPr>
          <a:xfrm>
            <a:off x="5183188" y="987425"/>
            <a:ext cx="6172200" cy="4873625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t" anchorCtr="0">
            <a:normAutofit/>
          </a:bodyPr>
          <a:lstStyle>
            <a:lvl1pPr marL="457200" lvl="0" indent="-431800" algn="l">
              <a:lnSpc>
                <a:spcPct val="90000"/>
              </a:lnSpc>
              <a:spcBef>
                <a:spcPts val="1000"/>
              </a:spcBef>
              <a:spcAft>
                <a:spcPts val="0"/>
              </a:spcAft>
              <a:buClr>
                <a:schemeClr val="dk1"/>
              </a:buClr>
              <a:buSzPts val="3200"/>
              <a:buChar char="•"/>
              <a:defRPr sz="3200"/>
            </a:lvl1pPr>
            <a:lvl2pPr marL="914400" lvl="1" indent="-4064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2800"/>
              <a:buChar char="•"/>
              <a:defRPr sz="2800"/>
            </a:lvl2pPr>
            <a:lvl3pPr marL="1371600" lvl="2" indent="-3810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2400"/>
              <a:buChar char="•"/>
              <a:defRPr sz="2400"/>
            </a:lvl3pPr>
            <a:lvl4pPr marL="1828800" lvl="3" indent="-3556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2000"/>
              <a:buChar char="•"/>
              <a:defRPr sz="2000"/>
            </a:lvl4pPr>
            <a:lvl5pPr marL="2286000" lvl="4" indent="-3556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2000"/>
              <a:buChar char="•"/>
              <a:defRPr sz="2000"/>
            </a:lvl5pPr>
            <a:lvl6pPr marL="2743200" lvl="5" indent="-3556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2000"/>
              <a:buChar char="•"/>
              <a:defRPr sz="2000"/>
            </a:lvl6pPr>
            <a:lvl7pPr marL="3200400" lvl="6" indent="-3556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2000"/>
              <a:buChar char="•"/>
              <a:defRPr sz="2000"/>
            </a:lvl7pPr>
            <a:lvl8pPr marL="3657600" lvl="7" indent="-3556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2000"/>
              <a:buChar char="•"/>
              <a:defRPr sz="2000"/>
            </a:lvl8pPr>
            <a:lvl9pPr marL="4114800" lvl="8" indent="-3556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2000"/>
              <a:buChar char="•"/>
              <a:defRPr sz="2000"/>
            </a:lvl9pPr>
          </a:lstStyle>
          <a:p>
            <a:endParaRPr/>
          </a:p>
        </p:txBody>
      </p:sp>
      <p:sp>
        <p:nvSpPr>
          <p:cNvPr id="55" name="Google Shape;55;p22"/>
          <p:cNvSpPr txBox="1">
            <a:spLocks noGrp="1"/>
          </p:cNvSpPr>
          <p:nvPr>
            <p:ph type="body" idx="2"/>
          </p:nvPr>
        </p:nvSpPr>
        <p:spPr>
          <a:xfrm>
            <a:off x="839788" y="2057400"/>
            <a:ext cx="3932237" cy="3811588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t" anchorCtr="0">
            <a:normAutofit/>
          </a:bodyPr>
          <a:lstStyle>
            <a:lvl1pPr marL="457200" lvl="0" indent="-228600" algn="l">
              <a:lnSpc>
                <a:spcPct val="90000"/>
              </a:lnSpc>
              <a:spcBef>
                <a:spcPts val="1000"/>
              </a:spcBef>
              <a:spcAft>
                <a:spcPts val="0"/>
              </a:spcAft>
              <a:buClr>
                <a:schemeClr val="dk1"/>
              </a:buClr>
              <a:buSzPts val="1600"/>
              <a:buNone/>
              <a:defRPr sz="1600"/>
            </a:lvl1pPr>
            <a:lvl2pPr marL="914400" lvl="1" indent="-2286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400"/>
              <a:buNone/>
              <a:defRPr sz="1400"/>
            </a:lvl2pPr>
            <a:lvl3pPr marL="1371600" lvl="2" indent="-2286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200"/>
              <a:buNone/>
              <a:defRPr sz="1200"/>
            </a:lvl3pPr>
            <a:lvl4pPr marL="1828800" lvl="3" indent="-2286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000"/>
              <a:buNone/>
              <a:defRPr sz="1000"/>
            </a:lvl4pPr>
            <a:lvl5pPr marL="2286000" lvl="4" indent="-2286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000"/>
              <a:buNone/>
              <a:defRPr sz="1000"/>
            </a:lvl5pPr>
            <a:lvl6pPr marL="2743200" lvl="5" indent="-2286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000"/>
              <a:buNone/>
              <a:defRPr sz="1000"/>
            </a:lvl6pPr>
            <a:lvl7pPr marL="3200400" lvl="6" indent="-2286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000"/>
              <a:buNone/>
              <a:defRPr sz="1000"/>
            </a:lvl7pPr>
            <a:lvl8pPr marL="3657600" lvl="7" indent="-2286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000"/>
              <a:buNone/>
              <a:defRPr sz="1000"/>
            </a:lvl8pPr>
            <a:lvl9pPr marL="4114800" lvl="8" indent="-2286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000"/>
              <a:buNone/>
              <a:defRPr sz="1000"/>
            </a:lvl9pPr>
          </a:lstStyle>
          <a:p>
            <a:endParaRPr/>
          </a:p>
        </p:txBody>
      </p:sp>
      <p:sp>
        <p:nvSpPr>
          <p:cNvPr id="56" name="Google Shape;56;p22"/>
          <p:cNvSpPr txBox="1">
            <a:spLocks noGrp="1"/>
          </p:cNvSpPr>
          <p:nvPr>
            <p:ph type="dt" idx="10"/>
          </p:nvPr>
        </p:nvSpPr>
        <p:spPr>
          <a:xfrm>
            <a:off x="838200" y="6356350"/>
            <a:ext cx="2743200" cy="365125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ctr" anchorCtr="0">
            <a:noAutofit/>
          </a:bodyPr>
          <a:lstStyle>
            <a:lvl1pPr lv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>
            <a:endParaRPr/>
          </a:p>
        </p:txBody>
      </p:sp>
      <p:sp>
        <p:nvSpPr>
          <p:cNvPr id="57" name="Google Shape;57;p22"/>
          <p:cNvSpPr txBox="1">
            <a:spLocks noGrp="1"/>
          </p:cNvSpPr>
          <p:nvPr>
            <p:ph type="ftr" idx="11"/>
          </p:nvPr>
        </p:nvSpPr>
        <p:spPr>
          <a:xfrm>
            <a:off x="4038600" y="6356350"/>
            <a:ext cx="4114800" cy="365125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ctr" anchorCtr="0">
            <a:noAutofit/>
          </a:bodyPr>
          <a:lstStyle>
            <a:lvl1pPr lv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>
            <a:endParaRPr/>
          </a:p>
        </p:txBody>
      </p:sp>
      <p:sp>
        <p:nvSpPr>
          <p:cNvPr id="58" name="Google Shape;58;p22"/>
          <p:cNvSpPr txBox="1">
            <a:spLocks noGrp="1"/>
          </p:cNvSpPr>
          <p:nvPr>
            <p:ph type="sldNum" idx="12"/>
          </p:nvPr>
        </p:nvSpPr>
        <p:spPr>
          <a:xfrm>
            <a:off x="8610600" y="6356350"/>
            <a:ext cx="2743200" cy="365125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ctr" anchorCtr="0">
            <a:noAutofit/>
          </a:bodyPr>
          <a:lstStyle>
            <a:lvl1pPr marL="0" marR="0" lvl="0" indent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200"/>
              <a:buFont typeface="Arial"/>
              <a:buNone/>
              <a:defRPr sz="1200" b="0" i="0" u="none" strike="noStrike" cap="none">
                <a:solidFill>
                  <a:srgbClr val="888888"/>
                </a:solidFill>
                <a:latin typeface="Atkinson Hyperlegible Next"/>
                <a:ea typeface="Calibri"/>
                <a:cs typeface="Calibri"/>
                <a:sym typeface="Calibri"/>
              </a:defRPr>
            </a:lvl1pPr>
            <a:lvl2pPr marL="0" marR="0" lvl="1" indent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200"/>
              <a:buFont typeface="Arial"/>
              <a:buNone/>
              <a:defRPr sz="1200" b="0" i="0" u="none" strike="noStrike" cap="none">
                <a:solidFill>
                  <a:srgbClr val="888888"/>
                </a:solidFill>
                <a:latin typeface="Atkinson Hyperlegible Next"/>
                <a:ea typeface="Calibri"/>
                <a:cs typeface="Calibri"/>
                <a:sym typeface="Calibri"/>
              </a:defRPr>
            </a:lvl2pPr>
            <a:lvl3pPr marL="0" marR="0" lvl="2" indent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200"/>
              <a:buFont typeface="Arial"/>
              <a:buNone/>
              <a:defRPr sz="1200" b="0" i="0" u="none" strike="noStrike" cap="none">
                <a:solidFill>
                  <a:srgbClr val="888888"/>
                </a:solidFill>
                <a:latin typeface="Atkinson Hyperlegible Next"/>
                <a:ea typeface="Calibri"/>
                <a:cs typeface="Calibri"/>
                <a:sym typeface="Calibri"/>
              </a:defRPr>
            </a:lvl3pPr>
            <a:lvl4pPr marL="0" marR="0" lvl="3" indent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200"/>
              <a:buFont typeface="Arial"/>
              <a:buNone/>
              <a:defRPr sz="1200" b="0" i="0" u="none" strike="noStrike" cap="none">
                <a:solidFill>
                  <a:srgbClr val="888888"/>
                </a:solidFill>
                <a:latin typeface="Atkinson Hyperlegible Next"/>
                <a:ea typeface="Calibri"/>
                <a:cs typeface="Calibri"/>
                <a:sym typeface="Calibri"/>
              </a:defRPr>
            </a:lvl4pPr>
            <a:lvl5pPr marL="0" marR="0" lvl="4" indent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200"/>
              <a:buFont typeface="Arial"/>
              <a:buNone/>
              <a:defRPr sz="1200" b="0" i="0" u="none" strike="noStrike" cap="none">
                <a:solidFill>
                  <a:srgbClr val="888888"/>
                </a:solidFill>
                <a:latin typeface="Atkinson Hyperlegible Next"/>
                <a:ea typeface="Calibri"/>
                <a:cs typeface="Calibri"/>
                <a:sym typeface="Calibri"/>
              </a:defRPr>
            </a:lvl5pPr>
            <a:lvl6pPr marL="0" marR="0" lvl="5" indent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200"/>
              <a:buFont typeface="Arial"/>
              <a:buNone/>
              <a:defRPr sz="1200" b="0" i="0" u="none" strike="noStrike" cap="none">
                <a:solidFill>
                  <a:srgbClr val="888888"/>
                </a:solidFill>
                <a:latin typeface="Atkinson Hyperlegible Next"/>
                <a:ea typeface="Calibri"/>
                <a:cs typeface="Calibri"/>
                <a:sym typeface="Calibri"/>
              </a:defRPr>
            </a:lvl6pPr>
            <a:lvl7pPr marL="0" marR="0" lvl="6" indent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200"/>
              <a:buFont typeface="Arial"/>
              <a:buNone/>
              <a:defRPr sz="1200" b="0" i="0" u="none" strike="noStrike" cap="none">
                <a:solidFill>
                  <a:srgbClr val="888888"/>
                </a:solidFill>
                <a:latin typeface="Atkinson Hyperlegible Next"/>
                <a:ea typeface="Calibri"/>
                <a:cs typeface="Calibri"/>
                <a:sym typeface="Calibri"/>
              </a:defRPr>
            </a:lvl7pPr>
            <a:lvl8pPr marL="0" marR="0" lvl="7" indent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200"/>
              <a:buFont typeface="Arial"/>
              <a:buNone/>
              <a:defRPr sz="1200" b="0" i="0" u="none" strike="noStrike" cap="none">
                <a:solidFill>
                  <a:srgbClr val="888888"/>
                </a:solidFill>
                <a:latin typeface="Atkinson Hyperlegible Next"/>
                <a:ea typeface="Calibri"/>
                <a:cs typeface="Calibri"/>
                <a:sym typeface="Calibri"/>
              </a:defRPr>
            </a:lvl8pPr>
            <a:lvl9pPr marL="0" marR="0" lvl="8" indent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200"/>
              <a:buFont typeface="Arial"/>
              <a:buNone/>
              <a:defRPr sz="1200" b="0" i="0" u="none" strike="noStrike" cap="none">
                <a:solidFill>
                  <a:srgbClr val="888888"/>
                </a:solidFill>
                <a:latin typeface="Atkinson Hyperlegible Next"/>
                <a:ea typeface="Calibri"/>
                <a:cs typeface="Calibri"/>
                <a:sym typeface="Calibri"/>
              </a:defRPr>
            </a:lvl9pPr>
          </a:lstStyle>
          <a:p>
            <a:pPr marL="0" lvl="0" indent="0" algn="r" rtl="0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US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8.xml><?xml version="1.0" encoding="utf-8"?>
<p:sldLayout xmlns:a="http://schemas.openxmlformats.org/drawingml/2006/main" xmlns:r="http://schemas.openxmlformats.org/officeDocument/2006/relationships" xmlns:p="http://schemas.openxmlformats.org/presentationml/2006/main" matchingName="Picture with Caption" type="picTx">
  <p:cSld name="PICTURE_WITH_CAPTION_TEXT">
    <p:spTree>
      <p:nvGrpSpPr>
        <p:cNvPr id="1" name="Shape 59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60" name="Google Shape;60;p23"/>
          <p:cNvSpPr txBox="1">
            <a:spLocks noGrp="1"/>
          </p:cNvSpPr>
          <p:nvPr>
            <p:ph type="title"/>
          </p:nvPr>
        </p:nvSpPr>
        <p:spPr>
          <a:xfrm>
            <a:off x="839788" y="457200"/>
            <a:ext cx="3932237" cy="160020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b" anchorCtr="0">
            <a:normAutofit/>
          </a:bodyPr>
          <a:lstStyle>
            <a:lvl1pPr lv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3200"/>
              <a:buFont typeface="Calibri"/>
              <a:buNone/>
              <a:defRPr sz="3200"/>
            </a:lvl1pPr>
            <a:lvl2pPr lvl="1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>
            <a:endParaRPr/>
          </a:p>
        </p:txBody>
      </p:sp>
      <p:sp>
        <p:nvSpPr>
          <p:cNvPr id="61" name="Google Shape;61;p23"/>
          <p:cNvSpPr>
            <a:spLocks noGrp="1"/>
          </p:cNvSpPr>
          <p:nvPr>
            <p:ph type="pic" idx="2"/>
          </p:nvPr>
        </p:nvSpPr>
        <p:spPr>
          <a:xfrm>
            <a:off x="5183188" y="987425"/>
            <a:ext cx="6172200" cy="4873625"/>
          </a:xfrm>
          <a:prstGeom prst="rect">
            <a:avLst/>
          </a:prstGeom>
          <a:noFill/>
          <a:ln>
            <a:noFill/>
          </a:ln>
        </p:spPr>
      </p:sp>
      <p:sp>
        <p:nvSpPr>
          <p:cNvPr id="62" name="Google Shape;62;p23"/>
          <p:cNvSpPr txBox="1">
            <a:spLocks noGrp="1"/>
          </p:cNvSpPr>
          <p:nvPr>
            <p:ph type="body" idx="1"/>
          </p:nvPr>
        </p:nvSpPr>
        <p:spPr>
          <a:xfrm>
            <a:off x="839788" y="2057400"/>
            <a:ext cx="3932237" cy="3811588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t" anchorCtr="0">
            <a:normAutofit/>
          </a:bodyPr>
          <a:lstStyle>
            <a:lvl1pPr marL="457200" lvl="0" indent="-228600" algn="l">
              <a:lnSpc>
                <a:spcPct val="90000"/>
              </a:lnSpc>
              <a:spcBef>
                <a:spcPts val="1000"/>
              </a:spcBef>
              <a:spcAft>
                <a:spcPts val="0"/>
              </a:spcAft>
              <a:buClr>
                <a:schemeClr val="dk1"/>
              </a:buClr>
              <a:buSzPts val="1600"/>
              <a:buNone/>
              <a:defRPr sz="1600"/>
            </a:lvl1pPr>
            <a:lvl2pPr marL="914400" lvl="1" indent="-2286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400"/>
              <a:buNone/>
              <a:defRPr sz="1400"/>
            </a:lvl2pPr>
            <a:lvl3pPr marL="1371600" lvl="2" indent="-2286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200"/>
              <a:buNone/>
              <a:defRPr sz="1200"/>
            </a:lvl3pPr>
            <a:lvl4pPr marL="1828800" lvl="3" indent="-2286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000"/>
              <a:buNone/>
              <a:defRPr sz="1000"/>
            </a:lvl4pPr>
            <a:lvl5pPr marL="2286000" lvl="4" indent="-2286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000"/>
              <a:buNone/>
              <a:defRPr sz="1000"/>
            </a:lvl5pPr>
            <a:lvl6pPr marL="2743200" lvl="5" indent="-2286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000"/>
              <a:buNone/>
              <a:defRPr sz="1000"/>
            </a:lvl6pPr>
            <a:lvl7pPr marL="3200400" lvl="6" indent="-2286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000"/>
              <a:buNone/>
              <a:defRPr sz="1000"/>
            </a:lvl7pPr>
            <a:lvl8pPr marL="3657600" lvl="7" indent="-2286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000"/>
              <a:buNone/>
              <a:defRPr sz="1000"/>
            </a:lvl8pPr>
            <a:lvl9pPr marL="4114800" lvl="8" indent="-2286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000"/>
              <a:buNone/>
              <a:defRPr sz="1000"/>
            </a:lvl9pPr>
          </a:lstStyle>
          <a:p>
            <a:endParaRPr/>
          </a:p>
        </p:txBody>
      </p:sp>
      <p:sp>
        <p:nvSpPr>
          <p:cNvPr id="63" name="Google Shape;63;p23"/>
          <p:cNvSpPr txBox="1">
            <a:spLocks noGrp="1"/>
          </p:cNvSpPr>
          <p:nvPr>
            <p:ph type="dt" idx="10"/>
          </p:nvPr>
        </p:nvSpPr>
        <p:spPr>
          <a:xfrm>
            <a:off x="838200" y="6356350"/>
            <a:ext cx="2743200" cy="365125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ctr" anchorCtr="0">
            <a:noAutofit/>
          </a:bodyPr>
          <a:lstStyle>
            <a:lvl1pPr lv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>
            <a:endParaRPr/>
          </a:p>
        </p:txBody>
      </p:sp>
      <p:sp>
        <p:nvSpPr>
          <p:cNvPr id="64" name="Google Shape;64;p23"/>
          <p:cNvSpPr txBox="1">
            <a:spLocks noGrp="1"/>
          </p:cNvSpPr>
          <p:nvPr>
            <p:ph type="ftr" idx="11"/>
          </p:nvPr>
        </p:nvSpPr>
        <p:spPr>
          <a:xfrm>
            <a:off x="4038600" y="6356350"/>
            <a:ext cx="4114800" cy="365125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ctr" anchorCtr="0">
            <a:noAutofit/>
          </a:bodyPr>
          <a:lstStyle>
            <a:lvl1pPr lv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>
            <a:endParaRPr/>
          </a:p>
        </p:txBody>
      </p:sp>
      <p:sp>
        <p:nvSpPr>
          <p:cNvPr id="65" name="Google Shape;65;p23"/>
          <p:cNvSpPr txBox="1">
            <a:spLocks noGrp="1"/>
          </p:cNvSpPr>
          <p:nvPr>
            <p:ph type="sldNum" idx="12"/>
          </p:nvPr>
        </p:nvSpPr>
        <p:spPr>
          <a:xfrm>
            <a:off x="8610600" y="6356350"/>
            <a:ext cx="2743200" cy="365125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ctr" anchorCtr="0">
            <a:noAutofit/>
          </a:bodyPr>
          <a:lstStyle>
            <a:lvl1pPr marL="0" marR="0" lvl="0" indent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200"/>
              <a:buFont typeface="Arial"/>
              <a:buNone/>
              <a:defRPr sz="1200" b="0" i="0" u="none" strike="noStrike" cap="none">
                <a:solidFill>
                  <a:srgbClr val="888888"/>
                </a:solidFill>
                <a:latin typeface="Atkinson Hyperlegible Next"/>
                <a:ea typeface="Calibri"/>
                <a:cs typeface="Calibri"/>
                <a:sym typeface="Calibri"/>
              </a:defRPr>
            </a:lvl1pPr>
            <a:lvl2pPr marL="0" marR="0" lvl="1" indent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200"/>
              <a:buFont typeface="Arial"/>
              <a:buNone/>
              <a:defRPr sz="1200" b="0" i="0" u="none" strike="noStrike" cap="none">
                <a:solidFill>
                  <a:srgbClr val="888888"/>
                </a:solidFill>
                <a:latin typeface="Atkinson Hyperlegible Next"/>
                <a:ea typeface="Calibri"/>
                <a:cs typeface="Calibri"/>
                <a:sym typeface="Calibri"/>
              </a:defRPr>
            </a:lvl2pPr>
            <a:lvl3pPr marL="0" marR="0" lvl="2" indent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200"/>
              <a:buFont typeface="Arial"/>
              <a:buNone/>
              <a:defRPr sz="1200" b="0" i="0" u="none" strike="noStrike" cap="none">
                <a:solidFill>
                  <a:srgbClr val="888888"/>
                </a:solidFill>
                <a:latin typeface="Atkinson Hyperlegible Next"/>
                <a:ea typeface="Calibri"/>
                <a:cs typeface="Calibri"/>
                <a:sym typeface="Calibri"/>
              </a:defRPr>
            </a:lvl3pPr>
            <a:lvl4pPr marL="0" marR="0" lvl="3" indent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200"/>
              <a:buFont typeface="Arial"/>
              <a:buNone/>
              <a:defRPr sz="1200" b="0" i="0" u="none" strike="noStrike" cap="none">
                <a:solidFill>
                  <a:srgbClr val="888888"/>
                </a:solidFill>
                <a:latin typeface="Atkinson Hyperlegible Next"/>
                <a:ea typeface="Calibri"/>
                <a:cs typeface="Calibri"/>
                <a:sym typeface="Calibri"/>
              </a:defRPr>
            </a:lvl4pPr>
            <a:lvl5pPr marL="0" marR="0" lvl="4" indent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200"/>
              <a:buFont typeface="Arial"/>
              <a:buNone/>
              <a:defRPr sz="1200" b="0" i="0" u="none" strike="noStrike" cap="none">
                <a:solidFill>
                  <a:srgbClr val="888888"/>
                </a:solidFill>
                <a:latin typeface="Atkinson Hyperlegible Next"/>
                <a:ea typeface="Calibri"/>
                <a:cs typeface="Calibri"/>
                <a:sym typeface="Calibri"/>
              </a:defRPr>
            </a:lvl5pPr>
            <a:lvl6pPr marL="0" marR="0" lvl="5" indent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200"/>
              <a:buFont typeface="Arial"/>
              <a:buNone/>
              <a:defRPr sz="1200" b="0" i="0" u="none" strike="noStrike" cap="none">
                <a:solidFill>
                  <a:srgbClr val="888888"/>
                </a:solidFill>
                <a:latin typeface="Atkinson Hyperlegible Next"/>
                <a:ea typeface="Calibri"/>
                <a:cs typeface="Calibri"/>
                <a:sym typeface="Calibri"/>
              </a:defRPr>
            </a:lvl6pPr>
            <a:lvl7pPr marL="0" marR="0" lvl="6" indent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200"/>
              <a:buFont typeface="Arial"/>
              <a:buNone/>
              <a:defRPr sz="1200" b="0" i="0" u="none" strike="noStrike" cap="none">
                <a:solidFill>
                  <a:srgbClr val="888888"/>
                </a:solidFill>
                <a:latin typeface="Atkinson Hyperlegible Next"/>
                <a:ea typeface="Calibri"/>
                <a:cs typeface="Calibri"/>
                <a:sym typeface="Calibri"/>
              </a:defRPr>
            </a:lvl7pPr>
            <a:lvl8pPr marL="0" marR="0" lvl="7" indent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200"/>
              <a:buFont typeface="Arial"/>
              <a:buNone/>
              <a:defRPr sz="1200" b="0" i="0" u="none" strike="noStrike" cap="none">
                <a:solidFill>
                  <a:srgbClr val="888888"/>
                </a:solidFill>
                <a:latin typeface="Atkinson Hyperlegible Next"/>
                <a:ea typeface="Calibri"/>
                <a:cs typeface="Calibri"/>
                <a:sym typeface="Calibri"/>
              </a:defRPr>
            </a:lvl8pPr>
            <a:lvl9pPr marL="0" marR="0" lvl="8" indent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200"/>
              <a:buFont typeface="Arial"/>
              <a:buNone/>
              <a:defRPr sz="1200" b="0" i="0" u="none" strike="noStrike" cap="none">
                <a:solidFill>
                  <a:srgbClr val="888888"/>
                </a:solidFill>
                <a:latin typeface="Atkinson Hyperlegible Next"/>
                <a:ea typeface="Calibri"/>
                <a:cs typeface="Calibri"/>
                <a:sym typeface="Calibri"/>
              </a:defRPr>
            </a:lvl9pPr>
          </a:lstStyle>
          <a:p>
            <a:pPr marL="0" lvl="0" indent="0" algn="r" rtl="0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US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9.xml><?xml version="1.0" encoding="utf-8"?>
<p:sldLayout xmlns:a="http://schemas.openxmlformats.org/drawingml/2006/main" xmlns:r="http://schemas.openxmlformats.org/officeDocument/2006/relationships" xmlns:p="http://schemas.openxmlformats.org/presentationml/2006/main" matchingName="Title and Vertical Text" type="vertTx">
  <p:cSld name="VERTICAL_TEXT">
    <p:spTree>
      <p:nvGrpSpPr>
        <p:cNvPr id="1" name="Shape 66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67" name="Google Shape;67;p24"/>
          <p:cNvSpPr txBox="1">
            <a:spLocks noGrp="1"/>
          </p:cNvSpPr>
          <p:nvPr>
            <p:ph type="title"/>
          </p:nvPr>
        </p:nvSpPr>
        <p:spPr>
          <a:xfrm>
            <a:off x="838200" y="365125"/>
            <a:ext cx="10515600" cy="1325563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ctr" anchorCtr="0">
            <a:normAutofit/>
          </a:bodyPr>
          <a:lstStyle>
            <a:lvl1pPr lv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800"/>
              <a:buNone/>
              <a:defRPr/>
            </a:lvl1pPr>
            <a:lvl2pPr lvl="1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>
            <a:endParaRPr/>
          </a:p>
        </p:txBody>
      </p:sp>
      <p:sp>
        <p:nvSpPr>
          <p:cNvPr id="68" name="Google Shape;68;p24"/>
          <p:cNvSpPr txBox="1">
            <a:spLocks noGrp="1"/>
          </p:cNvSpPr>
          <p:nvPr>
            <p:ph type="body" idx="1"/>
          </p:nvPr>
        </p:nvSpPr>
        <p:spPr>
          <a:xfrm rot="5400000">
            <a:off x="3920331" y="-1256506"/>
            <a:ext cx="4351338" cy="1051560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t" anchorCtr="0">
            <a:normAutofit/>
          </a:bodyPr>
          <a:lstStyle>
            <a:lvl1pPr marL="457200" lvl="0" indent="-342900" algn="l">
              <a:lnSpc>
                <a:spcPct val="90000"/>
              </a:lnSpc>
              <a:spcBef>
                <a:spcPts val="100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1pPr>
            <a:lvl2pPr marL="914400" lvl="1" indent="-3429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2pPr>
            <a:lvl3pPr marL="1371600" lvl="2" indent="-3429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3pPr>
            <a:lvl4pPr marL="1828800" lvl="3" indent="-3429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4pPr>
            <a:lvl5pPr marL="2286000" lvl="4" indent="-3429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5pPr>
            <a:lvl6pPr marL="2743200" lvl="5" indent="-3429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6pPr>
            <a:lvl7pPr marL="3200400" lvl="6" indent="-3429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7pPr>
            <a:lvl8pPr marL="3657600" lvl="7" indent="-3429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8pPr>
            <a:lvl9pPr marL="4114800" lvl="8" indent="-3429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9pPr>
          </a:lstStyle>
          <a:p>
            <a:endParaRPr/>
          </a:p>
        </p:txBody>
      </p:sp>
      <p:sp>
        <p:nvSpPr>
          <p:cNvPr id="69" name="Google Shape;69;p24"/>
          <p:cNvSpPr txBox="1">
            <a:spLocks noGrp="1"/>
          </p:cNvSpPr>
          <p:nvPr>
            <p:ph type="dt" idx="10"/>
          </p:nvPr>
        </p:nvSpPr>
        <p:spPr>
          <a:xfrm>
            <a:off x="838200" y="6356350"/>
            <a:ext cx="2743200" cy="365125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ctr" anchorCtr="0">
            <a:noAutofit/>
          </a:bodyPr>
          <a:lstStyle>
            <a:lvl1pPr lv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>
            <a:endParaRPr/>
          </a:p>
        </p:txBody>
      </p:sp>
      <p:sp>
        <p:nvSpPr>
          <p:cNvPr id="70" name="Google Shape;70;p24"/>
          <p:cNvSpPr txBox="1">
            <a:spLocks noGrp="1"/>
          </p:cNvSpPr>
          <p:nvPr>
            <p:ph type="ftr" idx="11"/>
          </p:nvPr>
        </p:nvSpPr>
        <p:spPr>
          <a:xfrm>
            <a:off x="4038600" y="6356350"/>
            <a:ext cx="4114800" cy="365125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ctr" anchorCtr="0">
            <a:noAutofit/>
          </a:bodyPr>
          <a:lstStyle>
            <a:lvl1pPr lv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>
            <a:endParaRPr/>
          </a:p>
        </p:txBody>
      </p:sp>
      <p:sp>
        <p:nvSpPr>
          <p:cNvPr id="71" name="Google Shape;71;p24"/>
          <p:cNvSpPr txBox="1">
            <a:spLocks noGrp="1"/>
          </p:cNvSpPr>
          <p:nvPr>
            <p:ph type="sldNum" idx="12"/>
          </p:nvPr>
        </p:nvSpPr>
        <p:spPr>
          <a:xfrm>
            <a:off x="8610600" y="6356350"/>
            <a:ext cx="2743200" cy="365125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ctr" anchorCtr="0">
            <a:noAutofit/>
          </a:bodyPr>
          <a:lstStyle>
            <a:lvl1pPr marL="0" marR="0" lvl="0" indent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200"/>
              <a:buFont typeface="Arial"/>
              <a:buNone/>
              <a:defRPr sz="1200" b="0" i="0" u="none" strike="noStrike" cap="none">
                <a:solidFill>
                  <a:srgbClr val="888888"/>
                </a:solidFill>
                <a:latin typeface="Atkinson Hyperlegible Next"/>
                <a:ea typeface="Calibri"/>
                <a:cs typeface="Calibri"/>
                <a:sym typeface="Calibri"/>
              </a:defRPr>
            </a:lvl1pPr>
            <a:lvl2pPr marL="0" marR="0" lvl="1" indent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200"/>
              <a:buFont typeface="Arial"/>
              <a:buNone/>
              <a:defRPr sz="1200" b="0" i="0" u="none" strike="noStrike" cap="none">
                <a:solidFill>
                  <a:srgbClr val="888888"/>
                </a:solidFill>
                <a:latin typeface="Atkinson Hyperlegible Next"/>
                <a:ea typeface="Calibri"/>
                <a:cs typeface="Calibri"/>
                <a:sym typeface="Calibri"/>
              </a:defRPr>
            </a:lvl2pPr>
            <a:lvl3pPr marL="0" marR="0" lvl="2" indent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200"/>
              <a:buFont typeface="Arial"/>
              <a:buNone/>
              <a:defRPr sz="1200" b="0" i="0" u="none" strike="noStrike" cap="none">
                <a:solidFill>
                  <a:srgbClr val="888888"/>
                </a:solidFill>
                <a:latin typeface="Atkinson Hyperlegible Next"/>
                <a:ea typeface="Calibri"/>
                <a:cs typeface="Calibri"/>
                <a:sym typeface="Calibri"/>
              </a:defRPr>
            </a:lvl3pPr>
            <a:lvl4pPr marL="0" marR="0" lvl="3" indent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200"/>
              <a:buFont typeface="Arial"/>
              <a:buNone/>
              <a:defRPr sz="1200" b="0" i="0" u="none" strike="noStrike" cap="none">
                <a:solidFill>
                  <a:srgbClr val="888888"/>
                </a:solidFill>
                <a:latin typeface="Atkinson Hyperlegible Next"/>
                <a:ea typeface="Calibri"/>
                <a:cs typeface="Calibri"/>
                <a:sym typeface="Calibri"/>
              </a:defRPr>
            </a:lvl4pPr>
            <a:lvl5pPr marL="0" marR="0" lvl="4" indent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200"/>
              <a:buFont typeface="Arial"/>
              <a:buNone/>
              <a:defRPr sz="1200" b="0" i="0" u="none" strike="noStrike" cap="none">
                <a:solidFill>
                  <a:srgbClr val="888888"/>
                </a:solidFill>
                <a:latin typeface="Atkinson Hyperlegible Next"/>
                <a:ea typeface="Calibri"/>
                <a:cs typeface="Calibri"/>
                <a:sym typeface="Calibri"/>
              </a:defRPr>
            </a:lvl5pPr>
            <a:lvl6pPr marL="0" marR="0" lvl="5" indent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200"/>
              <a:buFont typeface="Arial"/>
              <a:buNone/>
              <a:defRPr sz="1200" b="0" i="0" u="none" strike="noStrike" cap="none">
                <a:solidFill>
                  <a:srgbClr val="888888"/>
                </a:solidFill>
                <a:latin typeface="Atkinson Hyperlegible Next"/>
                <a:ea typeface="Calibri"/>
                <a:cs typeface="Calibri"/>
                <a:sym typeface="Calibri"/>
              </a:defRPr>
            </a:lvl6pPr>
            <a:lvl7pPr marL="0" marR="0" lvl="6" indent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200"/>
              <a:buFont typeface="Arial"/>
              <a:buNone/>
              <a:defRPr sz="1200" b="0" i="0" u="none" strike="noStrike" cap="none">
                <a:solidFill>
                  <a:srgbClr val="888888"/>
                </a:solidFill>
                <a:latin typeface="Atkinson Hyperlegible Next"/>
                <a:ea typeface="Calibri"/>
                <a:cs typeface="Calibri"/>
                <a:sym typeface="Calibri"/>
              </a:defRPr>
            </a:lvl7pPr>
            <a:lvl8pPr marL="0" marR="0" lvl="7" indent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200"/>
              <a:buFont typeface="Arial"/>
              <a:buNone/>
              <a:defRPr sz="1200" b="0" i="0" u="none" strike="noStrike" cap="none">
                <a:solidFill>
                  <a:srgbClr val="888888"/>
                </a:solidFill>
                <a:latin typeface="Atkinson Hyperlegible Next"/>
                <a:ea typeface="Calibri"/>
                <a:cs typeface="Calibri"/>
                <a:sym typeface="Calibri"/>
              </a:defRPr>
            </a:lvl8pPr>
            <a:lvl9pPr marL="0" marR="0" lvl="8" indent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200"/>
              <a:buFont typeface="Arial"/>
              <a:buNone/>
              <a:defRPr sz="1200" b="0" i="0" u="none" strike="noStrike" cap="none">
                <a:solidFill>
                  <a:srgbClr val="888888"/>
                </a:solidFill>
                <a:latin typeface="Atkinson Hyperlegible Next"/>
                <a:ea typeface="Calibri"/>
                <a:cs typeface="Calibri"/>
                <a:sym typeface="Calibri"/>
              </a:defRPr>
            </a:lvl9pPr>
          </a:lstStyle>
          <a:p>
            <a:pPr marL="0" lvl="0" indent="0" algn="r" rtl="0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US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10.xml><?xml version="1.0" encoding="utf-8"?>
<p:sldLayout xmlns:a="http://schemas.openxmlformats.org/drawingml/2006/main" xmlns:r="http://schemas.openxmlformats.org/officeDocument/2006/relationships" xmlns:p="http://schemas.openxmlformats.org/presentationml/2006/main" matchingName="Vertical Title and Text" type="vertTitleAndTx">
  <p:cSld name="VERTICAL_TITLE_AND_VERTICAL_TEXT">
    <p:spTree>
      <p:nvGrpSpPr>
        <p:cNvPr id="1" name="Shape 7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73" name="Google Shape;73;p25"/>
          <p:cNvSpPr txBox="1">
            <a:spLocks noGrp="1"/>
          </p:cNvSpPr>
          <p:nvPr>
            <p:ph type="title"/>
          </p:nvPr>
        </p:nvSpPr>
        <p:spPr>
          <a:xfrm rot="5400000">
            <a:off x="7133431" y="1956594"/>
            <a:ext cx="5811838" cy="262890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ctr" anchorCtr="0">
            <a:normAutofit/>
          </a:bodyPr>
          <a:lstStyle>
            <a:lvl1pPr lv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800"/>
              <a:buNone/>
              <a:defRPr/>
            </a:lvl1pPr>
            <a:lvl2pPr lvl="1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>
            <a:endParaRPr/>
          </a:p>
        </p:txBody>
      </p:sp>
      <p:sp>
        <p:nvSpPr>
          <p:cNvPr id="74" name="Google Shape;74;p25"/>
          <p:cNvSpPr txBox="1">
            <a:spLocks noGrp="1"/>
          </p:cNvSpPr>
          <p:nvPr>
            <p:ph type="body" idx="1"/>
          </p:nvPr>
        </p:nvSpPr>
        <p:spPr>
          <a:xfrm rot="5400000">
            <a:off x="1799431" y="-596106"/>
            <a:ext cx="5811838" cy="773430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t" anchorCtr="0">
            <a:normAutofit/>
          </a:bodyPr>
          <a:lstStyle>
            <a:lvl1pPr marL="457200" lvl="0" indent="-342900" algn="l">
              <a:lnSpc>
                <a:spcPct val="90000"/>
              </a:lnSpc>
              <a:spcBef>
                <a:spcPts val="100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1pPr>
            <a:lvl2pPr marL="914400" lvl="1" indent="-3429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2pPr>
            <a:lvl3pPr marL="1371600" lvl="2" indent="-3429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3pPr>
            <a:lvl4pPr marL="1828800" lvl="3" indent="-3429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4pPr>
            <a:lvl5pPr marL="2286000" lvl="4" indent="-3429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5pPr>
            <a:lvl6pPr marL="2743200" lvl="5" indent="-3429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6pPr>
            <a:lvl7pPr marL="3200400" lvl="6" indent="-3429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7pPr>
            <a:lvl8pPr marL="3657600" lvl="7" indent="-3429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8pPr>
            <a:lvl9pPr marL="4114800" lvl="8" indent="-3429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9pPr>
          </a:lstStyle>
          <a:p>
            <a:endParaRPr/>
          </a:p>
        </p:txBody>
      </p:sp>
      <p:sp>
        <p:nvSpPr>
          <p:cNvPr id="75" name="Google Shape;75;p25"/>
          <p:cNvSpPr txBox="1">
            <a:spLocks noGrp="1"/>
          </p:cNvSpPr>
          <p:nvPr>
            <p:ph type="dt" idx="10"/>
          </p:nvPr>
        </p:nvSpPr>
        <p:spPr>
          <a:xfrm>
            <a:off x="838200" y="6356350"/>
            <a:ext cx="2743200" cy="365125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ctr" anchorCtr="0">
            <a:noAutofit/>
          </a:bodyPr>
          <a:lstStyle>
            <a:lvl1pPr lv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>
            <a:endParaRPr/>
          </a:p>
        </p:txBody>
      </p:sp>
      <p:sp>
        <p:nvSpPr>
          <p:cNvPr id="76" name="Google Shape;76;p25"/>
          <p:cNvSpPr txBox="1">
            <a:spLocks noGrp="1"/>
          </p:cNvSpPr>
          <p:nvPr>
            <p:ph type="ftr" idx="11"/>
          </p:nvPr>
        </p:nvSpPr>
        <p:spPr>
          <a:xfrm>
            <a:off x="4038600" y="6356350"/>
            <a:ext cx="4114800" cy="365125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ctr" anchorCtr="0">
            <a:noAutofit/>
          </a:bodyPr>
          <a:lstStyle>
            <a:lvl1pPr lv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>
            <a:endParaRPr/>
          </a:p>
        </p:txBody>
      </p:sp>
      <p:sp>
        <p:nvSpPr>
          <p:cNvPr id="77" name="Google Shape;77;p25"/>
          <p:cNvSpPr txBox="1">
            <a:spLocks noGrp="1"/>
          </p:cNvSpPr>
          <p:nvPr>
            <p:ph type="sldNum" idx="12"/>
          </p:nvPr>
        </p:nvSpPr>
        <p:spPr>
          <a:xfrm>
            <a:off x="8610600" y="6356350"/>
            <a:ext cx="2743200" cy="365125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ctr" anchorCtr="0">
            <a:noAutofit/>
          </a:bodyPr>
          <a:lstStyle>
            <a:lvl1pPr marL="0" marR="0" lvl="0" indent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200"/>
              <a:buFont typeface="Arial"/>
              <a:buNone/>
              <a:defRPr sz="1200" b="0" i="0" u="none" strike="noStrike" cap="none">
                <a:solidFill>
                  <a:srgbClr val="888888"/>
                </a:solidFill>
                <a:latin typeface="Atkinson Hyperlegible Next"/>
                <a:ea typeface="Calibri"/>
                <a:cs typeface="Calibri"/>
                <a:sym typeface="Calibri"/>
              </a:defRPr>
            </a:lvl1pPr>
            <a:lvl2pPr marL="0" marR="0" lvl="1" indent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200"/>
              <a:buFont typeface="Arial"/>
              <a:buNone/>
              <a:defRPr sz="1200" b="0" i="0" u="none" strike="noStrike" cap="none">
                <a:solidFill>
                  <a:srgbClr val="888888"/>
                </a:solidFill>
                <a:latin typeface="Atkinson Hyperlegible Next"/>
                <a:ea typeface="Calibri"/>
                <a:cs typeface="Calibri"/>
                <a:sym typeface="Calibri"/>
              </a:defRPr>
            </a:lvl2pPr>
            <a:lvl3pPr marL="0" marR="0" lvl="2" indent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200"/>
              <a:buFont typeface="Arial"/>
              <a:buNone/>
              <a:defRPr sz="1200" b="0" i="0" u="none" strike="noStrike" cap="none">
                <a:solidFill>
                  <a:srgbClr val="888888"/>
                </a:solidFill>
                <a:latin typeface="Atkinson Hyperlegible Next"/>
                <a:ea typeface="Calibri"/>
                <a:cs typeface="Calibri"/>
                <a:sym typeface="Calibri"/>
              </a:defRPr>
            </a:lvl3pPr>
            <a:lvl4pPr marL="0" marR="0" lvl="3" indent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200"/>
              <a:buFont typeface="Arial"/>
              <a:buNone/>
              <a:defRPr sz="1200" b="0" i="0" u="none" strike="noStrike" cap="none">
                <a:solidFill>
                  <a:srgbClr val="888888"/>
                </a:solidFill>
                <a:latin typeface="Atkinson Hyperlegible Next"/>
                <a:ea typeface="Calibri"/>
                <a:cs typeface="Calibri"/>
                <a:sym typeface="Calibri"/>
              </a:defRPr>
            </a:lvl4pPr>
            <a:lvl5pPr marL="0" marR="0" lvl="4" indent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200"/>
              <a:buFont typeface="Arial"/>
              <a:buNone/>
              <a:defRPr sz="1200" b="0" i="0" u="none" strike="noStrike" cap="none">
                <a:solidFill>
                  <a:srgbClr val="888888"/>
                </a:solidFill>
                <a:latin typeface="Atkinson Hyperlegible Next"/>
                <a:ea typeface="Calibri"/>
                <a:cs typeface="Calibri"/>
                <a:sym typeface="Calibri"/>
              </a:defRPr>
            </a:lvl5pPr>
            <a:lvl6pPr marL="0" marR="0" lvl="5" indent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200"/>
              <a:buFont typeface="Arial"/>
              <a:buNone/>
              <a:defRPr sz="1200" b="0" i="0" u="none" strike="noStrike" cap="none">
                <a:solidFill>
                  <a:srgbClr val="888888"/>
                </a:solidFill>
                <a:latin typeface="Atkinson Hyperlegible Next"/>
                <a:ea typeface="Calibri"/>
                <a:cs typeface="Calibri"/>
                <a:sym typeface="Calibri"/>
              </a:defRPr>
            </a:lvl6pPr>
            <a:lvl7pPr marL="0" marR="0" lvl="6" indent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200"/>
              <a:buFont typeface="Arial"/>
              <a:buNone/>
              <a:defRPr sz="1200" b="0" i="0" u="none" strike="noStrike" cap="none">
                <a:solidFill>
                  <a:srgbClr val="888888"/>
                </a:solidFill>
                <a:latin typeface="Atkinson Hyperlegible Next"/>
                <a:ea typeface="Calibri"/>
                <a:cs typeface="Calibri"/>
                <a:sym typeface="Calibri"/>
              </a:defRPr>
            </a:lvl7pPr>
            <a:lvl8pPr marL="0" marR="0" lvl="7" indent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200"/>
              <a:buFont typeface="Arial"/>
              <a:buNone/>
              <a:defRPr sz="1200" b="0" i="0" u="none" strike="noStrike" cap="none">
                <a:solidFill>
                  <a:srgbClr val="888888"/>
                </a:solidFill>
                <a:latin typeface="Atkinson Hyperlegible Next"/>
                <a:ea typeface="Calibri"/>
                <a:cs typeface="Calibri"/>
                <a:sym typeface="Calibri"/>
              </a:defRPr>
            </a:lvl8pPr>
            <a:lvl9pPr marL="0" marR="0" lvl="8" indent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200"/>
              <a:buFont typeface="Arial"/>
              <a:buNone/>
              <a:defRPr sz="1200" b="0" i="0" u="none" strike="noStrike" cap="none">
                <a:solidFill>
                  <a:srgbClr val="888888"/>
                </a:solidFill>
                <a:latin typeface="Atkinson Hyperlegible Next"/>
                <a:ea typeface="Calibri"/>
                <a:cs typeface="Calibri"/>
                <a:sym typeface="Calibri"/>
              </a:defRPr>
            </a:lvl9pPr>
          </a:lstStyle>
          <a:p>
            <a:pPr marL="0" lvl="0" indent="0" algn="r" rtl="0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US"/>
              <a:t>‹#›</a:t>
            </a:fld>
            <a:endParaRPr/>
          </a:p>
        </p:txBody>
      </p:sp>
    </p:spTree>
  </p:cSld>
  <p:clrMapOvr>
    <a:masterClrMapping/>
  </p:clrMapOvr>
</p:sldLayout>
</file>

<file path=ppt/slideMasters/_rels/slideMaster1.xml.rels><?xml version="1.0" encoding="UTF-8" standalone="yes"?>
<Relationships xmlns="http://schemas.openxmlformats.org/package/2006/relationships"><Relationship Id="rId8" Type="http://schemas.openxmlformats.org/officeDocument/2006/relationships/slideLayout" Target="../slideLayouts/slideLayout8.xml"/><Relationship Id="rId3" Type="http://schemas.openxmlformats.org/officeDocument/2006/relationships/slideLayout" Target="../slideLayouts/slideLayout3.xml"/><Relationship Id="rId7" Type="http://schemas.openxmlformats.org/officeDocument/2006/relationships/slideLayout" Target="../slideLayouts/slideLayout7.xml"/><Relationship Id="rId2" Type="http://schemas.openxmlformats.org/officeDocument/2006/relationships/slideLayout" Target="../slideLayouts/slideLayout2.xml"/><Relationship Id="rId1" Type="http://schemas.openxmlformats.org/officeDocument/2006/relationships/slideLayout" Target="../slideLayouts/slideLayout1.xml"/><Relationship Id="rId6" Type="http://schemas.openxmlformats.org/officeDocument/2006/relationships/slideLayout" Target="../slideLayouts/slideLayout6.xml"/><Relationship Id="rId11" Type="http://schemas.openxmlformats.org/officeDocument/2006/relationships/theme" Target="../theme/theme1.xml"/><Relationship Id="rId5" Type="http://schemas.openxmlformats.org/officeDocument/2006/relationships/slideLayout" Target="../slideLayouts/slideLayout5.xml"/><Relationship Id="rId10" Type="http://schemas.openxmlformats.org/officeDocument/2006/relationships/slideLayout" Target="../slideLayouts/slideLayout10.xml"/><Relationship Id="rId4" Type="http://schemas.openxmlformats.org/officeDocument/2006/relationships/slideLayout" Target="../slideLayouts/slideLayout4.xml"/><Relationship Id="rId9" Type="http://schemas.openxmlformats.org/officeDocument/2006/relationships/slideLayout" Target="../slideLayouts/slideLayout9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bg>
      <p:bgPr>
        <a:solidFill>
          <a:schemeClr val="lt1"/>
        </a:solidFill>
        <a:effectLst/>
      </p:bgPr>
    </p:bg>
    <p:spTree>
      <p:nvGrpSpPr>
        <p:cNvPr id="1" name="Shape 9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0" name="Google Shape;10;p14"/>
          <p:cNvSpPr txBox="1">
            <a:spLocks noGrp="1"/>
          </p:cNvSpPr>
          <p:nvPr>
            <p:ph type="title"/>
          </p:nvPr>
        </p:nvSpPr>
        <p:spPr>
          <a:xfrm>
            <a:off x="838200" y="365125"/>
            <a:ext cx="10515600" cy="1325563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ctr" anchorCtr="0">
            <a:normAutofit/>
          </a:bodyPr>
          <a:lstStyle>
            <a:lvl1pPr marR="0" lvl="0" algn="l" rtl="0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4400"/>
              <a:buFont typeface="Calibri"/>
              <a:buNone/>
              <a:defRPr sz="4400" b="0" i="0" u="none" strike="noStrike" cap="none">
                <a:solidFill>
                  <a:schemeClr val="dk1"/>
                </a:solidFill>
                <a:latin typeface="Atkinson Hyperlegible Next"/>
                <a:ea typeface="Calibri"/>
                <a:cs typeface="Calibri"/>
                <a:sym typeface="Calibri"/>
              </a:defRPr>
            </a:lvl1pPr>
            <a:lvl2pPr marR="0" lvl="1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 sz="1800" b="0" i="0" u="none" strike="noStrike" cap="none">
                <a:solidFill>
                  <a:srgbClr val="000000"/>
                </a:solidFill>
                <a:latin typeface="Atkinson Hyperlegible Next"/>
                <a:ea typeface="Arial"/>
                <a:cs typeface="Arial"/>
                <a:sym typeface="Arial"/>
              </a:defRPr>
            </a:lvl2pPr>
            <a:lvl3pPr marR="0" lvl="2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 sz="1800" b="0" i="0" u="none" strike="noStrike" cap="none">
                <a:solidFill>
                  <a:srgbClr val="000000"/>
                </a:solidFill>
                <a:latin typeface="Atkinson Hyperlegible Next"/>
                <a:ea typeface="Arial"/>
                <a:cs typeface="Arial"/>
                <a:sym typeface="Arial"/>
              </a:defRPr>
            </a:lvl3pPr>
            <a:lvl4pPr marR="0" lvl="3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 sz="1800" b="0" i="0" u="none" strike="noStrike" cap="none">
                <a:solidFill>
                  <a:srgbClr val="000000"/>
                </a:solidFill>
                <a:latin typeface="Atkinson Hyperlegible Next"/>
                <a:ea typeface="Arial"/>
                <a:cs typeface="Arial"/>
                <a:sym typeface="Arial"/>
              </a:defRPr>
            </a:lvl4pPr>
            <a:lvl5pPr marR="0" lvl="4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 sz="1800" b="0" i="0" u="none" strike="noStrike" cap="none">
                <a:solidFill>
                  <a:srgbClr val="000000"/>
                </a:solidFill>
                <a:latin typeface="Atkinson Hyperlegible Next"/>
                <a:ea typeface="Arial"/>
                <a:cs typeface="Arial"/>
                <a:sym typeface="Arial"/>
              </a:defRPr>
            </a:lvl5pPr>
            <a:lvl6pPr marR="0" lvl="5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 sz="1800" b="0" i="0" u="none" strike="noStrike" cap="none">
                <a:solidFill>
                  <a:srgbClr val="000000"/>
                </a:solidFill>
                <a:latin typeface="Atkinson Hyperlegible Next"/>
                <a:ea typeface="Arial"/>
                <a:cs typeface="Arial"/>
                <a:sym typeface="Arial"/>
              </a:defRPr>
            </a:lvl6pPr>
            <a:lvl7pPr marR="0" lvl="6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 sz="1800" b="0" i="0" u="none" strike="noStrike" cap="none">
                <a:solidFill>
                  <a:srgbClr val="000000"/>
                </a:solidFill>
                <a:latin typeface="Atkinson Hyperlegible Next"/>
                <a:ea typeface="Arial"/>
                <a:cs typeface="Arial"/>
                <a:sym typeface="Arial"/>
              </a:defRPr>
            </a:lvl7pPr>
            <a:lvl8pPr marR="0" lvl="7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 sz="1800" b="0" i="0" u="none" strike="noStrike" cap="none">
                <a:solidFill>
                  <a:srgbClr val="000000"/>
                </a:solidFill>
                <a:latin typeface="Atkinson Hyperlegible Next"/>
                <a:ea typeface="Arial"/>
                <a:cs typeface="Arial"/>
                <a:sym typeface="Arial"/>
              </a:defRPr>
            </a:lvl8pPr>
            <a:lvl9pPr marR="0" lvl="8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 sz="1800" b="0" i="0" u="none" strike="noStrike" cap="none">
                <a:solidFill>
                  <a:srgbClr val="000000"/>
                </a:solidFill>
                <a:latin typeface="Atkinson Hyperlegible Next"/>
                <a:ea typeface="Arial"/>
                <a:cs typeface="Arial"/>
                <a:sym typeface="Arial"/>
              </a:defRPr>
            </a:lvl9pPr>
          </a:lstStyle>
          <a:p>
            <a:endParaRPr/>
          </a:p>
        </p:txBody>
      </p:sp>
      <p:sp>
        <p:nvSpPr>
          <p:cNvPr id="11" name="Google Shape;11;p14"/>
          <p:cNvSpPr txBox="1">
            <a:spLocks noGrp="1"/>
          </p:cNvSpPr>
          <p:nvPr>
            <p:ph type="body" idx="1"/>
          </p:nvPr>
        </p:nvSpPr>
        <p:spPr>
          <a:xfrm>
            <a:off x="838200" y="1825625"/>
            <a:ext cx="10515600" cy="4351338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t" anchorCtr="0">
            <a:normAutofit/>
          </a:bodyPr>
          <a:lstStyle>
            <a:lvl1pPr marL="457200" marR="0" lvl="0" indent="-406400" algn="l" rtl="0">
              <a:lnSpc>
                <a:spcPct val="90000"/>
              </a:lnSpc>
              <a:spcBef>
                <a:spcPts val="1000"/>
              </a:spcBef>
              <a:spcAft>
                <a:spcPts val="0"/>
              </a:spcAft>
              <a:buClr>
                <a:schemeClr val="dk1"/>
              </a:buClr>
              <a:buSzPts val="2800"/>
              <a:buFont typeface="Arial"/>
              <a:buChar char="•"/>
              <a:defRPr sz="2800" b="0" i="0" u="none" strike="noStrike" cap="none">
                <a:solidFill>
                  <a:schemeClr val="dk1"/>
                </a:solidFill>
                <a:latin typeface="Atkinson Hyperlegible Next"/>
                <a:ea typeface="Calibri"/>
                <a:cs typeface="Calibri"/>
                <a:sym typeface="Calibri"/>
              </a:defRPr>
            </a:lvl1pPr>
            <a:lvl2pPr marL="914400" marR="0" lvl="1" indent="-381000" algn="l" rtl="0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2400"/>
              <a:buFont typeface="Arial"/>
              <a:buChar char="•"/>
              <a:defRPr sz="2400" b="0" i="0" u="none" strike="noStrike" cap="none">
                <a:solidFill>
                  <a:schemeClr val="dk1"/>
                </a:solidFill>
                <a:latin typeface="Atkinson Hyperlegible Next"/>
                <a:ea typeface="Calibri"/>
                <a:cs typeface="Calibri"/>
                <a:sym typeface="Calibri"/>
              </a:defRPr>
            </a:lvl2pPr>
            <a:lvl3pPr marL="1371600" marR="0" lvl="2" indent="-355600" algn="l" rtl="0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2000"/>
              <a:buFont typeface="Arial"/>
              <a:buChar char="•"/>
              <a:defRPr sz="2000" b="0" i="0" u="none" strike="noStrike" cap="none">
                <a:solidFill>
                  <a:schemeClr val="dk1"/>
                </a:solidFill>
                <a:latin typeface="Atkinson Hyperlegible Next"/>
                <a:ea typeface="Calibri"/>
                <a:cs typeface="Calibri"/>
                <a:sym typeface="Calibri"/>
              </a:defRPr>
            </a:lvl3pPr>
            <a:lvl4pPr marL="1828800" marR="0" lvl="3" indent="-342900" algn="l" rtl="0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800"/>
              <a:buFont typeface="Arial"/>
              <a:buChar char="•"/>
              <a:defRPr sz="1800" b="0" i="0" u="none" strike="noStrike" cap="none">
                <a:solidFill>
                  <a:schemeClr val="dk1"/>
                </a:solidFill>
                <a:latin typeface="Atkinson Hyperlegible Next"/>
                <a:ea typeface="Calibri"/>
                <a:cs typeface="Calibri"/>
                <a:sym typeface="Calibri"/>
              </a:defRPr>
            </a:lvl4pPr>
            <a:lvl5pPr marL="2286000" marR="0" lvl="4" indent="-342900" algn="l" rtl="0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800"/>
              <a:buFont typeface="Arial"/>
              <a:buChar char="•"/>
              <a:defRPr sz="1800" b="0" i="0" u="none" strike="noStrike" cap="none">
                <a:solidFill>
                  <a:schemeClr val="dk1"/>
                </a:solidFill>
                <a:latin typeface="Atkinson Hyperlegible Next"/>
                <a:ea typeface="Calibri"/>
                <a:cs typeface="Calibri"/>
                <a:sym typeface="Calibri"/>
              </a:defRPr>
            </a:lvl5pPr>
            <a:lvl6pPr marL="2743200" marR="0" lvl="5" indent="-342900" algn="l" rtl="0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800"/>
              <a:buFont typeface="Arial"/>
              <a:buChar char="•"/>
              <a:defRPr sz="1800" b="0" i="0" u="none" strike="noStrike" cap="none">
                <a:solidFill>
                  <a:schemeClr val="dk1"/>
                </a:solidFill>
                <a:latin typeface="Atkinson Hyperlegible Next"/>
                <a:ea typeface="Calibri"/>
                <a:cs typeface="Calibri"/>
                <a:sym typeface="Calibri"/>
              </a:defRPr>
            </a:lvl6pPr>
            <a:lvl7pPr marL="3200400" marR="0" lvl="6" indent="-342900" algn="l" rtl="0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800"/>
              <a:buFont typeface="Arial"/>
              <a:buChar char="•"/>
              <a:defRPr sz="1800" b="0" i="0" u="none" strike="noStrike" cap="none">
                <a:solidFill>
                  <a:schemeClr val="dk1"/>
                </a:solidFill>
                <a:latin typeface="Atkinson Hyperlegible Next"/>
                <a:ea typeface="Calibri"/>
                <a:cs typeface="Calibri"/>
                <a:sym typeface="Calibri"/>
              </a:defRPr>
            </a:lvl7pPr>
            <a:lvl8pPr marL="3657600" marR="0" lvl="7" indent="-342900" algn="l" rtl="0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800"/>
              <a:buFont typeface="Arial"/>
              <a:buChar char="•"/>
              <a:defRPr sz="1800" b="0" i="0" u="none" strike="noStrike" cap="none">
                <a:solidFill>
                  <a:schemeClr val="dk1"/>
                </a:solidFill>
                <a:latin typeface="Atkinson Hyperlegible Next"/>
                <a:ea typeface="Calibri"/>
                <a:cs typeface="Calibri"/>
                <a:sym typeface="Calibri"/>
              </a:defRPr>
            </a:lvl8pPr>
            <a:lvl9pPr marL="4114800" marR="0" lvl="8" indent="-342900" algn="l" rtl="0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800"/>
              <a:buFont typeface="Arial"/>
              <a:buChar char="•"/>
              <a:defRPr sz="1800" b="0" i="0" u="none" strike="noStrike" cap="none">
                <a:solidFill>
                  <a:schemeClr val="dk1"/>
                </a:solidFill>
                <a:latin typeface="Atkinson Hyperlegible Next"/>
                <a:ea typeface="Calibri"/>
                <a:cs typeface="Calibri"/>
                <a:sym typeface="Calibri"/>
              </a:defRPr>
            </a:lvl9pPr>
          </a:lstStyle>
          <a:p>
            <a:endParaRPr/>
          </a:p>
        </p:txBody>
      </p:sp>
      <p:sp>
        <p:nvSpPr>
          <p:cNvPr id="12" name="Google Shape;12;p14"/>
          <p:cNvSpPr txBox="1">
            <a:spLocks noGrp="1"/>
          </p:cNvSpPr>
          <p:nvPr>
            <p:ph type="dt" idx="10"/>
          </p:nvPr>
        </p:nvSpPr>
        <p:spPr>
          <a:xfrm>
            <a:off x="838200" y="6356350"/>
            <a:ext cx="2743200" cy="365125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ctr" anchorCtr="0">
            <a:noAutofit/>
          </a:bodyPr>
          <a:lstStyle>
            <a:lvl1pPr marR="0" lvl="0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 sz="1200" b="0" i="0" u="none" strike="noStrike" cap="none">
                <a:solidFill>
                  <a:srgbClr val="888888"/>
                </a:solidFill>
                <a:latin typeface="Atkinson Hyperlegible Next"/>
                <a:ea typeface="Calibri"/>
                <a:cs typeface="Calibri"/>
                <a:sym typeface="Calibri"/>
              </a:defRPr>
            </a:lvl1pPr>
            <a:lvl2pPr marR="0" lvl="1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 sz="1800" b="0" i="0" u="none" strike="noStrike" cap="none">
                <a:solidFill>
                  <a:schemeClr val="dk1"/>
                </a:solidFill>
                <a:latin typeface="Atkinson Hyperlegible Next"/>
                <a:ea typeface="Calibri"/>
                <a:cs typeface="Calibri"/>
                <a:sym typeface="Calibri"/>
              </a:defRPr>
            </a:lvl2pPr>
            <a:lvl3pPr marR="0" lvl="2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 sz="1800" b="0" i="0" u="none" strike="noStrike" cap="none">
                <a:solidFill>
                  <a:schemeClr val="dk1"/>
                </a:solidFill>
                <a:latin typeface="Atkinson Hyperlegible Next"/>
                <a:ea typeface="Calibri"/>
                <a:cs typeface="Calibri"/>
                <a:sym typeface="Calibri"/>
              </a:defRPr>
            </a:lvl3pPr>
            <a:lvl4pPr marR="0" lvl="3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 sz="1800" b="0" i="0" u="none" strike="noStrike" cap="none">
                <a:solidFill>
                  <a:schemeClr val="dk1"/>
                </a:solidFill>
                <a:latin typeface="Atkinson Hyperlegible Next"/>
                <a:ea typeface="Calibri"/>
                <a:cs typeface="Calibri"/>
                <a:sym typeface="Calibri"/>
              </a:defRPr>
            </a:lvl4pPr>
            <a:lvl5pPr marR="0" lvl="4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 sz="1800" b="0" i="0" u="none" strike="noStrike" cap="none">
                <a:solidFill>
                  <a:schemeClr val="dk1"/>
                </a:solidFill>
                <a:latin typeface="Atkinson Hyperlegible Next"/>
                <a:ea typeface="Calibri"/>
                <a:cs typeface="Calibri"/>
                <a:sym typeface="Calibri"/>
              </a:defRPr>
            </a:lvl5pPr>
            <a:lvl6pPr marR="0" lvl="5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 sz="1800" b="0" i="0" u="none" strike="noStrike" cap="none">
                <a:solidFill>
                  <a:schemeClr val="dk1"/>
                </a:solidFill>
                <a:latin typeface="Atkinson Hyperlegible Next"/>
                <a:ea typeface="Calibri"/>
                <a:cs typeface="Calibri"/>
                <a:sym typeface="Calibri"/>
              </a:defRPr>
            </a:lvl6pPr>
            <a:lvl7pPr marR="0" lvl="6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 sz="1800" b="0" i="0" u="none" strike="noStrike" cap="none">
                <a:solidFill>
                  <a:schemeClr val="dk1"/>
                </a:solidFill>
                <a:latin typeface="Atkinson Hyperlegible Next"/>
                <a:ea typeface="Calibri"/>
                <a:cs typeface="Calibri"/>
                <a:sym typeface="Calibri"/>
              </a:defRPr>
            </a:lvl7pPr>
            <a:lvl8pPr marR="0" lvl="7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 sz="1800" b="0" i="0" u="none" strike="noStrike" cap="none">
                <a:solidFill>
                  <a:schemeClr val="dk1"/>
                </a:solidFill>
                <a:latin typeface="Atkinson Hyperlegible Next"/>
                <a:ea typeface="Calibri"/>
                <a:cs typeface="Calibri"/>
                <a:sym typeface="Calibri"/>
              </a:defRPr>
            </a:lvl8pPr>
            <a:lvl9pPr marR="0" lvl="8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 sz="1800" b="0" i="0" u="none" strike="noStrike" cap="none">
                <a:solidFill>
                  <a:schemeClr val="dk1"/>
                </a:solidFill>
                <a:latin typeface="Atkinson Hyperlegible Next"/>
                <a:ea typeface="Calibri"/>
                <a:cs typeface="Calibri"/>
                <a:sym typeface="Calibri"/>
              </a:defRPr>
            </a:lvl9pPr>
          </a:lstStyle>
          <a:p>
            <a:endParaRPr/>
          </a:p>
        </p:txBody>
      </p:sp>
      <p:sp>
        <p:nvSpPr>
          <p:cNvPr id="13" name="Google Shape;13;p14"/>
          <p:cNvSpPr txBox="1">
            <a:spLocks noGrp="1"/>
          </p:cNvSpPr>
          <p:nvPr>
            <p:ph type="ftr" idx="11"/>
          </p:nvPr>
        </p:nvSpPr>
        <p:spPr>
          <a:xfrm>
            <a:off x="4038600" y="6356350"/>
            <a:ext cx="4114800" cy="365125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ctr" anchorCtr="0">
            <a:noAutofit/>
          </a:bodyPr>
          <a:lstStyle>
            <a:lvl1pPr marR="0" lvl="0" algn="ctr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 sz="1200" b="0" i="0" u="none" strike="noStrike" cap="none">
                <a:solidFill>
                  <a:srgbClr val="888888"/>
                </a:solidFill>
                <a:latin typeface="Atkinson Hyperlegible Next"/>
                <a:ea typeface="Calibri"/>
                <a:cs typeface="Calibri"/>
                <a:sym typeface="Calibri"/>
              </a:defRPr>
            </a:lvl1pPr>
            <a:lvl2pPr marR="0" lvl="1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 sz="1800" b="0" i="0" u="none" strike="noStrike" cap="none">
                <a:solidFill>
                  <a:schemeClr val="dk1"/>
                </a:solidFill>
                <a:latin typeface="Atkinson Hyperlegible Next"/>
                <a:ea typeface="Calibri"/>
                <a:cs typeface="Calibri"/>
                <a:sym typeface="Calibri"/>
              </a:defRPr>
            </a:lvl2pPr>
            <a:lvl3pPr marR="0" lvl="2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 sz="1800" b="0" i="0" u="none" strike="noStrike" cap="none">
                <a:solidFill>
                  <a:schemeClr val="dk1"/>
                </a:solidFill>
                <a:latin typeface="Atkinson Hyperlegible Next"/>
                <a:ea typeface="Calibri"/>
                <a:cs typeface="Calibri"/>
                <a:sym typeface="Calibri"/>
              </a:defRPr>
            </a:lvl3pPr>
            <a:lvl4pPr marR="0" lvl="3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 sz="1800" b="0" i="0" u="none" strike="noStrike" cap="none">
                <a:solidFill>
                  <a:schemeClr val="dk1"/>
                </a:solidFill>
                <a:latin typeface="Atkinson Hyperlegible Next"/>
                <a:ea typeface="Calibri"/>
                <a:cs typeface="Calibri"/>
                <a:sym typeface="Calibri"/>
              </a:defRPr>
            </a:lvl4pPr>
            <a:lvl5pPr marR="0" lvl="4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 sz="1800" b="0" i="0" u="none" strike="noStrike" cap="none">
                <a:solidFill>
                  <a:schemeClr val="dk1"/>
                </a:solidFill>
                <a:latin typeface="Atkinson Hyperlegible Next"/>
                <a:ea typeface="Calibri"/>
                <a:cs typeface="Calibri"/>
                <a:sym typeface="Calibri"/>
              </a:defRPr>
            </a:lvl5pPr>
            <a:lvl6pPr marR="0" lvl="5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 sz="1800" b="0" i="0" u="none" strike="noStrike" cap="none">
                <a:solidFill>
                  <a:schemeClr val="dk1"/>
                </a:solidFill>
                <a:latin typeface="Atkinson Hyperlegible Next"/>
                <a:ea typeface="Calibri"/>
                <a:cs typeface="Calibri"/>
                <a:sym typeface="Calibri"/>
              </a:defRPr>
            </a:lvl6pPr>
            <a:lvl7pPr marR="0" lvl="6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 sz="1800" b="0" i="0" u="none" strike="noStrike" cap="none">
                <a:solidFill>
                  <a:schemeClr val="dk1"/>
                </a:solidFill>
                <a:latin typeface="Atkinson Hyperlegible Next"/>
                <a:ea typeface="Calibri"/>
                <a:cs typeface="Calibri"/>
                <a:sym typeface="Calibri"/>
              </a:defRPr>
            </a:lvl7pPr>
            <a:lvl8pPr marR="0" lvl="7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 sz="1800" b="0" i="0" u="none" strike="noStrike" cap="none">
                <a:solidFill>
                  <a:schemeClr val="dk1"/>
                </a:solidFill>
                <a:latin typeface="Atkinson Hyperlegible Next"/>
                <a:ea typeface="Calibri"/>
                <a:cs typeface="Calibri"/>
                <a:sym typeface="Calibri"/>
              </a:defRPr>
            </a:lvl8pPr>
            <a:lvl9pPr marR="0" lvl="8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 sz="1800" b="0" i="0" u="none" strike="noStrike" cap="none">
                <a:solidFill>
                  <a:schemeClr val="dk1"/>
                </a:solidFill>
                <a:latin typeface="Atkinson Hyperlegible Next"/>
                <a:ea typeface="Calibri"/>
                <a:cs typeface="Calibri"/>
                <a:sym typeface="Calibri"/>
              </a:defRPr>
            </a:lvl9pPr>
          </a:lstStyle>
          <a:p>
            <a:endParaRPr/>
          </a:p>
        </p:txBody>
      </p:sp>
      <p:sp>
        <p:nvSpPr>
          <p:cNvPr id="14" name="Google Shape;14;p14"/>
          <p:cNvSpPr txBox="1">
            <a:spLocks noGrp="1"/>
          </p:cNvSpPr>
          <p:nvPr>
            <p:ph type="sldNum" idx="12"/>
          </p:nvPr>
        </p:nvSpPr>
        <p:spPr>
          <a:xfrm>
            <a:off x="8610600" y="6356350"/>
            <a:ext cx="2743200" cy="365125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ctr" anchorCtr="0">
            <a:noAutofit/>
          </a:bodyPr>
          <a:lstStyle>
            <a:lvl1pPr marL="0" marR="0" lvl="0" indent="0" algn="r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200"/>
              <a:buFont typeface="Arial"/>
              <a:buNone/>
              <a:defRPr sz="1200" b="0" i="0" u="none" strike="noStrike" cap="none">
                <a:solidFill>
                  <a:srgbClr val="888888"/>
                </a:solidFill>
                <a:latin typeface="Atkinson Hyperlegible Next"/>
                <a:ea typeface="Calibri"/>
                <a:cs typeface="Calibri"/>
                <a:sym typeface="Calibri"/>
              </a:defRPr>
            </a:lvl1pPr>
            <a:lvl2pPr marL="0" marR="0" lvl="1" indent="0" algn="r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200"/>
              <a:buFont typeface="Arial"/>
              <a:buNone/>
              <a:defRPr sz="1200" b="0" i="0" u="none" strike="noStrike" cap="none">
                <a:solidFill>
                  <a:srgbClr val="888888"/>
                </a:solidFill>
                <a:latin typeface="Atkinson Hyperlegible Next"/>
                <a:ea typeface="Calibri"/>
                <a:cs typeface="Calibri"/>
                <a:sym typeface="Calibri"/>
              </a:defRPr>
            </a:lvl2pPr>
            <a:lvl3pPr marL="0" marR="0" lvl="2" indent="0" algn="r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200"/>
              <a:buFont typeface="Arial"/>
              <a:buNone/>
              <a:defRPr sz="1200" b="0" i="0" u="none" strike="noStrike" cap="none">
                <a:solidFill>
                  <a:srgbClr val="888888"/>
                </a:solidFill>
                <a:latin typeface="Atkinson Hyperlegible Next"/>
                <a:ea typeface="Calibri"/>
                <a:cs typeface="Calibri"/>
                <a:sym typeface="Calibri"/>
              </a:defRPr>
            </a:lvl3pPr>
            <a:lvl4pPr marL="0" marR="0" lvl="3" indent="0" algn="r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200"/>
              <a:buFont typeface="Arial"/>
              <a:buNone/>
              <a:defRPr sz="1200" b="0" i="0" u="none" strike="noStrike" cap="none">
                <a:solidFill>
                  <a:srgbClr val="888888"/>
                </a:solidFill>
                <a:latin typeface="Atkinson Hyperlegible Next"/>
                <a:ea typeface="Calibri"/>
                <a:cs typeface="Calibri"/>
                <a:sym typeface="Calibri"/>
              </a:defRPr>
            </a:lvl4pPr>
            <a:lvl5pPr marL="0" marR="0" lvl="4" indent="0" algn="r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200"/>
              <a:buFont typeface="Arial"/>
              <a:buNone/>
              <a:defRPr sz="1200" b="0" i="0" u="none" strike="noStrike" cap="none">
                <a:solidFill>
                  <a:srgbClr val="888888"/>
                </a:solidFill>
                <a:latin typeface="Atkinson Hyperlegible Next"/>
                <a:ea typeface="Calibri"/>
                <a:cs typeface="Calibri"/>
                <a:sym typeface="Calibri"/>
              </a:defRPr>
            </a:lvl5pPr>
            <a:lvl6pPr marL="0" marR="0" lvl="5" indent="0" algn="r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200"/>
              <a:buFont typeface="Arial"/>
              <a:buNone/>
              <a:defRPr sz="1200" b="0" i="0" u="none" strike="noStrike" cap="none">
                <a:solidFill>
                  <a:srgbClr val="888888"/>
                </a:solidFill>
                <a:latin typeface="Atkinson Hyperlegible Next"/>
                <a:ea typeface="Calibri"/>
                <a:cs typeface="Calibri"/>
                <a:sym typeface="Calibri"/>
              </a:defRPr>
            </a:lvl6pPr>
            <a:lvl7pPr marL="0" marR="0" lvl="6" indent="0" algn="r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200"/>
              <a:buFont typeface="Arial"/>
              <a:buNone/>
              <a:defRPr sz="1200" b="0" i="0" u="none" strike="noStrike" cap="none">
                <a:solidFill>
                  <a:srgbClr val="888888"/>
                </a:solidFill>
                <a:latin typeface="Atkinson Hyperlegible Next"/>
                <a:ea typeface="Calibri"/>
                <a:cs typeface="Calibri"/>
                <a:sym typeface="Calibri"/>
              </a:defRPr>
            </a:lvl7pPr>
            <a:lvl8pPr marL="0" marR="0" lvl="7" indent="0" algn="r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200"/>
              <a:buFont typeface="Arial"/>
              <a:buNone/>
              <a:defRPr sz="1200" b="0" i="0" u="none" strike="noStrike" cap="none">
                <a:solidFill>
                  <a:srgbClr val="888888"/>
                </a:solidFill>
                <a:latin typeface="Atkinson Hyperlegible Next"/>
                <a:ea typeface="Calibri"/>
                <a:cs typeface="Calibri"/>
                <a:sym typeface="Calibri"/>
              </a:defRPr>
            </a:lvl8pPr>
            <a:lvl9pPr marL="0" marR="0" lvl="8" indent="0" algn="r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200"/>
              <a:buFont typeface="Arial"/>
              <a:buNone/>
              <a:defRPr sz="1200" b="0" i="0" u="none" strike="noStrike" cap="none">
                <a:solidFill>
                  <a:srgbClr val="888888"/>
                </a:solidFill>
                <a:latin typeface="Atkinson Hyperlegible Next"/>
                <a:ea typeface="Calibri"/>
                <a:cs typeface="Calibri"/>
                <a:sym typeface="Calibri"/>
              </a:defRPr>
            </a:lvl9pPr>
          </a:lstStyle>
          <a:p>
            <a:pPr marL="0" lvl="0" indent="0" algn="r" rtl="0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US"/>
              <a:t>‹#›</a:t>
            </a:fld>
            <a:endParaRPr/>
          </a:p>
        </p:txBody>
      </p:sp>
    </p:spTree>
  </p:cSld>
  <p:clrMap bg1="lt1" tx1="dk1" bg2="dk2" tx2="lt2" accent1="accent1" accent2="accent2" accent3="accent3" accent4="accent4" accent5="accent5" accent6="accent6" hlink="hlink" folHlink="folHlink"/>
  <p:sldLayoutIdLst>
    <p:sldLayoutId id="2147483649" r:id="rId1"/>
    <p:sldLayoutId id="2147483650" r:id="rId2"/>
    <p:sldLayoutId id="2147483651" r:id="rId3"/>
    <p:sldLayoutId id="2147483652" r:id="rId4"/>
    <p:sldLayoutId id="2147483653" r:id="rId5"/>
    <p:sldLayoutId id="2147483654" r:id="rId6"/>
    <p:sldLayoutId id="2147483655" r:id="rId7"/>
    <p:sldLayoutId id="2147483656" r:id="rId8"/>
    <p:sldLayoutId id="2147483657" r:id="rId9"/>
    <p:sldLayoutId id="2147483658" r:id="rId10"/>
  </p:sldLayoutIdLst>
  <p:hf sldNum="0" hdr="0" ftr="0" dt="0"/>
  <p:txStyles>
    <p:titleStyle>
      <a:defPPr marR="0" lvl="0" algn="l" rtl="0">
        <a:lnSpc>
          <a:spcPct val="100000"/>
        </a:lnSpc>
        <a:spcBef>
          <a:spcPts val="0"/>
        </a:spcBef>
        <a:spcAft>
          <a:spcPts val="0"/>
        </a:spcAft>
      </a:defPPr>
      <a:lvl1pPr marR="0" lvl="0" algn="l" rtl="0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sz="1400" b="0" i="0" u="none" strike="noStrike" cap="none">
          <a:solidFill>
            <a:srgbClr val="000000"/>
          </a:solidFill>
          <a:latin typeface="Atkinson Hyperlegible Next"/>
          <a:ea typeface="Arial"/>
          <a:cs typeface="Arial"/>
          <a:sym typeface="Arial"/>
        </a:defRPr>
      </a:lvl1pPr>
      <a:lvl2pPr marR="0" lvl="1" algn="l" rtl="0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sz="1400" b="0" i="0" u="none" strike="noStrike" cap="none">
          <a:solidFill>
            <a:srgbClr val="000000"/>
          </a:solidFill>
          <a:latin typeface="Atkinson Hyperlegible Next"/>
          <a:ea typeface="Arial"/>
          <a:cs typeface="Arial"/>
          <a:sym typeface="Arial"/>
        </a:defRPr>
      </a:lvl2pPr>
      <a:lvl3pPr marR="0" lvl="2" algn="l" rtl="0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sz="1400" b="0" i="0" u="none" strike="noStrike" cap="none">
          <a:solidFill>
            <a:srgbClr val="000000"/>
          </a:solidFill>
          <a:latin typeface="Atkinson Hyperlegible Next"/>
          <a:ea typeface="Arial"/>
          <a:cs typeface="Arial"/>
          <a:sym typeface="Arial"/>
        </a:defRPr>
      </a:lvl3pPr>
      <a:lvl4pPr marR="0" lvl="3" algn="l" rtl="0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sz="1400" b="0" i="0" u="none" strike="noStrike" cap="none">
          <a:solidFill>
            <a:srgbClr val="000000"/>
          </a:solidFill>
          <a:latin typeface="Atkinson Hyperlegible Next"/>
          <a:ea typeface="Arial"/>
          <a:cs typeface="Arial"/>
          <a:sym typeface="Arial"/>
        </a:defRPr>
      </a:lvl4pPr>
      <a:lvl5pPr marR="0" lvl="4" algn="l" rtl="0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sz="1400" b="0" i="0" u="none" strike="noStrike" cap="none">
          <a:solidFill>
            <a:srgbClr val="000000"/>
          </a:solidFill>
          <a:latin typeface="Atkinson Hyperlegible Next"/>
          <a:ea typeface="Arial"/>
          <a:cs typeface="Arial"/>
          <a:sym typeface="Arial"/>
        </a:defRPr>
      </a:lvl5pPr>
      <a:lvl6pPr marR="0" lvl="5" algn="l" rtl="0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sz="1400" b="0" i="0" u="none" strike="noStrike" cap="none">
          <a:solidFill>
            <a:srgbClr val="000000"/>
          </a:solidFill>
          <a:latin typeface="Atkinson Hyperlegible Next"/>
          <a:ea typeface="Arial"/>
          <a:cs typeface="Arial"/>
          <a:sym typeface="Arial"/>
        </a:defRPr>
      </a:lvl6pPr>
      <a:lvl7pPr marR="0" lvl="6" algn="l" rtl="0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sz="1400" b="0" i="0" u="none" strike="noStrike" cap="none">
          <a:solidFill>
            <a:srgbClr val="000000"/>
          </a:solidFill>
          <a:latin typeface="Atkinson Hyperlegible Next"/>
          <a:ea typeface="Arial"/>
          <a:cs typeface="Arial"/>
          <a:sym typeface="Arial"/>
        </a:defRPr>
      </a:lvl7pPr>
      <a:lvl8pPr marR="0" lvl="7" algn="l" rtl="0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sz="1400" b="0" i="0" u="none" strike="noStrike" cap="none">
          <a:solidFill>
            <a:srgbClr val="000000"/>
          </a:solidFill>
          <a:latin typeface="Atkinson Hyperlegible Next"/>
          <a:ea typeface="Arial"/>
          <a:cs typeface="Arial"/>
          <a:sym typeface="Arial"/>
        </a:defRPr>
      </a:lvl8pPr>
      <a:lvl9pPr marR="0" lvl="8" algn="l" rtl="0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sz="1400" b="0" i="0" u="none" strike="noStrike" cap="none">
          <a:solidFill>
            <a:srgbClr val="000000"/>
          </a:solidFill>
          <a:latin typeface="Atkinson Hyperlegible Next"/>
          <a:ea typeface="Arial"/>
          <a:cs typeface="Arial"/>
          <a:sym typeface="Arial"/>
        </a:defRPr>
      </a:lvl9pPr>
    </p:titleStyle>
    <p:bodyStyle>
      <a:defPPr marR="0" lvl="0" algn="l" rtl="0">
        <a:lnSpc>
          <a:spcPct val="100000"/>
        </a:lnSpc>
        <a:spcBef>
          <a:spcPts val="0"/>
        </a:spcBef>
        <a:spcAft>
          <a:spcPts val="0"/>
        </a:spcAft>
      </a:defPPr>
      <a:lvl1pPr marR="0" lvl="0" algn="l" rtl="0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sz="1400" b="0" i="0" u="none" strike="noStrike" cap="none">
          <a:solidFill>
            <a:srgbClr val="000000"/>
          </a:solidFill>
          <a:latin typeface="Atkinson Hyperlegible Next"/>
          <a:ea typeface="Arial"/>
          <a:cs typeface="Arial"/>
          <a:sym typeface="Arial"/>
        </a:defRPr>
      </a:lvl1pPr>
      <a:lvl2pPr marR="0" lvl="1" algn="l" rtl="0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sz="1400" b="0" i="0" u="none" strike="noStrike" cap="none">
          <a:solidFill>
            <a:srgbClr val="000000"/>
          </a:solidFill>
          <a:latin typeface="Atkinson Hyperlegible Next"/>
          <a:ea typeface="Arial"/>
          <a:cs typeface="Arial"/>
          <a:sym typeface="Arial"/>
        </a:defRPr>
      </a:lvl2pPr>
      <a:lvl3pPr marR="0" lvl="2" algn="l" rtl="0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sz="1400" b="0" i="0" u="none" strike="noStrike" cap="none">
          <a:solidFill>
            <a:srgbClr val="000000"/>
          </a:solidFill>
          <a:latin typeface="Atkinson Hyperlegible Next"/>
          <a:ea typeface="Arial"/>
          <a:cs typeface="Arial"/>
          <a:sym typeface="Arial"/>
        </a:defRPr>
      </a:lvl3pPr>
      <a:lvl4pPr marR="0" lvl="3" algn="l" rtl="0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sz="1400" b="0" i="0" u="none" strike="noStrike" cap="none">
          <a:solidFill>
            <a:srgbClr val="000000"/>
          </a:solidFill>
          <a:latin typeface="Atkinson Hyperlegible Next"/>
          <a:ea typeface="Arial"/>
          <a:cs typeface="Arial"/>
          <a:sym typeface="Arial"/>
        </a:defRPr>
      </a:lvl4pPr>
      <a:lvl5pPr marR="0" lvl="4" algn="l" rtl="0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sz="1400" b="0" i="0" u="none" strike="noStrike" cap="none">
          <a:solidFill>
            <a:srgbClr val="000000"/>
          </a:solidFill>
          <a:latin typeface="Atkinson Hyperlegible Next"/>
          <a:ea typeface="Arial"/>
          <a:cs typeface="Arial"/>
          <a:sym typeface="Arial"/>
        </a:defRPr>
      </a:lvl5pPr>
      <a:lvl6pPr marR="0" lvl="5" algn="l" rtl="0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sz="1400" b="0" i="0" u="none" strike="noStrike" cap="none">
          <a:solidFill>
            <a:srgbClr val="000000"/>
          </a:solidFill>
          <a:latin typeface="Atkinson Hyperlegible Next"/>
          <a:ea typeface="Arial"/>
          <a:cs typeface="Arial"/>
          <a:sym typeface="Arial"/>
        </a:defRPr>
      </a:lvl6pPr>
      <a:lvl7pPr marR="0" lvl="6" algn="l" rtl="0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sz="1400" b="0" i="0" u="none" strike="noStrike" cap="none">
          <a:solidFill>
            <a:srgbClr val="000000"/>
          </a:solidFill>
          <a:latin typeface="Atkinson Hyperlegible Next"/>
          <a:ea typeface="Arial"/>
          <a:cs typeface="Arial"/>
          <a:sym typeface="Arial"/>
        </a:defRPr>
      </a:lvl7pPr>
      <a:lvl8pPr marR="0" lvl="7" algn="l" rtl="0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sz="1400" b="0" i="0" u="none" strike="noStrike" cap="none">
          <a:solidFill>
            <a:srgbClr val="000000"/>
          </a:solidFill>
          <a:latin typeface="Atkinson Hyperlegible Next"/>
          <a:ea typeface="Arial"/>
          <a:cs typeface="Arial"/>
          <a:sym typeface="Arial"/>
        </a:defRPr>
      </a:lvl8pPr>
      <a:lvl9pPr marR="0" lvl="8" algn="l" rtl="0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sz="1400" b="0" i="0" u="none" strike="noStrike" cap="none">
          <a:solidFill>
            <a:srgbClr val="000000"/>
          </a:solidFill>
          <a:latin typeface="Atkinson Hyperlegible Next"/>
          <a:ea typeface="Arial"/>
          <a:cs typeface="Arial"/>
          <a:sym typeface="Arial"/>
        </a:defRPr>
      </a:lvl9pPr>
    </p:bodyStyle>
    <p:otherStyle>
      <a:defPPr marR="0" lvl="0" algn="l" rtl="0">
        <a:lnSpc>
          <a:spcPct val="100000"/>
        </a:lnSpc>
        <a:spcBef>
          <a:spcPts val="0"/>
        </a:spcBef>
        <a:spcAft>
          <a:spcPts val="0"/>
        </a:spcAft>
      </a:defPPr>
      <a:lvl1pPr marR="0" lvl="0" algn="l" rtl="0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sz="1400" b="0" i="0" u="none" strike="noStrike" cap="none">
          <a:solidFill>
            <a:srgbClr val="000000"/>
          </a:solidFill>
          <a:latin typeface="Atkinson Hyperlegible Next"/>
          <a:ea typeface="Arial"/>
          <a:cs typeface="Arial"/>
          <a:sym typeface="Arial"/>
        </a:defRPr>
      </a:lvl1pPr>
      <a:lvl2pPr marR="0" lvl="1" algn="l" rtl="0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sz="1400" b="0" i="0" u="none" strike="noStrike" cap="none">
          <a:solidFill>
            <a:srgbClr val="000000"/>
          </a:solidFill>
          <a:latin typeface="Atkinson Hyperlegible Next"/>
          <a:ea typeface="Arial"/>
          <a:cs typeface="Arial"/>
          <a:sym typeface="Arial"/>
        </a:defRPr>
      </a:lvl2pPr>
      <a:lvl3pPr marR="0" lvl="2" algn="l" rtl="0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sz="1400" b="0" i="0" u="none" strike="noStrike" cap="none">
          <a:solidFill>
            <a:srgbClr val="000000"/>
          </a:solidFill>
          <a:latin typeface="Atkinson Hyperlegible Next"/>
          <a:ea typeface="Arial"/>
          <a:cs typeface="Arial"/>
          <a:sym typeface="Arial"/>
        </a:defRPr>
      </a:lvl3pPr>
      <a:lvl4pPr marR="0" lvl="3" algn="l" rtl="0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sz="1400" b="0" i="0" u="none" strike="noStrike" cap="none">
          <a:solidFill>
            <a:srgbClr val="000000"/>
          </a:solidFill>
          <a:latin typeface="Atkinson Hyperlegible Next"/>
          <a:ea typeface="Arial"/>
          <a:cs typeface="Arial"/>
          <a:sym typeface="Arial"/>
        </a:defRPr>
      </a:lvl4pPr>
      <a:lvl5pPr marR="0" lvl="4" algn="l" rtl="0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sz="1400" b="0" i="0" u="none" strike="noStrike" cap="none">
          <a:solidFill>
            <a:srgbClr val="000000"/>
          </a:solidFill>
          <a:latin typeface="Atkinson Hyperlegible Next"/>
          <a:ea typeface="Arial"/>
          <a:cs typeface="Arial"/>
          <a:sym typeface="Arial"/>
        </a:defRPr>
      </a:lvl5pPr>
      <a:lvl6pPr marR="0" lvl="5" algn="l" rtl="0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sz="1400" b="0" i="0" u="none" strike="noStrike" cap="none">
          <a:solidFill>
            <a:srgbClr val="000000"/>
          </a:solidFill>
          <a:latin typeface="Atkinson Hyperlegible Next"/>
          <a:ea typeface="Arial"/>
          <a:cs typeface="Arial"/>
          <a:sym typeface="Arial"/>
        </a:defRPr>
      </a:lvl6pPr>
      <a:lvl7pPr marR="0" lvl="6" algn="l" rtl="0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sz="1400" b="0" i="0" u="none" strike="noStrike" cap="none">
          <a:solidFill>
            <a:srgbClr val="000000"/>
          </a:solidFill>
          <a:latin typeface="Atkinson Hyperlegible Next"/>
          <a:ea typeface="Arial"/>
          <a:cs typeface="Arial"/>
          <a:sym typeface="Arial"/>
        </a:defRPr>
      </a:lvl7pPr>
      <a:lvl8pPr marR="0" lvl="7" algn="l" rtl="0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sz="1400" b="0" i="0" u="none" strike="noStrike" cap="none">
          <a:solidFill>
            <a:srgbClr val="000000"/>
          </a:solidFill>
          <a:latin typeface="Atkinson Hyperlegible Next"/>
          <a:ea typeface="Arial"/>
          <a:cs typeface="Arial"/>
          <a:sym typeface="Arial"/>
        </a:defRPr>
      </a:lvl8pPr>
      <a:lvl9pPr marR="0" lvl="8" algn="l" rtl="0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sz="1400" b="0" i="0" u="none" strike="noStrike" cap="none">
          <a:solidFill>
            <a:srgbClr val="000000"/>
          </a:solidFill>
          <a:latin typeface="Atkinson Hyperlegible Next"/>
          <a:ea typeface="Arial"/>
          <a:cs typeface="Arial"/>
          <a:sym typeface="Arial"/>
        </a:defRPr>
      </a:lvl9pPr>
    </p:otherStyle>
  </p:txStyles>
</p:sldMaster>
</file>

<file path=ppt/slides/_rels/slide1.xml.rels><?xml version="1.0" encoding="UTF-8" standalone="yes"?>
<Relationships xmlns="http://schemas.openxmlformats.org/package/2006/relationships"><Relationship Id="rId3" Type="http://schemas.openxmlformats.org/officeDocument/2006/relationships/image" Target="../media/image1.jpg"/><Relationship Id="rId2" Type="http://schemas.openxmlformats.org/officeDocument/2006/relationships/notesSlide" Target="../notesSlides/notesSlide1.xml"/><Relationship Id="rId1" Type="http://schemas.openxmlformats.org/officeDocument/2006/relationships/slideLayout" Target="../slideLayouts/slideLayout1.xml"/><Relationship Id="rId5" Type="http://schemas.openxmlformats.org/officeDocument/2006/relationships/image" Target="../media/image3.png"/><Relationship Id="rId4" Type="http://schemas.openxmlformats.org/officeDocument/2006/relationships/image" Target="../media/image2.png"/></Relationships>
</file>

<file path=ppt/slides/_rels/slide2.xml.rels><?xml version="1.0" encoding="UTF-8" standalone="yes"?>
<Relationships xmlns="http://schemas.openxmlformats.org/package/2006/relationships"><Relationship Id="rId3" Type="http://schemas.openxmlformats.org/officeDocument/2006/relationships/image" Target="../media/image4.jpg"/><Relationship Id="rId2" Type="http://schemas.openxmlformats.org/officeDocument/2006/relationships/notesSlide" Target="../notesSlides/notesSlide2.xml"/><Relationship Id="rId1" Type="http://schemas.openxmlformats.org/officeDocument/2006/relationships/slideLayout" Target="../slideLayouts/slideLayout1.xml"/><Relationship Id="rId4" Type="http://schemas.openxmlformats.org/officeDocument/2006/relationships/image" Target="../media/image5.png"/></Relationships>
</file>

<file path=ppt/slides/_rels/slide3.xml.rels><?xml version="1.0" encoding="UTF-8" standalone="yes"?>
<Relationships xmlns="http://schemas.openxmlformats.org/package/2006/relationships"><Relationship Id="rId3" Type="http://schemas.openxmlformats.org/officeDocument/2006/relationships/image" Target="../media/image5.png"/><Relationship Id="rId2" Type="http://schemas.openxmlformats.org/officeDocument/2006/relationships/notesSlide" Target="../notesSlides/notesSlide3.xml"/><Relationship Id="rId1" Type="http://schemas.openxmlformats.org/officeDocument/2006/relationships/slideLayout" Target="../slideLayouts/slideLayout2.xml"/></Relationships>
</file>

<file path=ppt/slides/_rels/slide4.xml.rels><?xml version="1.0" encoding="UTF-8" standalone="yes"?>
<Relationships xmlns="http://schemas.openxmlformats.org/package/2006/relationships"><Relationship Id="rId3" Type="http://schemas.openxmlformats.org/officeDocument/2006/relationships/hyperlink" Target="https://marius-juston.github.io/SE-423---Class-Material/Labs/Lab1.pdf" TargetMode="External"/><Relationship Id="rId2" Type="http://schemas.openxmlformats.org/officeDocument/2006/relationships/notesSlide" Target="../notesSlides/notesSlide4.xml"/><Relationship Id="rId1" Type="http://schemas.openxmlformats.org/officeDocument/2006/relationships/slideLayout" Target="../slideLayouts/slideLayout2.xml"/><Relationship Id="rId6" Type="http://schemas.openxmlformats.org/officeDocument/2006/relationships/image" Target="../media/image5.png"/><Relationship Id="rId5" Type="http://schemas.openxmlformats.org/officeDocument/2006/relationships/hyperlink" Target="https://marius-juston.github.io/SE-423---Class-Material/Homeworks/LabVIEW1.pdf" TargetMode="External"/><Relationship Id="rId4" Type="http://schemas.openxmlformats.org/officeDocument/2006/relationships/hyperlink" Target="https://marius-juston.github.io/SE-423---Class-Material/Homeworks/HW1.pdf" TargetMode="External"/></Relationships>
</file>

<file path=ppt/slides/_rels/slide5.xml.rels><?xml version="1.0" encoding="UTF-8" standalone="yes"?>
<Relationships xmlns="http://schemas.openxmlformats.org/package/2006/relationships"><Relationship Id="rId3" Type="http://schemas.openxmlformats.org/officeDocument/2006/relationships/image" Target="../media/image4.jpg"/><Relationship Id="rId2" Type="http://schemas.openxmlformats.org/officeDocument/2006/relationships/notesSlide" Target="../notesSlides/notesSlide5.xml"/><Relationship Id="rId1" Type="http://schemas.openxmlformats.org/officeDocument/2006/relationships/slideLayout" Target="../slideLayouts/slideLayout1.xml"/><Relationship Id="rId4" Type="http://schemas.openxmlformats.org/officeDocument/2006/relationships/image" Target="../media/image5.png"/></Relationships>
</file>

<file path=ppt/slides/_rels/slide6.xml.rels><?xml version="1.0" encoding="UTF-8" standalone="yes"?>
<Relationships xmlns="http://schemas.openxmlformats.org/package/2006/relationships"><Relationship Id="rId3" Type="http://schemas.openxmlformats.org/officeDocument/2006/relationships/hyperlink" Target="https://www.hackster.io/jay118/se-423-astar-ball-collection-and-drop-off-project-3daa28?f=1" TargetMode="External"/><Relationship Id="rId2" Type="http://schemas.openxmlformats.org/officeDocument/2006/relationships/notesSlide" Target="../notesSlides/notesSlide6.xml"/><Relationship Id="rId1" Type="http://schemas.openxmlformats.org/officeDocument/2006/relationships/slideLayout" Target="../slideLayouts/slideLayout2.xml"/><Relationship Id="rId4" Type="http://schemas.openxmlformats.org/officeDocument/2006/relationships/image" Target="../media/image5.png"/></Relationships>
</file>

<file path=ppt/slides/_rels/slide7.xml.rels><?xml version="1.0" encoding="UTF-8" standalone="yes"?>
<Relationships xmlns="http://schemas.openxmlformats.org/package/2006/relationships"><Relationship Id="rId3" Type="http://schemas.openxmlformats.org/officeDocument/2006/relationships/image" Target="../media/image6.jpg"/><Relationship Id="rId2" Type="http://schemas.openxmlformats.org/officeDocument/2006/relationships/notesSlide" Target="../notesSlides/notesSlide7.xml"/><Relationship Id="rId1" Type="http://schemas.openxmlformats.org/officeDocument/2006/relationships/slideLayout" Target="../slideLayouts/slideLayout1.xml"/><Relationship Id="rId4" Type="http://schemas.openxmlformats.org/officeDocument/2006/relationships/image" Target="../media/image7.png"/></Relationships>
</file>

<file path=ppt/slides/_rels/slide8.xml.rels><?xml version="1.0" encoding="UTF-8" standalone="yes"?>
<Relationships xmlns="http://schemas.openxmlformats.org/package/2006/relationships"><Relationship Id="rId3" Type="http://schemas.openxmlformats.org/officeDocument/2006/relationships/image" Target="../media/image5.png"/><Relationship Id="rId2" Type="http://schemas.openxmlformats.org/officeDocument/2006/relationships/notesSlide" Target="../notesSlides/notesSlide8.xml"/><Relationship Id="rId1" Type="http://schemas.openxmlformats.org/officeDocument/2006/relationships/slideLayout" Target="../slideLayouts/slideLayout2.xml"/></Relationships>
</file>

<file path=ppt/slides/_rels/slide9.xml.rels><?xml version="1.0" encoding="UTF-8" standalone="yes"?>
<Relationships xmlns="http://schemas.openxmlformats.org/package/2006/relationships"><Relationship Id="rId3" Type="http://schemas.openxmlformats.org/officeDocument/2006/relationships/image" Target="../media/image5.png"/><Relationship Id="rId2" Type="http://schemas.openxmlformats.org/officeDocument/2006/relationships/notesSlide" Target="../notesSlides/notesSlide9.xml"/><Relationship Id="rId1" Type="http://schemas.openxmlformats.org/officeDocument/2006/relationships/slideLayout" Target="../slideLayouts/slideLayout2.xml"/></Relationships>
</file>

<file path=ppt/slides/_rels/slide10.xml.rels><?xml version="1.0" encoding="UTF-8" standalone="yes"?>
<Relationships xmlns="http://schemas.openxmlformats.org/package/2006/relationships"><Relationship Id="rId3" Type="http://schemas.openxmlformats.org/officeDocument/2006/relationships/hyperlink" Target="https://coecsl.ece.illinois.edu/se423/tms320f28379D_TechRefi.pdf" TargetMode="External"/><Relationship Id="rId2" Type="http://schemas.openxmlformats.org/officeDocument/2006/relationships/notesSlide" Target="../notesSlides/notesSlide10.xml"/><Relationship Id="rId1" Type="http://schemas.openxmlformats.org/officeDocument/2006/relationships/slideLayout" Target="../slideLayouts/slideLayout2.xml"/><Relationship Id="rId4" Type="http://schemas.openxmlformats.org/officeDocument/2006/relationships/image" Target="../media/image5.png"/></Relationships>
</file>

<file path=ppt/slides/_rels/slide11.xml.rels><?xml version="1.0" encoding="UTF-8" standalone="yes"?>
<Relationships xmlns="http://schemas.openxmlformats.org/package/2006/relationships"><Relationship Id="rId3" Type="http://schemas.openxmlformats.org/officeDocument/2006/relationships/hyperlink" Target="https://coecsl.ece.illinois.edu/se423/tms320f28379D_TechRefi.pdf" TargetMode="External"/><Relationship Id="rId2" Type="http://schemas.openxmlformats.org/officeDocument/2006/relationships/notesSlide" Target="../notesSlides/notesSlide11.xml"/><Relationship Id="rId1" Type="http://schemas.openxmlformats.org/officeDocument/2006/relationships/slideLayout" Target="../slideLayouts/slideLayout2.xml"/><Relationship Id="rId4" Type="http://schemas.openxmlformats.org/officeDocument/2006/relationships/image" Target="../media/image5.png"/></Relationships>
</file>

<file path=ppt/slides/_rels/slide12.xml.rels><?xml version="1.0" encoding="UTF-8" standalone="yes"?>
<Relationships xmlns="http://schemas.openxmlformats.org/package/2006/relationships"><Relationship Id="rId3" Type="http://schemas.openxmlformats.org/officeDocument/2006/relationships/image" Target="../media/image5.png"/><Relationship Id="rId2" Type="http://schemas.openxmlformats.org/officeDocument/2006/relationships/notesSlide" Target="../notesSlides/notesSlide12.xml"/><Relationship Id="rId1" Type="http://schemas.openxmlformats.org/officeDocument/2006/relationships/slideLayout" Target="../slideLayouts/slideLayout2.xml"/></Relationships>
</file>

<file path=ppt/slides/_rels/slide13.xml.rels><?xml version="1.0" encoding="UTF-8" standalone="yes"?>
<Relationships xmlns="http://schemas.openxmlformats.org/package/2006/relationships"><Relationship Id="rId3" Type="http://schemas.openxmlformats.org/officeDocument/2006/relationships/image" Target="../media/image5.png"/><Relationship Id="rId2" Type="http://schemas.openxmlformats.org/officeDocument/2006/relationships/notesSlide" Target="../notesSlides/notesSlide13.xml"/><Relationship Id="rId1" Type="http://schemas.openxmlformats.org/officeDocument/2006/relationships/slideLayout" Target="../slideLayouts/slideLayout2.xml"/></Relationships>
</file>

<file path=ppt/slides/_rels/slide14.xml.rels><?xml version="1.0" encoding="UTF-8" standalone="yes"?>
<Relationships xmlns="http://schemas.openxmlformats.org/package/2006/relationships"><Relationship Id="rId3" Type="http://schemas.openxmlformats.org/officeDocument/2006/relationships/image" Target="../media/image5.png"/><Relationship Id="rId2" Type="http://schemas.openxmlformats.org/officeDocument/2006/relationships/notesSlide" Target="../notesSlides/notesSlide14.xml"/><Relationship Id="rId1" Type="http://schemas.openxmlformats.org/officeDocument/2006/relationships/slideLayout" Target="../slideLayouts/slideLayout2.xml"/></Relationships>
</file>

<file path=ppt/slides/_rels/slide15.xml.rels><?xml version="1.0" encoding="UTF-8" standalone="yes"?>
<Relationships xmlns="http://schemas.openxmlformats.org/package/2006/relationships"><Relationship Id="rId3" Type="http://schemas.openxmlformats.org/officeDocument/2006/relationships/hyperlink" Target="https://coecsl.ece.illinois.edu/se423/hw/PinMuxTableF28379DLaunchPad.pdf" TargetMode="External"/><Relationship Id="rId2" Type="http://schemas.openxmlformats.org/officeDocument/2006/relationships/notesSlide" Target="../notesSlides/notesSlide15.xml"/><Relationship Id="rId1" Type="http://schemas.openxmlformats.org/officeDocument/2006/relationships/slideLayout" Target="../slideLayouts/slideLayout2.xml"/><Relationship Id="rId4" Type="http://schemas.openxmlformats.org/officeDocument/2006/relationships/image" Target="../media/image5.png"/></Relationships>
</file>

<file path=ppt/slides/_rels/slide16.xml.rels><?xml version="1.0" encoding="UTF-8" standalone="yes"?>
<Relationships xmlns="http://schemas.openxmlformats.org/package/2006/relationships"><Relationship Id="rId3" Type="http://schemas.openxmlformats.org/officeDocument/2006/relationships/image" Target="../media/image6.jpg"/><Relationship Id="rId2" Type="http://schemas.openxmlformats.org/officeDocument/2006/relationships/notesSlide" Target="../notesSlides/notesSlide16.xml"/><Relationship Id="rId1" Type="http://schemas.openxmlformats.org/officeDocument/2006/relationships/slideLayout" Target="../slideLayouts/slideLayout1.xml"/><Relationship Id="rId4" Type="http://schemas.openxmlformats.org/officeDocument/2006/relationships/image" Target="../media/image7.png"/></Relationships>
</file>

<file path=ppt/slides/_rels/slide17.xml.rels><?xml version="1.0" encoding="UTF-8" standalone="yes"?>
<Relationships xmlns="http://schemas.openxmlformats.org/package/2006/relationships"><Relationship Id="rId3" Type="http://schemas.openxmlformats.org/officeDocument/2006/relationships/image" Target="../media/image5.png"/><Relationship Id="rId2" Type="http://schemas.openxmlformats.org/officeDocument/2006/relationships/notesSlide" Target="../notesSlides/notesSlide17.xml"/><Relationship Id="rId1" Type="http://schemas.openxmlformats.org/officeDocument/2006/relationships/slideLayout" Target="../slideLayouts/slideLayout2.xml"/></Relationships>
</file>

<file path=ppt/slides/_rels/slide18.xml.rels><?xml version="1.0" encoding="UTF-8" standalone="yes"?>
<Relationships xmlns="http://schemas.openxmlformats.org/package/2006/relationships"><Relationship Id="rId3" Type="http://schemas.openxmlformats.org/officeDocument/2006/relationships/image" Target="../media/image5.png"/><Relationship Id="rId2" Type="http://schemas.openxmlformats.org/officeDocument/2006/relationships/notesSlide" Target="../notesSlides/notesSlide18.xml"/><Relationship Id="rId1" Type="http://schemas.openxmlformats.org/officeDocument/2006/relationships/slideLayout" Target="../slideLayouts/slideLayout2.xml"/></Relationships>
</file>

<file path=ppt/slides/_rels/slide19.xml.rels><?xml version="1.0" encoding="UTF-8" standalone="yes"?>
<Relationships xmlns="http://schemas.openxmlformats.org/package/2006/relationships"><Relationship Id="rId3" Type="http://schemas.openxmlformats.org/officeDocument/2006/relationships/image" Target="../media/image5.png"/><Relationship Id="rId2" Type="http://schemas.openxmlformats.org/officeDocument/2006/relationships/notesSlide" Target="../notesSlides/notesSlide19.xml"/><Relationship Id="rId1" Type="http://schemas.openxmlformats.org/officeDocument/2006/relationships/slideLayout" Target="../slideLayouts/slideLayout2.xml"/></Relationships>
</file>

<file path=ppt/slides/_rels/slide20.xml.rels><?xml version="1.0" encoding="UTF-8" standalone="yes"?>
<Relationships xmlns="http://schemas.openxmlformats.org/package/2006/relationships"><Relationship Id="rId3" Type="http://schemas.openxmlformats.org/officeDocument/2006/relationships/image" Target="../media/image5.png"/><Relationship Id="rId2" Type="http://schemas.openxmlformats.org/officeDocument/2006/relationships/notesSlide" Target="../notesSlides/notesSlide20.xml"/><Relationship Id="rId1" Type="http://schemas.openxmlformats.org/officeDocument/2006/relationships/slideLayout" Target="../slideLayouts/slideLayout2.xml"/></Relationships>
</file>

<file path=ppt/slides/_rels/slide21.xml.rels><?xml version="1.0" encoding="UTF-8" standalone="yes"?>
<Relationships xmlns="http://schemas.openxmlformats.org/package/2006/relationships"><Relationship Id="rId3" Type="http://schemas.openxmlformats.org/officeDocument/2006/relationships/image" Target="../media/image6.jpg"/><Relationship Id="rId2" Type="http://schemas.openxmlformats.org/officeDocument/2006/relationships/notesSlide" Target="../notesSlides/notesSlide21.xml"/><Relationship Id="rId1" Type="http://schemas.openxmlformats.org/officeDocument/2006/relationships/slideLayout" Target="../slideLayouts/slideLayout1.xml"/><Relationship Id="rId4" Type="http://schemas.openxmlformats.org/officeDocument/2006/relationships/image" Target="../media/image7.png"/></Relationships>
</file>

<file path=ppt/slides/_rels/slide22.xml.rels><?xml version="1.0" encoding="UTF-8" standalone="yes"?>
<Relationships xmlns="http://schemas.openxmlformats.org/package/2006/relationships"><Relationship Id="rId3" Type="http://schemas.openxmlformats.org/officeDocument/2006/relationships/image" Target="../media/image5.png"/><Relationship Id="rId2" Type="http://schemas.openxmlformats.org/officeDocument/2006/relationships/notesSlide" Target="../notesSlides/notesSlide22.xml"/><Relationship Id="rId1" Type="http://schemas.openxmlformats.org/officeDocument/2006/relationships/slideLayout" Target="../slideLayouts/slideLayout2.xml"/></Relationships>
</file>

<file path=ppt/slides/_rels/slide23.xml.rels><?xml version="1.0" encoding="UTF-8" standalone="yes"?>
<Relationships xmlns="http://schemas.openxmlformats.org/package/2006/relationships"><Relationship Id="rId3" Type="http://schemas.openxmlformats.org/officeDocument/2006/relationships/image" Target="../media/image5.png"/><Relationship Id="rId2" Type="http://schemas.openxmlformats.org/officeDocument/2006/relationships/notesSlide" Target="../notesSlides/notesSlide23.xml"/><Relationship Id="rId1" Type="http://schemas.openxmlformats.org/officeDocument/2006/relationships/slideLayout" Target="../slideLayouts/slideLayout2.xml"/><Relationship Id="rId5" Type="http://schemas.openxmlformats.org/officeDocument/2006/relationships/image" Target="../media/image9.svg"/><Relationship Id="rId4" Type="http://schemas.openxmlformats.org/officeDocument/2006/relationships/image" Target="../media/image8.png"/></Relationships>
</file>

<file path=ppt/slides/_rels/slide24.xml.rels><?xml version="1.0" encoding="UTF-8" standalone="yes"?>
<Relationships xmlns="http://schemas.openxmlformats.org/package/2006/relationships"><Relationship Id="rId3" Type="http://schemas.openxmlformats.org/officeDocument/2006/relationships/notesSlide" Target="../notesSlides/notesSlide24.xml"/><Relationship Id="rId2" Type="http://schemas.openxmlformats.org/officeDocument/2006/relationships/slideLayout" Target="../slideLayouts/slideLayout2.xml"/><Relationship Id="rId1" Type="http://schemas.openxmlformats.org/officeDocument/2006/relationships/video" Target="https://www.youtube.com/embed/AB0ehpoGNZU?feature=oembed" TargetMode="External"/><Relationship Id="rId6" Type="http://schemas.openxmlformats.org/officeDocument/2006/relationships/hyperlink" Target="https://youtu.be/AB0ehpoGNZU?si=qzp9HoeXxZYwsuXb" TargetMode="External"/><Relationship Id="rId5" Type="http://schemas.openxmlformats.org/officeDocument/2006/relationships/image" Target="../media/image10.jpeg"/><Relationship Id="rId4" Type="http://schemas.openxmlformats.org/officeDocument/2006/relationships/image" Target="../media/image5.png"/></Relationships>
</file>

<file path=ppt/slides/_rels/slide25.xml.rels><?xml version="1.0" encoding="UTF-8" standalone="yes"?>
<Relationships xmlns="http://schemas.openxmlformats.org/package/2006/relationships"><Relationship Id="rId3" Type="http://schemas.openxmlformats.org/officeDocument/2006/relationships/image" Target="../media/image5.png"/><Relationship Id="rId2" Type="http://schemas.openxmlformats.org/officeDocument/2006/relationships/notesSlide" Target="../notesSlides/notesSlide25.xml"/><Relationship Id="rId1" Type="http://schemas.openxmlformats.org/officeDocument/2006/relationships/slideLayout" Target="../slideLayouts/slideLayout2.xml"/></Relationships>
</file>

<file path=ppt/slides/_rels/slide26.xml.rels><?xml version="1.0" encoding="UTF-8" standalone="yes"?>
<Relationships xmlns="http://schemas.openxmlformats.org/package/2006/relationships"><Relationship Id="rId3" Type="http://schemas.openxmlformats.org/officeDocument/2006/relationships/image" Target="../media/image5.png"/><Relationship Id="rId2" Type="http://schemas.openxmlformats.org/officeDocument/2006/relationships/notesSlide" Target="../notesSlides/notesSlide26.xml"/><Relationship Id="rId1" Type="http://schemas.openxmlformats.org/officeDocument/2006/relationships/slideLayout" Target="../slideLayouts/slideLayout2.xml"/><Relationship Id="rId5" Type="http://schemas.openxmlformats.org/officeDocument/2006/relationships/image" Target="../media/image12.svg"/><Relationship Id="rId4" Type="http://schemas.openxmlformats.org/officeDocument/2006/relationships/image" Target="../media/image11.png"/></Relationships>
</file>

<file path=ppt/slides/_rels/slide27.xml.rels><?xml version="1.0" encoding="UTF-8" standalone="yes"?>
<Relationships xmlns="http://schemas.openxmlformats.org/package/2006/relationships"><Relationship Id="rId3" Type="http://schemas.openxmlformats.org/officeDocument/2006/relationships/image" Target="../media/image5.png"/><Relationship Id="rId2" Type="http://schemas.openxmlformats.org/officeDocument/2006/relationships/notesSlide" Target="../notesSlides/notesSlide27.xml"/><Relationship Id="rId1" Type="http://schemas.openxmlformats.org/officeDocument/2006/relationships/slideLayout" Target="../slideLayouts/slideLayout2.xml"/></Relationships>
</file>

<file path=ppt/slides/_rels/slide28.xml.rels><?xml version="1.0" encoding="UTF-8" standalone="yes"?>
<Relationships xmlns="http://schemas.openxmlformats.org/package/2006/relationships"><Relationship Id="rId3" Type="http://schemas.openxmlformats.org/officeDocument/2006/relationships/image" Target="../media/image4.jpg"/><Relationship Id="rId2" Type="http://schemas.openxmlformats.org/officeDocument/2006/relationships/notesSlide" Target="../notesSlides/notesSlide28.xml"/><Relationship Id="rId1" Type="http://schemas.openxmlformats.org/officeDocument/2006/relationships/slideLayout" Target="../slideLayouts/slideLayout1.xml"/><Relationship Id="rId4" Type="http://schemas.openxmlformats.org/officeDocument/2006/relationships/image" Target="../media/image5.png"/></Relationships>
</file>

<file path=ppt/slides/_rels/slide29.xml.rels><?xml version="1.0" encoding="UTF-8" standalone="yes"?>
<Relationships xmlns="http://schemas.openxmlformats.org/package/2006/relationships"><Relationship Id="rId3" Type="http://schemas.openxmlformats.org/officeDocument/2006/relationships/image" Target="../media/image6.jpg"/><Relationship Id="rId2" Type="http://schemas.openxmlformats.org/officeDocument/2006/relationships/notesSlide" Target="../notesSlides/notesSlide29.xml"/><Relationship Id="rId1" Type="http://schemas.openxmlformats.org/officeDocument/2006/relationships/slideLayout" Target="../slideLayouts/slideLayout1.xml"/><Relationship Id="rId4" Type="http://schemas.openxmlformats.org/officeDocument/2006/relationships/image" Target="../media/image13.png"/></Relationships>
</file>

<file path=ppt/slides/slide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blipFill>
          <a:blip r:embed="rId3">
            <a:alphaModFix/>
          </a:blip>
          <a:stretch>
            <a:fillRect/>
          </a:stretch>
        </a:blipFill>
        <a:effectLst/>
      </p:bgPr>
    </p:bg>
    <p:spTree>
      <p:nvGrpSpPr>
        <p:cNvPr id="1" name="Shape 81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82" name="Google Shape;82;p26"/>
          <p:cNvSpPr txBox="1"/>
          <p:nvPr/>
        </p:nvSpPr>
        <p:spPr>
          <a:xfrm>
            <a:off x="1134035" y="2553964"/>
            <a:ext cx="9924000" cy="2723782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t" anchorCtr="0">
            <a:spAutoFit/>
          </a:bodyPr>
          <a:lstStyle/>
          <a:p>
            <a:pPr marL="0" marR="0" lvl="0" indent="0" algn="ctr" rtl="0">
              <a:lnSpc>
                <a:spcPct val="100000"/>
              </a:lnSpc>
              <a:spcBef>
                <a:spcPts val="600"/>
              </a:spcBef>
              <a:spcAft>
                <a:spcPts val="0"/>
              </a:spcAft>
              <a:buClr>
                <a:srgbClr val="000000"/>
              </a:buClr>
              <a:buSzPts val="4500"/>
              <a:buFont typeface="Arial"/>
              <a:buNone/>
            </a:pPr>
            <a:r>
              <a:rPr lang="en-US" sz="4500" b="1" i="0" u="none" strike="noStrike" cap="none" dirty="0">
                <a:solidFill>
                  <a:schemeClr val="lt1"/>
                </a:solidFill>
                <a:latin typeface="Atkinson Hyperlegible Next"/>
                <a:ea typeface="Arial"/>
                <a:cs typeface="Arial"/>
                <a:sym typeface="Arial"/>
              </a:rPr>
              <a:t>SE 423: Introduction to Mechatronics</a:t>
            </a:r>
            <a:endParaRPr sz="4500" b="0" i="0" u="none" strike="noStrike" cap="none" dirty="0">
              <a:solidFill>
                <a:srgbClr val="000000"/>
              </a:solidFill>
              <a:latin typeface="Atkinson Hyperlegible Next"/>
              <a:ea typeface="Arial"/>
              <a:cs typeface="Arial"/>
              <a:sym typeface="Arial"/>
            </a:endParaRPr>
          </a:p>
          <a:p>
            <a:pPr marL="0" marR="0" lvl="0" indent="0" algn="ctr" rtl="0">
              <a:lnSpc>
                <a:spcPct val="100000"/>
              </a:lnSpc>
              <a:spcBef>
                <a:spcPts val="600"/>
              </a:spcBef>
              <a:spcAft>
                <a:spcPts val="0"/>
              </a:spcAft>
              <a:buNone/>
            </a:pPr>
            <a:r>
              <a:rPr lang="en-US" sz="2500" dirty="0">
                <a:solidFill>
                  <a:schemeClr val="lt1"/>
                </a:solidFill>
              </a:rPr>
              <a:t>Lecture 2: Peripherals</a:t>
            </a:r>
            <a:endParaRPr dirty="0"/>
          </a:p>
          <a:p>
            <a:pPr marL="0" marR="0" lvl="0" indent="0" algn="ctr" rtl="0">
              <a:lnSpc>
                <a:spcPct val="100000"/>
              </a:lnSpc>
              <a:spcBef>
                <a:spcPts val="600"/>
              </a:spcBef>
              <a:spcAft>
                <a:spcPts val="0"/>
              </a:spcAft>
              <a:buNone/>
            </a:pPr>
            <a:endParaRPr sz="1800" b="0" i="0" u="none" strike="noStrike" cap="none" dirty="0">
              <a:solidFill>
                <a:schemeClr val="lt1"/>
              </a:solidFill>
              <a:latin typeface="Atkinson Hyperlegible Next"/>
              <a:ea typeface="Arial"/>
              <a:cs typeface="Arial"/>
              <a:sym typeface="Arial"/>
            </a:endParaRPr>
          </a:p>
          <a:p>
            <a:pPr marL="0" marR="0" lvl="0" indent="0" algn="ctr" rtl="0">
              <a:lnSpc>
                <a:spcPct val="100000"/>
              </a:lnSpc>
              <a:spcBef>
                <a:spcPts val="600"/>
              </a:spcBef>
              <a:spcAft>
                <a:spcPts val="0"/>
              </a:spcAft>
              <a:buNone/>
            </a:pPr>
            <a:r>
              <a:rPr lang="en-US" sz="1800" dirty="0">
                <a:solidFill>
                  <a:schemeClr val="lt1"/>
                </a:solidFill>
              </a:rPr>
              <a:t>Marius Juston</a:t>
            </a:r>
            <a:endParaRPr sz="1800" b="0" i="0" u="none" strike="noStrike" cap="none" dirty="0">
              <a:solidFill>
                <a:srgbClr val="000000"/>
              </a:solidFill>
              <a:latin typeface="Atkinson Hyperlegible Next"/>
              <a:ea typeface="Arial"/>
              <a:cs typeface="Arial"/>
              <a:sym typeface="Arial"/>
            </a:endParaRPr>
          </a:p>
        </p:txBody>
      </p:sp>
      <p:sp>
        <p:nvSpPr>
          <p:cNvPr id="83" name="Google Shape;83;p26"/>
          <p:cNvSpPr txBox="1"/>
          <p:nvPr/>
        </p:nvSpPr>
        <p:spPr>
          <a:xfrm>
            <a:off x="3922059" y="5413888"/>
            <a:ext cx="4347882" cy="369291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t" anchorCtr="0">
            <a:spAutoFit/>
          </a:bodyPr>
          <a:lstStyle/>
          <a:p>
            <a:pPr marL="0" marR="0" lvl="0" indent="0" algn="ctr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800"/>
              <a:buFont typeface="Arial"/>
              <a:buNone/>
            </a:pPr>
            <a:r>
              <a:rPr lang="en-US" sz="1800" b="0" i="0" u="none" strike="noStrike" cap="none" dirty="0">
                <a:solidFill>
                  <a:schemeClr val="lt1"/>
                </a:solidFill>
                <a:latin typeface="Atkinson Hyperlegible Next"/>
                <a:ea typeface="Arial"/>
                <a:cs typeface="Arial"/>
                <a:sym typeface="Arial"/>
              </a:rPr>
              <a:t>Monday, </a:t>
            </a:r>
            <a:r>
              <a:rPr lang="en-US" sz="1800" b="0" i="0" u="none" strike="noStrike" cap="none">
                <a:solidFill>
                  <a:schemeClr val="lt1"/>
                </a:solidFill>
                <a:latin typeface="Atkinson Hyperlegible Next"/>
                <a:ea typeface="Arial"/>
                <a:cs typeface="Arial"/>
                <a:sym typeface="Arial"/>
              </a:rPr>
              <a:t>January 26</a:t>
            </a:r>
            <a:r>
              <a:rPr lang="en-US" sz="1800" b="0" i="0" u="none" strike="noStrike" cap="none" baseline="30000">
                <a:solidFill>
                  <a:schemeClr val="lt1"/>
                </a:solidFill>
                <a:latin typeface="Atkinson Hyperlegible Next"/>
                <a:ea typeface="Arial"/>
                <a:cs typeface="Arial"/>
                <a:sym typeface="Arial"/>
              </a:rPr>
              <a:t>th</a:t>
            </a:r>
            <a:r>
              <a:rPr lang="en-US" sz="1800" b="0" i="0" u="none" strike="noStrike" cap="none">
                <a:solidFill>
                  <a:schemeClr val="lt1"/>
                </a:solidFill>
                <a:latin typeface="Atkinson Hyperlegible Next"/>
                <a:ea typeface="Arial"/>
                <a:cs typeface="Arial"/>
                <a:sym typeface="Arial"/>
              </a:rPr>
              <a:t>, </a:t>
            </a:r>
            <a:r>
              <a:rPr lang="en-US" sz="1800" b="0" i="0" u="none" strike="noStrike" cap="none" dirty="0">
                <a:solidFill>
                  <a:schemeClr val="lt1"/>
                </a:solidFill>
                <a:latin typeface="Atkinson Hyperlegible Next"/>
                <a:ea typeface="Arial"/>
                <a:cs typeface="Arial"/>
                <a:sym typeface="Arial"/>
              </a:rPr>
              <a:t>2026</a:t>
            </a:r>
            <a:endParaRPr sz="1800" b="0" i="0" u="none" strike="noStrike" cap="none" dirty="0">
              <a:solidFill>
                <a:schemeClr val="lt1"/>
              </a:solidFill>
              <a:latin typeface="Atkinson Hyperlegible Next"/>
              <a:ea typeface="Arial"/>
              <a:cs typeface="Arial"/>
              <a:sym typeface="Arial"/>
            </a:endParaRPr>
          </a:p>
        </p:txBody>
      </p:sp>
      <p:pic>
        <p:nvPicPr>
          <p:cNvPr id="84" name="Google Shape;84;p26"/>
          <p:cNvPicPr preferRelativeResize="0"/>
          <p:nvPr/>
        </p:nvPicPr>
        <p:blipFill rotWithShape="1">
          <a:blip r:embed="rId4">
            <a:alphaModFix/>
          </a:blip>
          <a:srcRect/>
          <a:stretch/>
        </p:blipFill>
        <p:spPr>
          <a:xfrm>
            <a:off x="4641007" y="1004743"/>
            <a:ext cx="2909982" cy="754664"/>
          </a:xfrm>
          <a:prstGeom prst="rect">
            <a:avLst/>
          </a:prstGeom>
          <a:noFill/>
          <a:ln>
            <a:noFill/>
          </a:ln>
        </p:spPr>
      </p:pic>
      <p:pic>
        <p:nvPicPr>
          <p:cNvPr id="5" name="Picture 4">
            <a:extLst>
              <a:ext uri="{FF2B5EF4-FFF2-40B4-BE49-F238E27FC236}">
                <a16:creationId xmlns:a16="http://schemas.microsoft.com/office/drawing/2014/main" id="{3DEDD2ED-7EA0-C726-B86C-DAF6A1B5857D}"/>
              </a:ext>
            </a:extLst>
          </p:cNvPr>
          <p:cNvPicPr>
            <a:picLocks noChangeAspect="1"/>
          </p:cNvPicPr>
          <p:nvPr/>
        </p:nvPicPr>
        <p:blipFill>
          <a:blip r:embed="rId5"/>
          <a:stretch>
            <a:fillRect/>
          </a:stretch>
        </p:blipFill>
        <p:spPr>
          <a:xfrm>
            <a:off x="420738" y="2474829"/>
            <a:ext cx="3994099" cy="3308350"/>
          </a:xfrm>
          <a:prstGeom prst="rect">
            <a:avLst/>
          </a:prstGeom>
        </p:spPr>
      </p:pic>
    </p:spTree>
  </p:cSld>
  <p:clrMapOvr>
    <a:masterClrMapping/>
  </p:clrMapOvr>
</p:sld>
</file>

<file path=ppt/slides/slide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blipFill>
          <a:blip r:embed="rId3">
            <a:alphaModFix/>
          </a:blip>
          <a:stretch>
            <a:fillRect/>
          </a:stretch>
        </a:blipFill>
        <a:effectLst/>
      </p:bgPr>
    </p:bg>
    <p:spTree>
      <p:nvGrpSpPr>
        <p:cNvPr id="1" name="Shape 88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89" name="Google Shape;89;p27"/>
          <p:cNvSpPr txBox="1"/>
          <p:nvPr/>
        </p:nvSpPr>
        <p:spPr>
          <a:xfrm>
            <a:off x="2206906" y="2208590"/>
            <a:ext cx="7778187" cy="1015663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t" anchorCtr="0">
            <a:spAutoFit/>
          </a:bodyPr>
          <a:lstStyle/>
          <a:p>
            <a:pPr marL="0" marR="0" lvl="0" indent="0" algn="ctr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6000"/>
              <a:buFont typeface="Arial"/>
              <a:buNone/>
            </a:pPr>
            <a:r>
              <a:rPr lang="en-US" sz="6000" b="1" i="0" u="none" strike="noStrike" cap="none" dirty="0">
                <a:solidFill>
                  <a:schemeClr val="lt1"/>
                </a:solidFill>
                <a:latin typeface="Atkinson Hyperlegible Next"/>
                <a:ea typeface="Arial"/>
                <a:cs typeface="Arial"/>
                <a:sym typeface="Arial"/>
              </a:rPr>
              <a:t>Questions?</a:t>
            </a:r>
            <a:endParaRPr sz="1400" b="0" i="0" u="none" strike="noStrike" cap="none" dirty="0">
              <a:solidFill>
                <a:srgbClr val="000000"/>
              </a:solidFill>
              <a:latin typeface="Atkinson Hyperlegible Next"/>
              <a:ea typeface="Arial"/>
              <a:cs typeface="Arial"/>
              <a:sym typeface="Arial"/>
            </a:endParaRPr>
          </a:p>
        </p:txBody>
      </p:sp>
      <p:sp>
        <p:nvSpPr>
          <p:cNvPr id="90" name="Google Shape;90;p27"/>
          <p:cNvSpPr txBox="1"/>
          <p:nvPr/>
        </p:nvSpPr>
        <p:spPr>
          <a:xfrm>
            <a:off x="1441528" y="3949780"/>
            <a:ext cx="9308941" cy="52318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t" anchorCtr="0">
            <a:spAutoFit/>
          </a:bodyPr>
          <a:lstStyle/>
          <a:p>
            <a:pPr marL="0" marR="0" lvl="0" indent="0" algn="ctr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2800"/>
              <a:buFont typeface="Arial"/>
              <a:buNone/>
            </a:pPr>
            <a:r>
              <a:rPr lang="en-US" sz="2800" b="0" i="0" u="none" strike="noStrike" cap="none" dirty="0">
                <a:solidFill>
                  <a:schemeClr val="lt1"/>
                </a:solidFill>
                <a:latin typeface="Atkinson Hyperlegible Next"/>
                <a:ea typeface="Arial"/>
                <a:cs typeface="Arial"/>
                <a:sym typeface="Arial"/>
              </a:rPr>
              <a:t>How was the first lab? Enjoyed it?</a:t>
            </a:r>
          </a:p>
        </p:txBody>
      </p:sp>
      <p:grpSp>
        <p:nvGrpSpPr>
          <p:cNvPr id="91" name="Google Shape;91;p27"/>
          <p:cNvGrpSpPr/>
          <p:nvPr/>
        </p:nvGrpSpPr>
        <p:grpSpPr>
          <a:xfrm>
            <a:off x="3943790" y="3394489"/>
            <a:ext cx="3861740" cy="322845"/>
            <a:chOff x="3943790" y="2676939"/>
            <a:chExt cx="3861740" cy="322845"/>
          </a:xfrm>
        </p:grpSpPr>
        <p:cxnSp>
          <p:nvCxnSpPr>
            <p:cNvPr id="92" name="Google Shape;92;p27"/>
            <p:cNvCxnSpPr/>
            <p:nvPr/>
          </p:nvCxnSpPr>
          <p:spPr>
            <a:xfrm>
              <a:off x="4426226" y="2676939"/>
              <a:ext cx="3379304" cy="0"/>
            </a:xfrm>
            <a:prstGeom prst="straightConnector1">
              <a:avLst/>
            </a:prstGeom>
            <a:noFill/>
            <a:ln w="19050" cap="flat" cmpd="sng">
              <a:solidFill>
                <a:srgbClr val="E84B36"/>
              </a:solidFill>
              <a:prstDash val="solid"/>
              <a:round/>
              <a:headEnd type="none" w="sm" len="sm"/>
              <a:tailEnd type="none" w="sm" len="sm"/>
            </a:ln>
          </p:spPr>
        </p:cxnSp>
        <p:cxnSp>
          <p:nvCxnSpPr>
            <p:cNvPr id="93" name="Google Shape;93;p27"/>
            <p:cNvCxnSpPr/>
            <p:nvPr/>
          </p:nvCxnSpPr>
          <p:spPr>
            <a:xfrm rot="10800000" flipH="1">
              <a:off x="3943790" y="2676939"/>
              <a:ext cx="482436" cy="322845"/>
            </a:xfrm>
            <a:prstGeom prst="straightConnector1">
              <a:avLst/>
            </a:prstGeom>
            <a:noFill/>
            <a:ln w="19050" cap="flat" cmpd="sng">
              <a:solidFill>
                <a:srgbClr val="E84B36"/>
              </a:solidFill>
              <a:prstDash val="solid"/>
              <a:round/>
              <a:headEnd type="none" w="sm" len="sm"/>
              <a:tailEnd type="none" w="sm" len="sm"/>
            </a:ln>
          </p:spPr>
        </p:cxnSp>
      </p:grpSp>
      <p:pic>
        <p:nvPicPr>
          <p:cNvPr id="94" name="Google Shape;94;p27"/>
          <p:cNvPicPr preferRelativeResize="0"/>
          <p:nvPr/>
        </p:nvPicPr>
        <p:blipFill rotWithShape="1">
          <a:blip r:embed="rId4">
            <a:alphaModFix/>
          </a:blip>
          <a:srcRect/>
          <a:stretch/>
        </p:blipFill>
        <p:spPr>
          <a:xfrm>
            <a:off x="11557509" y="233819"/>
            <a:ext cx="271308" cy="389810"/>
          </a:xfrm>
          <a:prstGeom prst="rect">
            <a:avLst/>
          </a:prstGeom>
          <a:noFill/>
          <a:ln>
            <a:noFill/>
          </a:ln>
        </p:spPr>
      </p:pic>
      <p:sp>
        <p:nvSpPr>
          <p:cNvPr id="95" name="Google Shape;95;p27"/>
          <p:cNvSpPr txBox="1"/>
          <p:nvPr/>
        </p:nvSpPr>
        <p:spPr>
          <a:xfrm>
            <a:off x="9335597" y="6524381"/>
            <a:ext cx="2473415" cy="230792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t" anchorCtr="0">
            <a:spAutoFit/>
          </a:bodyPr>
          <a:lstStyle/>
          <a:p>
            <a:pPr marL="0" marR="0" lvl="0" indent="0" algn="r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en-US" sz="900" b="0" i="0" u="none" strike="noStrike" cap="none">
                <a:solidFill>
                  <a:schemeClr val="lt1"/>
                </a:solidFill>
                <a:latin typeface="Atkinson Hyperlegible Next"/>
                <a:ea typeface="Arial"/>
                <a:cs typeface="Arial"/>
                <a:sym typeface="Arial"/>
              </a:rPr>
              <a:t>GRAINGER ENGINEERING</a:t>
            </a:r>
            <a:endParaRPr/>
          </a:p>
        </p:txBody>
      </p:sp>
      <p:sp>
        <p:nvSpPr>
          <p:cNvPr id="96" name="Google Shape;96;p27"/>
          <p:cNvSpPr txBox="1"/>
          <p:nvPr/>
        </p:nvSpPr>
        <p:spPr>
          <a:xfrm>
            <a:off x="376807" y="6524381"/>
            <a:ext cx="7991337" cy="230792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t" anchorCtr="0">
            <a:spAutoFit/>
          </a:bodyPr>
          <a:lstStyle/>
          <a:p>
            <a:pPr marL="0" marR="0" lvl="0" indent="0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en-US" sz="900" dirty="0">
                <a:solidFill>
                  <a:schemeClr val="lt1"/>
                </a:solidFill>
              </a:rPr>
              <a:t>SYSTEMS ENGINEERING </a:t>
            </a:r>
            <a:endParaRPr dirty="0"/>
          </a:p>
        </p:txBody>
      </p:sp>
      <p:grpSp>
        <p:nvGrpSpPr>
          <p:cNvPr id="97" name="Google Shape;97;p27"/>
          <p:cNvGrpSpPr/>
          <p:nvPr/>
        </p:nvGrpSpPr>
        <p:grpSpPr>
          <a:xfrm>
            <a:off x="4066674" y="6601537"/>
            <a:ext cx="5233412" cy="70446"/>
            <a:chOff x="4033424" y="6601537"/>
            <a:chExt cx="5233412" cy="70446"/>
          </a:xfrm>
        </p:grpSpPr>
        <p:cxnSp>
          <p:nvCxnSpPr>
            <p:cNvPr id="98" name="Google Shape;98;p27"/>
            <p:cNvCxnSpPr/>
            <p:nvPr/>
          </p:nvCxnSpPr>
          <p:spPr>
            <a:xfrm rot="10800000">
              <a:off x="4033424" y="6639606"/>
              <a:ext cx="5164651" cy="0"/>
            </a:xfrm>
            <a:prstGeom prst="straightConnector1">
              <a:avLst/>
            </a:prstGeom>
            <a:noFill/>
            <a:ln w="9525" cap="flat" cmpd="sng">
              <a:solidFill>
                <a:schemeClr val="lt1"/>
              </a:solidFill>
              <a:prstDash val="solid"/>
              <a:round/>
              <a:headEnd type="none" w="sm" len="sm"/>
              <a:tailEnd type="none" w="sm" len="sm"/>
            </a:ln>
          </p:spPr>
        </p:cxnSp>
        <p:sp>
          <p:nvSpPr>
            <p:cNvPr id="99" name="Google Shape;99;p27"/>
            <p:cNvSpPr/>
            <p:nvPr/>
          </p:nvSpPr>
          <p:spPr>
            <a:xfrm>
              <a:off x="9196390" y="6601537"/>
              <a:ext cx="70446" cy="70446"/>
            </a:xfrm>
            <a:prstGeom prst="ellipse">
              <a:avLst/>
            </a:prstGeom>
            <a:solidFill>
              <a:schemeClr val="lt1"/>
            </a:solidFill>
            <a:ln>
              <a:noFill/>
            </a:ln>
          </p:spPr>
          <p:txBody>
            <a:bodyPr spcFirstLastPara="1" wrap="square" lIns="91425" tIns="45700" rIns="91425" bIns="45700" anchor="ctr" anchorCtr="0">
              <a:noAutofit/>
            </a:bodyPr>
            <a:lstStyle/>
            <a:p>
              <a:pPr marL="0" marR="0" lvl="0" indent="0" algn="ctr" rtl="0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None/>
              </a:pPr>
              <a:endParaRPr sz="1400" b="0" i="0" u="none" strike="noStrike" cap="none">
                <a:solidFill>
                  <a:schemeClr val="lt1"/>
                </a:solidFill>
                <a:latin typeface="Atkinson Hyperlegible Next"/>
                <a:ea typeface="Arial"/>
                <a:cs typeface="Arial"/>
                <a:sym typeface="Arial"/>
              </a:endParaRPr>
            </a:p>
          </p:txBody>
        </p:sp>
      </p:grpSp>
    </p:spTree>
  </p:cSld>
  <p:clrMapOvr>
    <a:masterClrMapping/>
  </p:clrMapOvr>
</p:sld>
</file>

<file path=ppt/slides/slide3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Shape 117">
          <a:extLst>
            <a:ext uri="{FF2B5EF4-FFF2-40B4-BE49-F238E27FC236}">
              <a16:creationId xmlns:a16="http://schemas.microsoft.com/office/drawing/2014/main" id="{781D3E48-EB5B-86EE-C4D9-54116487B2DB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18" name="Google Shape;118;p29">
            <a:extLst>
              <a:ext uri="{FF2B5EF4-FFF2-40B4-BE49-F238E27FC236}">
                <a16:creationId xmlns:a16="http://schemas.microsoft.com/office/drawing/2014/main" id="{3BCC2F8C-3A4A-AD98-3682-D9499379E419}"/>
              </a:ext>
            </a:extLst>
          </p:cNvPr>
          <p:cNvSpPr txBox="1">
            <a:spLocks noGrp="1"/>
          </p:cNvSpPr>
          <p:nvPr>
            <p:ph type="body" idx="1"/>
          </p:nvPr>
        </p:nvSpPr>
        <p:spPr>
          <a:xfrm>
            <a:off x="376809" y="1334279"/>
            <a:ext cx="11177401" cy="4821102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t" anchorCtr="0">
            <a:noAutofit/>
          </a:bodyPr>
          <a:lstStyle/>
          <a:p>
            <a:pPr marL="0" lvl="0" indent="0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3000"/>
              <a:buNone/>
            </a:pPr>
            <a:r>
              <a:rPr lang="en-US" sz="2600" b="1" dirty="0">
                <a:solidFill>
                  <a:srgbClr val="E84B36"/>
                </a:solidFill>
                <a:latin typeface="Atkinson Hyperlegible Next"/>
                <a:ea typeface="Arial"/>
                <a:cs typeface="Arial"/>
                <a:sym typeface="Arial"/>
              </a:rPr>
              <a:t>Times:</a:t>
            </a:r>
          </a:p>
          <a:p>
            <a:pPr marL="0" lvl="0" indent="0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3000"/>
              <a:buNone/>
            </a:pPr>
            <a:endParaRPr lang="en-US" sz="2600" b="1" dirty="0">
              <a:solidFill>
                <a:srgbClr val="E84B36"/>
              </a:solidFill>
              <a:latin typeface="Atkinson Hyperlegible Next"/>
              <a:ea typeface="Arial"/>
              <a:cs typeface="Arial"/>
              <a:sym typeface="Arial"/>
            </a:endParaRPr>
          </a:p>
          <a:p>
            <a:pPr marL="285750" indent="-285750">
              <a:lnSpc>
                <a:spcPct val="100000"/>
              </a:lnSpc>
              <a:spcBef>
                <a:spcPts val="0"/>
              </a:spcBef>
              <a:buSzPts val="3000"/>
            </a:pPr>
            <a:r>
              <a:rPr lang="en-US" sz="1800" b="1" dirty="0">
                <a:solidFill>
                  <a:schemeClr val="dk1"/>
                </a:solidFill>
                <a:latin typeface="Atkinson Hyperlegible Next"/>
                <a:ea typeface="Arial"/>
                <a:cs typeface="Arial"/>
                <a:sym typeface="Arial"/>
              </a:rPr>
              <a:t>Monday: </a:t>
            </a:r>
            <a:r>
              <a:rPr lang="en-US" sz="1800" dirty="0">
                <a:solidFill>
                  <a:schemeClr val="dk1"/>
                </a:solidFill>
                <a:latin typeface="Atkinson Hyperlegible Next"/>
                <a:ea typeface="Arial"/>
                <a:cs typeface="Arial"/>
                <a:sym typeface="Arial"/>
              </a:rPr>
              <a:t>4-6 PM</a:t>
            </a:r>
            <a:r>
              <a:rPr lang="en-US" sz="1800" b="1" dirty="0">
                <a:solidFill>
                  <a:schemeClr val="dk1"/>
                </a:solidFill>
                <a:latin typeface="Atkinson Hyperlegible Next"/>
                <a:ea typeface="Arial"/>
                <a:cs typeface="Arial"/>
                <a:sym typeface="Arial"/>
              </a:rPr>
              <a:t>, </a:t>
            </a:r>
            <a:r>
              <a:rPr lang="en-US" sz="1800" dirty="0">
                <a:solidFill>
                  <a:schemeClr val="dk1"/>
                </a:solidFill>
                <a:latin typeface="Atkinson Hyperlegible Next"/>
                <a:ea typeface="Arial"/>
                <a:cs typeface="Arial"/>
                <a:sym typeface="Arial"/>
              </a:rPr>
              <a:t>Samuel</a:t>
            </a:r>
          </a:p>
          <a:p>
            <a:pPr marL="285750" indent="-285750">
              <a:lnSpc>
                <a:spcPct val="100000"/>
              </a:lnSpc>
              <a:spcBef>
                <a:spcPts val="0"/>
              </a:spcBef>
              <a:buSzPts val="3000"/>
            </a:pPr>
            <a:r>
              <a:rPr lang="en-US" sz="1800" b="1" dirty="0">
                <a:latin typeface="Atkinson Hyperlegible Next"/>
                <a:ea typeface="Arial"/>
                <a:cs typeface="Arial"/>
                <a:sym typeface="Arial"/>
              </a:rPr>
              <a:t>Tuesday: </a:t>
            </a:r>
            <a:r>
              <a:rPr lang="en-US" sz="1800" dirty="0">
                <a:latin typeface="Atkinson Hyperlegible Next"/>
                <a:ea typeface="Arial"/>
                <a:cs typeface="Arial"/>
                <a:sym typeface="Arial"/>
              </a:rPr>
              <a:t>11-1 PM</a:t>
            </a:r>
            <a:r>
              <a:rPr lang="en-US" sz="1800" b="1" dirty="0">
                <a:latin typeface="Atkinson Hyperlegible Next"/>
                <a:ea typeface="Arial"/>
                <a:cs typeface="Arial"/>
                <a:sym typeface="Arial"/>
              </a:rPr>
              <a:t>, </a:t>
            </a:r>
            <a:r>
              <a:rPr lang="en-US" sz="1800" dirty="0">
                <a:latin typeface="Atkinson Hyperlegible Next"/>
                <a:ea typeface="Arial"/>
                <a:cs typeface="Arial"/>
                <a:sym typeface="Arial"/>
              </a:rPr>
              <a:t>Lakshmi</a:t>
            </a:r>
          </a:p>
          <a:p>
            <a:pPr marL="285750" indent="-285750">
              <a:lnSpc>
                <a:spcPct val="100000"/>
              </a:lnSpc>
              <a:spcBef>
                <a:spcPts val="0"/>
              </a:spcBef>
              <a:buSzPts val="3000"/>
            </a:pPr>
            <a:r>
              <a:rPr lang="en-US" sz="1800" b="1" dirty="0">
                <a:solidFill>
                  <a:schemeClr val="dk1"/>
                </a:solidFill>
                <a:latin typeface="Atkinson Hyperlegible Next"/>
                <a:ea typeface="Arial"/>
                <a:cs typeface="Arial"/>
                <a:sym typeface="Arial"/>
              </a:rPr>
              <a:t>Tuesday: </a:t>
            </a:r>
            <a:r>
              <a:rPr lang="en-US" sz="1800" dirty="0">
                <a:latin typeface="Atkinson Hyperlegible Next"/>
                <a:ea typeface="Arial"/>
                <a:cs typeface="Arial"/>
                <a:sym typeface="Arial"/>
              </a:rPr>
              <a:t>1-3 PM</a:t>
            </a:r>
            <a:r>
              <a:rPr lang="en-US" sz="1800" b="1" dirty="0">
                <a:latin typeface="Atkinson Hyperlegible Next"/>
                <a:ea typeface="Arial"/>
                <a:cs typeface="Arial"/>
                <a:sym typeface="Arial"/>
              </a:rPr>
              <a:t>, </a:t>
            </a:r>
            <a:r>
              <a:rPr lang="en-US" sz="1800" dirty="0">
                <a:latin typeface="Atkinson Hyperlegible Next"/>
                <a:ea typeface="Arial"/>
                <a:cs typeface="Arial"/>
                <a:sym typeface="Arial"/>
              </a:rPr>
              <a:t>Neel</a:t>
            </a:r>
          </a:p>
          <a:p>
            <a:pPr marL="285750" indent="-285750">
              <a:lnSpc>
                <a:spcPct val="100000"/>
              </a:lnSpc>
              <a:spcBef>
                <a:spcPts val="0"/>
              </a:spcBef>
              <a:buSzPts val="3000"/>
            </a:pPr>
            <a:r>
              <a:rPr lang="en-US" sz="1800" b="1" dirty="0">
                <a:solidFill>
                  <a:schemeClr val="dk1"/>
                </a:solidFill>
                <a:latin typeface="Atkinson Hyperlegible Next"/>
                <a:ea typeface="Arial"/>
                <a:cs typeface="Arial"/>
                <a:sym typeface="Arial"/>
              </a:rPr>
              <a:t>Tuesday: </a:t>
            </a:r>
            <a:r>
              <a:rPr lang="en-US" sz="1800" dirty="0">
                <a:solidFill>
                  <a:schemeClr val="dk1"/>
                </a:solidFill>
                <a:latin typeface="Atkinson Hyperlegible Next"/>
                <a:ea typeface="Arial"/>
                <a:cs typeface="Arial"/>
                <a:sym typeface="Arial"/>
              </a:rPr>
              <a:t>2-5 PM</a:t>
            </a:r>
            <a:r>
              <a:rPr lang="en-US" sz="1800" b="1" dirty="0">
                <a:solidFill>
                  <a:schemeClr val="dk1"/>
                </a:solidFill>
                <a:latin typeface="Atkinson Hyperlegible Next"/>
                <a:ea typeface="Arial"/>
                <a:cs typeface="Arial"/>
                <a:sym typeface="Arial"/>
              </a:rPr>
              <a:t>, </a:t>
            </a:r>
            <a:r>
              <a:rPr lang="en-US" sz="1800" dirty="0">
                <a:solidFill>
                  <a:schemeClr val="dk1"/>
                </a:solidFill>
                <a:latin typeface="Atkinson Hyperlegible Next"/>
                <a:ea typeface="Arial"/>
                <a:cs typeface="Arial"/>
                <a:sym typeface="Arial"/>
              </a:rPr>
              <a:t>Dan &amp; Marius</a:t>
            </a:r>
          </a:p>
          <a:p>
            <a:pPr marL="285750" indent="-285750">
              <a:lnSpc>
                <a:spcPct val="100000"/>
              </a:lnSpc>
              <a:spcBef>
                <a:spcPts val="0"/>
              </a:spcBef>
              <a:buSzPts val="3000"/>
            </a:pPr>
            <a:endParaRPr lang="en-US" sz="1800" b="1" dirty="0">
              <a:latin typeface="Atkinson Hyperlegible Next"/>
              <a:ea typeface="Arial"/>
              <a:cs typeface="Arial"/>
              <a:sym typeface="Arial"/>
            </a:endParaRPr>
          </a:p>
          <a:p>
            <a:pPr marL="285750" indent="-285750">
              <a:lnSpc>
                <a:spcPct val="100000"/>
              </a:lnSpc>
              <a:spcBef>
                <a:spcPts val="0"/>
              </a:spcBef>
              <a:buSzPts val="3000"/>
            </a:pPr>
            <a:endParaRPr lang="en-US" sz="1800" b="1" dirty="0">
              <a:solidFill>
                <a:schemeClr val="dk1"/>
              </a:solidFill>
              <a:latin typeface="Atkinson Hyperlegible Next"/>
              <a:ea typeface="Arial"/>
              <a:cs typeface="Arial"/>
              <a:sym typeface="Arial"/>
            </a:endParaRPr>
          </a:p>
          <a:p>
            <a:pPr marL="285750" indent="-285750">
              <a:lnSpc>
                <a:spcPct val="100000"/>
              </a:lnSpc>
              <a:spcBef>
                <a:spcPts val="0"/>
              </a:spcBef>
              <a:buSzPts val="3000"/>
            </a:pPr>
            <a:r>
              <a:rPr lang="en-US" sz="1800" dirty="0">
                <a:latin typeface="Atkinson Hyperlegible Next"/>
                <a:ea typeface="Arial"/>
                <a:cs typeface="Arial"/>
                <a:sym typeface="Arial"/>
              </a:rPr>
              <a:t>There to help with setting up </a:t>
            </a:r>
            <a:r>
              <a:rPr lang="en-US" sz="1800" dirty="0" err="1">
                <a:latin typeface="Atkinson Hyperlegible Next"/>
                <a:ea typeface="Arial"/>
                <a:cs typeface="Arial"/>
                <a:sym typeface="Arial"/>
              </a:rPr>
              <a:t>CodeComposer</a:t>
            </a:r>
            <a:r>
              <a:rPr lang="en-US" sz="1800" dirty="0">
                <a:latin typeface="Atkinson Hyperlegible Next"/>
                <a:ea typeface="Arial"/>
                <a:cs typeface="Arial"/>
                <a:sym typeface="Arial"/>
              </a:rPr>
              <a:t> ( not necessary but helpful for </a:t>
            </a:r>
            <a:r>
              <a:rPr lang="en-US" sz="1800" dirty="0" err="1">
                <a:latin typeface="Atkinson Hyperlegible Next"/>
                <a:ea typeface="Arial"/>
                <a:cs typeface="Arial"/>
                <a:sym typeface="Arial"/>
              </a:rPr>
              <a:t>homeworks</a:t>
            </a:r>
            <a:r>
              <a:rPr lang="en-US" sz="1800" dirty="0">
                <a:latin typeface="Atkinson Hyperlegible Next"/>
                <a:ea typeface="Arial"/>
                <a:cs typeface="Arial"/>
                <a:sym typeface="Arial"/>
              </a:rPr>
              <a:t> ), finishing the solder, getting checked off for the </a:t>
            </a:r>
            <a:r>
              <a:rPr lang="en-US" sz="1800" dirty="0" err="1">
                <a:latin typeface="Atkinson Hyperlegible Next"/>
                <a:ea typeface="Arial"/>
                <a:cs typeface="Arial"/>
                <a:sym typeface="Arial"/>
              </a:rPr>
              <a:t>homeworks</a:t>
            </a:r>
            <a:r>
              <a:rPr lang="en-US" sz="1800" dirty="0">
                <a:latin typeface="Atkinson Hyperlegible Next"/>
                <a:ea typeface="Arial"/>
                <a:cs typeface="Arial"/>
                <a:sym typeface="Arial"/>
              </a:rPr>
              <a:t>, labs or LabVIEW</a:t>
            </a:r>
          </a:p>
          <a:p>
            <a:pPr marL="285750" indent="-285750">
              <a:lnSpc>
                <a:spcPct val="100000"/>
              </a:lnSpc>
              <a:spcBef>
                <a:spcPts val="0"/>
              </a:spcBef>
              <a:buSzPts val="3000"/>
            </a:pPr>
            <a:r>
              <a:rPr lang="en-US" sz="1800" dirty="0">
                <a:latin typeface="Atkinson Hyperlegible Next"/>
                <a:ea typeface="Arial"/>
                <a:cs typeface="Arial"/>
                <a:sym typeface="Arial"/>
              </a:rPr>
              <a:t>Close to deadlines it will be busy so be sure to come in early!</a:t>
            </a:r>
          </a:p>
          <a:p>
            <a:pPr marL="0" indent="0">
              <a:lnSpc>
                <a:spcPct val="100000"/>
              </a:lnSpc>
              <a:spcBef>
                <a:spcPts val="0"/>
              </a:spcBef>
              <a:buSzPts val="3000"/>
              <a:buNone/>
            </a:pPr>
            <a:endParaRPr sz="1800" dirty="0">
              <a:solidFill>
                <a:schemeClr val="dk1"/>
              </a:solidFill>
              <a:latin typeface="Atkinson Hyperlegible Next"/>
              <a:ea typeface="Arial"/>
              <a:cs typeface="Arial"/>
              <a:sym typeface="Arial"/>
            </a:endParaRPr>
          </a:p>
        </p:txBody>
      </p:sp>
      <p:sp>
        <p:nvSpPr>
          <p:cNvPr id="119" name="Google Shape;119;p29">
            <a:extLst>
              <a:ext uri="{FF2B5EF4-FFF2-40B4-BE49-F238E27FC236}">
                <a16:creationId xmlns:a16="http://schemas.microsoft.com/office/drawing/2014/main" id="{19848B8C-9075-59EA-79FA-AF5B8BFAF8D4}"/>
              </a:ext>
            </a:extLst>
          </p:cNvPr>
          <p:cNvSpPr/>
          <p:nvPr/>
        </p:nvSpPr>
        <p:spPr>
          <a:xfrm rot="10800000" flipH="1">
            <a:off x="0" y="0"/>
            <a:ext cx="12192000" cy="868220"/>
          </a:xfrm>
          <a:prstGeom prst="rect">
            <a:avLst/>
          </a:prstGeom>
          <a:solidFill>
            <a:srgbClr val="13294B"/>
          </a:solidFill>
          <a:ln>
            <a:noFill/>
          </a:ln>
        </p:spPr>
        <p:txBody>
          <a:bodyPr spcFirstLastPara="1" wrap="square" lIns="91425" tIns="45700" rIns="91425" bIns="45700" anchor="ctr" anchorCtr="0">
            <a:noAutofit/>
          </a:bodyPr>
          <a:lstStyle/>
          <a:p>
            <a:pPr marL="0" marR="0" lvl="0" indent="0" algn="ctr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1800"/>
              <a:buFont typeface="Calibri"/>
              <a:buNone/>
            </a:pPr>
            <a:endParaRPr sz="1800" b="0" i="0" u="none" strike="noStrike" cap="none">
              <a:solidFill>
                <a:srgbClr val="13294B"/>
              </a:solidFill>
              <a:latin typeface="Atkinson Hyperlegible Next"/>
              <a:ea typeface="Calibri"/>
              <a:cs typeface="Calibri"/>
              <a:sym typeface="Calibri"/>
            </a:endParaRPr>
          </a:p>
        </p:txBody>
      </p:sp>
      <p:sp>
        <p:nvSpPr>
          <p:cNvPr id="120" name="Google Shape;120;p29">
            <a:extLst>
              <a:ext uri="{FF2B5EF4-FFF2-40B4-BE49-F238E27FC236}">
                <a16:creationId xmlns:a16="http://schemas.microsoft.com/office/drawing/2014/main" id="{6AE21486-AEEC-E367-96A5-81B49AD32D6A}"/>
              </a:ext>
            </a:extLst>
          </p:cNvPr>
          <p:cNvSpPr txBox="1"/>
          <p:nvPr/>
        </p:nvSpPr>
        <p:spPr>
          <a:xfrm>
            <a:off x="376810" y="204051"/>
            <a:ext cx="10910026" cy="461624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t" anchorCtr="0">
            <a:spAutoFit/>
          </a:bodyPr>
          <a:lstStyle/>
          <a:p>
            <a:pPr marL="0" marR="0" lvl="0" indent="0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2400"/>
              <a:buFont typeface="Arial"/>
              <a:buNone/>
            </a:pPr>
            <a:r>
              <a:rPr lang="en-US" sz="2400" b="0" i="0" u="none" strike="noStrike" cap="none" dirty="0">
                <a:solidFill>
                  <a:schemeClr val="lt1"/>
                </a:solidFill>
                <a:latin typeface="Atkinson Hyperlegible Next"/>
                <a:ea typeface="Arial"/>
                <a:cs typeface="Arial"/>
                <a:sym typeface="Arial"/>
              </a:rPr>
              <a:t>Office Hours</a:t>
            </a:r>
            <a:endParaRPr sz="2400" b="0" i="0" u="none" strike="noStrike" cap="none" dirty="0">
              <a:solidFill>
                <a:schemeClr val="lt1"/>
              </a:solidFill>
              <a:latin typeface="Atkinson Hyperlegible Next"/>
              <a:ea typeface="Arial"/>
              <a:cs typeface="Arial"/>
              <a:sym typeface="Arial"/>
            </a:endParaRPr>
          </a:p>
        </p:txBody>
      </p:sp>
      <p:pic>
        <p:nvPicPr>
          <p:cNvPr id="121" name="Google Shape;121;p29">
            <a:extLst>
              <a:ext uri="{FF2B5EF4-FFF2-40B4-BE49-F238E27FC236}">
                <a16:creationId xmlns:a16="http://schemas.microsoft.com/office/drawing/2014/main" id="{28CCE647-4D9B-354D-A2E9-718CA28CD750}"/>
              </a:ext>
            </a:extLst>
          </p:cNvPr>
          <p:cNvPicPr preferRelativeResize="0"/>
          <p:nvPr/>
        </p:nvPicPr>
        <p:blipFill rotWithShape="1">
          <a:blip r:embed="rId3">
            <a:alphaModFix/>
          </a:blip>
          <a:srcRect/>
          <a:stretch/>
        </p:blipFill>
        <p:spPr>
          <a:xfrm>
            <a:off x="11557509" y="233819"/>
            <a:ext cx="271308" cy="389810"/>
          </a:xfrm>
          <a:prstGeom prst="rect">
            <a:avLst/>
          </a:prstGeom>
          <a:noFill/>
          <a:ln>
            <a:noFill/>
          </a:ln>
        </p:spPr>
      </p:pic>
      <p:sp>
        <p:nvSpPr>
          <p:cNvPr id="122" name="Google Shape;122;p29">
            <a:extLst>
              <a:ext uri="{FF2B5EF4-FFF2-40B4-BE49-F238E27FC236}">
                <a16:creationId xmlns:a16="http://schemas.microsoft.com/office/drawing/2014/main" id="{FAC87A64-580A-4863-38B3-4D1504C83F5F}"/>
              </a:ext>
            </a:extLst>
          </p:cNvPr>
          <p:cNvSpPr txBox="1"/>
          <p:nvPr/>
        </p:nvSpPr>
        <p:spPr>
          <a:xfrm>
            <a:off x="9335597" y="6524381"/>
            <a:ext cx="2473415" cy="230792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t" anchorCtr="0">
            <a:spAutoFit/>
          </a:bodyPr>
          <a:lstStyle/>
          <a:p>
            <a:pPr marL="0" marR="0" lvl="0" indent="0" algn="r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en-US" sz="900" b="0" i="0" u="none" strike="noStrike" cap="none">
                <a:solidFill>
                  <a:srgbClr val="13294B"/>
                </a:solidFill>
                <a:latin typeface="Atkinson Hyperlegible Next"/>
                <a:ea typeface="Arial"/>
                <a:cs typeface="Arial"/>
                <a:sym typeface="Arial"/>
              </a:rPr>
              <a:t>GRAINGER ENGINEERING</a:t>
            </a:r>
            <a:endParaRPr/>
          </a:p>
        </p:txBody>
      </p:sp>
      <p:sp>
        <p:nvSpPr>
          <p:cNvPr id="123" name="Google Shape;123;p29">
            <a:extLst>
              <a:ext uri="{FF2B5EF4-FFF2-40B4-BE49-F238E27FC236}">
                <a16:creationId xmlns:a16="http://schemas.microsoft.com/office/drawing/2014/main" id="{23649EAB-2DB3-2DA4-9AD9-5D94AEE695E1}"/>
              </a:ext>
            </a:extLst>
          </p:cNvPr>
          <p:cNvSpPr txBox="1"/>
          <p:nvPr/>
        </p:nvSpPr>
        <p:spPr>
          <a:xfrm>
            <a:off x="376807" y="6524381"/>
            <a:ext cx="7991337" cy="230792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t" anchorCtr="0">
            <a:spAutoFit/>
          </a:bodyPr>
          <a:lstStyle/>
          <a:p>
            <a:pPr marL="0" marR="0" lvl="0" indent="0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en-US" sz="900" dirty="0">
                <a:solidFill>
                  <a:srgbClr val="13294B"/>
                </a:solidFill>
              </a:rPr>
              <a:t>SYSTEMS ENGINEERING </a:t>
            </a:r>
            <a:endParaRPr dirty="0"/>
          </a:p>
        </p:txBody>
      </p:sp>
      <p:grpSp>
        <p:nvGrpSpPr>
          <p:cNvPr id="124" name="Google Shape;124;p29">
            <a:extLst>
              <a:ext uri="{FF2B5EF4-FFF2-40B4-BE49-F238E27FC236}">
                <a16:creationId xmlns:a16="http://schemas.microsoft.com/office/drawing/2014/main" id="{D41F8E2C-2780-2776-E8ED-542B082247FE}"/>
              </a:ext>
            </a:extLst>
          </p:cNvPr>
          <p:cNvGrpSpPr/>
          <p:nvPr/>
        </p:nvGrpSpPr>
        <p:grpSpPr>
          <a:xfrm>
            <a:off x="4066674" y="6601537"/>
            <a:ext cx="5233412" cy="70446"/>
            <a:chOff x="4033424" y="6601537"/>
            <a:chExt cx="5233412" cy="70446"/>
          </a:xfrm>
        </p:grpSpPr>
        <p:cxnSp>
          <p:nvCxnSpPr>
            <p:cNvPr id="125" name="Google Shape;125;p29">
              <a:extLst>
                <a:ext uri="{FF2B5EF4-FFF2-40B4-BE49-F238E27FC236}">
                  <a16:creationId xmlns:a16="http://schemas.microsoft.com/office/drawing/2014/main" id="{1D628D6E-10A9-03E9-659C-F8F2D0023C66}"/>
                </a:ext>
              </a:extLst>
            </p:cNvPr>
            <p:cNvCxnSpPr/>
            <p:nvPr/>
          </p:nvCxnSpPr>
          <p:spPr>
            <a:xfrm rot="10800000">
              <a:off x="4033424" y="6639606"/>
              <a:ext cx="5164651" cy="0"/>
            </a:xfrm>
            <a:prstGeom prst="straightConnector1">
              <a:avLst/>
            </a:prstGeom>
            <a:noFill/>
            <a:ln w="9525" cap="flat" cmpd="sng">
              <a:solidFill>
                <a:srgbClr val="13294B"/>
              </a:solidFill>
              <a:prstDash val="solid"/>
              <a:round/>
              <a:headEnd type="none" w="sm" len="sm"/>
              <a:tailEnd type="none" w="sm" len="sm"/>
            </a:ln>
          </p:spPr>
        </p:cxnSp>
        <p:sp>
          <p:nvSpPr>
            <p:cNvPr id="126" name="Google Shape;126;p29">
              <a:extLst>
                <a:ext uri="{FF2B5EF4-FFF2-40B4-BE49-F238E27FC236}">
                  <a16:creationId xmlns:a16="http://schemas.microsoft.com/office/drawing/2014/main" id="{7BEB3CD3-0F72-FD08-8FA5-00AD37965F20}"/>
                </a:ext>
              </a:extLst>
            </p:cNvPr>
            <p:cNvSpPr/>
            <p:nvPr/>
          </p:nvSpPr>
          <p:spPr>
            <a:xfrm>
              <a:off x="9196390" y="6601537"/>
              <a:ext cx="70446" cy="70446"/>
            </a:xfrm>
            <a:prstGeom prst="ellipse">
              <a:avLst/>
            </a:prstGeom>
            <a:solidFill>
              <a:srgbClr val="13294B"/>
            </a:solidFill>
            <a:ln>
              <a:noFill/>
            </a:ln>
          </p:spPr>
          <p:txBody>
            <a:bodyPr spcFirstLastPara="1" wrap="square" lIns="91425" tIns="45700" rIns="91425" bIns="45700" anchor="ctr" anchorCtr="0">
              <a:noAutofit/>
            </a:bodyPr>
            <a:lstStyle/>
            <a:p>
              <a:pPr marL="0" marR="0" lvl="0" indent="0" algn="ctr" rtl="0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None/>
              </a:pPr>
              <a:endParaRPr sz="1400" b="0" i="0" u="none" strike="noStrike" cap="none">
                <a:solidFill>
                  <a:srgbClr val="13294B"/>
                </a:solidFill>
                <a:latin typeface="Atkinson Hyperlegible Next"/>
                <a:ea typeface="Arial"/>
                <a:cs typeface="Arial"/>
                <a:sym typeface="Arial"/>
              </a:endParaRPr>
            </a:p>
          </p:txBody>
        </p:sp>
      </p:grpSp>
    </p:spTree>
    <p:extLst>
      <p:ext uri="{BB962C8B-B14F-4D97-AF65-F5344CB8AC3E}">
        <p14:creationId xmlns:p14="http://schemas.microsoft.com/office/powerpoint/2010/main" val="3795841031"/>
      </p:ext>
    </p:extLst>
  </p:cSld>
  <p:clrMapOvr>
    <a:masterClrMapping/>
  </p:clrMapOvr>
</p:sld>
</file>

<file path=ppt/slides/slide4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Shape 117">
          <a:extLst>
            <a:ext uri="{FF2B5EF4-FFF2-40B4-BE49-F238E27FC236}">
              <a16:creationId xmlns:a16="http://schemas.microsoft.com/office/drawing/2014/main" id="{F752EC0B-8783-91E6-CCD2-B7B06FAFF1CC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18" name="Google Shape;118;p29">
            <a:extLst>
              <a:ext uri="{FF2B5EF4-FFF2-40B4-BE49-F238E27FC236}">
                <a16:creationId xmlns:a16="http://schemas.microsoft.com/office/drawing/2014/main" id="{97BDBD34-A31A-FF8F-814D-CEA3F5CE0341}"/>
              </a:ext>
            </a:extLst>
          </p:cNvPr>
          <p:cNvSpPr txBox="1">
            <a:spLocks noGrp="1"/>
          </p:cNvSpPr>
          <p:nvPr>
            <p:ph type="body" idx="1"/>
          </p:nvPr>
        </p:nvSpPr>
        <p:spPr>
          <a:xfrm>
            <a:off x="376809" y="1334279"/>
            <a:ext cx="11177401" cy="4821102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t" anchorCtr="0">
            <a:noAutofit/>
          </a:bodyPr>
          <a:lstStyle/>
          <a:p>
            <a:pPr marL="0" indent="0">
              <a:lnSpc>
                <a:spcPct val="100000"/>
              </a:lnSpc>
              <a:spcBef>
                <a:spcPts val="0"/>
              </a:spcBef>
              <a:buSzPts val="3000"/>
              <a:buNone/>
            </a:pPr>
            <a:r>
              <a:rPr lang="en-US" sz="1800" b="1" dirty="0">
                <a:solidFill>
                  <a:srgbClr val="E84B36"/>
                </a:solidFill>
                <a:latin typeface="Atkinson Hyperlegible Next"/>
                <a:ea typeface="Arial"/>
                <a:cs typeface="Arial"/>
                <a:sym typeface="Arial"/>
              </a:rPr>
              <a:t>Lab:</a:t>
            </a:r>
          </a:p>
          <a:p>
            <a:pPr marL="0" indent="0">
              <a:lnSpc>
                <a:spcPct val="100000"/>
              </a:lnSpc>
              <a:spcBef>
                <a:spcPts val="0"/>
              </a:spcBef>
              <a:buSzPts val="3000"/>
              <a:buNone/>
            </a:pPr>
            <a:endParaRPr lang="en-US" sz="1800" b="1" dirty="0">
              <a:solidFill>
                <a:srgbClr val="E84B36"/>
              </a:solidFill>
              <a:latin typeface="Atkinson Hyperlegible Next"/>
              <a:ea typeface="Arial"/>
              <a:cs typeface="Arial"/>
              <a:sym typeface="Arial"/>
            </a:endParaRPr>
          </a:p>
          <a:p>
            <a:pPr marL="285750" indent="-285750">
              <a:lnSpc>
                <a:spcPct val="100000"/>
              </a:lnSpc>
              <a:spcBef>
                <a:spcPts val="0"/>
              </a:spcBef>
              <a:buSzPts val="3000"/>
            </a:pPr>
            <a:r>
              <a:rPr lang="en-US" sz="1800" dirty="0">
                <a:latin typeface="Atkinson Hyperlegible Next"/>
                <a:ea typeface="Arial"/>
                <a:cs typeface="Arial"/>
                <a:sym typeface="Arial"/>
              </a:rPr>
              <a:t>Starting </a:t>
            </a:r>
            <a:r>
              <a:rPr lang="en-US" sz="1800" dirty="0">
                <a:latin typeface="Atkinson Hyperlegible Next"/>
                <a:ea typeface="Arial"/>
                <a:cs typeface="Arial"/>
                <a:sym typeface="Arial"/>
                <a:hlinkClick r:id="rId3"/>
              </a:rPr>
              <a:t>Lab 1</a:t>
            </a:r>
            <a:r>
              <a:rPr lang="en-US" sz="1800" dirty="0">
                <a:latin typeface="Atkinson Hyperlegible Next"/>
                <a:ea typeface="Arial"/>
                <a:cs typeface="Arial"/>
                <a:sym typeface="Arial"/>
              </a:rPr>
              <a:t> this week, will be using C so be sure to be prepared! </a:t>
            </a:r>
          </a:p>
          <a:p>
            <a:pPr marL="285750" indent="-285750">
              <a:lnSpc>
                <a:spcPct val="100000"/>
              </a:lnSpc>
              <a:spcBef>
                <a:spcPts val="0"/>
              </a:spcBef>
              <a:buSzPts val="3000"/>
            </a:pPr>
            <a:r>
              <a:rPr lang="en-US" sz="1800" dirty="0">
                <a:latin typeface="Atkinson Hyperlegible Next"/>
                <a:ea typeface="Arial"/>
                <a:cs typeface="Arial"/>
                <a:sym typeface="Arial"/>
              </a:rPr>
              <a:t>Do Exercise 1 of Homework 1 to get started in C.</a:t>
            </a:r>
          </a:p>
          <a:p>
            <a:pPr marL="742950" lvl="1" indent="-285750">
              <a:lnSpc>
                <a:spcPct val="100000"/>
              </a:lnSpc>
              <a:spcBef>
                <a:spcPts val="0"/>
              </a:spcBef>
              <a:buSzPts val="3000"/>
            </a:pPr>
            <a:r>
              <a:rPr lang="en-US" sz="1400" dirty="0">
                <a:latin typeface="Atkinson Hyperlegible Next"/>
                <a:ea typeface="Arial"/>
                <a:cs typeface="Arial"/>
                <a:sym typeface="Arial"/>
              </a:rPr>
              <a:t>You cannot use </a:t>
            </a:r>
            <a:r>
              <a:rPr lang="en-US" sz="1400" dirty="0" err="1">
                <a:latin typeface="Atkinson Hyperlegible Next"/>
                <a:ea typeface="Arial"/>
                <a:cs typeface="Arial"/>
                <a:sym typeface="Arial"/>
              </a:rPr>
              <a:t>CodeComposer</a:t>
            </a:r>
            <a:r>
              <a:rPr lang="en-US" sz="1400" dirty="0">
                <a:latin typeface="Atkinson Hyperlegible Next"/>
                <a:ea typeface="Arial"/>
                <a:cs typeface="Arial"/>
                <a:sym typeface="Arial"/>
              </a:rPr>
              <a:t> for that. You can just use an online C compile.</a:t>
            </a:r>
          </a:p>
          <a:p>
            <a:pPr marL="285750" indent="-285750">
              <a:lnSpc>
                <a:spcPct val="100000"/>
              </a:lnSpc>
              <a:spcBef>
                <a:spcPts val="0"/>
              </a:spcBef>
              <a:buSzPts val="3000"/>
            </a:pPr>
            <a:r>
              <a:rPr lang="en-US" sz="1800" dirty="0">
                <a:latin typeface="Atkinson Hyperlegible Next"/>
                <a:ea typeface="Arial"/>
                <a:cs typeface="Arial"/>
                <a:sym typeface="Arial"/>
              </a:rPr>
              <a:t>Lab 1 is a 1-week lab, some are longer</a:t>
            </a:r>
          </a:p>
          <a:p>
            <a:pPr marL="285750" indent="-285750">
              <a:lnSpc>
                <a:spcPct val="100000"/>
              </a:lnSpc>
              <a:spcBef>
                <a:spcPts val="0"/>
              </a:spcBef>
              <a:buSzPts val="3000"/>
            </a:pPr>
            <a:endParaRPr lang="en-US" sz="1800" dirty="0">
              <a:solidFill>
                <a:srgbClr val="E84B36"/>
              </a:solidFill>
              <a:latin typeface="Atkinson Hyperlegible Next"/>
              <a:ea typeface="Arial"/>
              <a:cs typeface="Arial"/>
              <a:sym typeface="Arial"/>
            </a:endParaRPr>
          </a:p>
          <a:p>
            <a:pPr marL="0" indent="0">
              <a:lnSpc>
                <a:spcPct val="100000"/>
              </a:lnSpc>
              <a:spcBef>
                <a:spcPts val="0"/>
              </a:spcBef>
              <a:buSzPts val="3000"/>
              <a:buNone/>
            </a:pPr>
            <a:r>
              <a:rPr lang="en-US" sz="1800" b="1" dirty="0" err="1">
                <a:solidFill>
                  <a:srgbClr val="E84B36"/>
                </a:solidFill>
                <a:latin typeface="Atkinson Hyperlegible Next"/>
                <a:ea typeface="Arial"/>
                <a:cs typeface="Arial"/>
                <a:sym typeface="Arial"/>
              </a:rPr>
              <a:t>Homeworks</a:t>
            </a:r>
            <a:r>
              <a:rPr lang="en-US" sz="1800" b="1" dirty="0">
                <a:solidFill>
                  <a:srgbClr val="E84B36"/>
                </a:solidFill>
                <a:latin typeface="Atkinson Hyperlegible Next"/>
                <a:ea typeface="Arial"/>
                <a:cs typeface="Arial"/>
                <a:sym typeface="Arial"/>
              </a:rPr>
              <a:t>:</a:t>
            </a:r>
          </a:p>
          <a:p>
            <a:pPr marL="0" indent="0">
              <a:lnSpc>
                <a:spcPct val="100000"/>
              </a:lnSpc>
              <a:spcBef>
                <a:spcPts val="0"/>
              </a:spcBef>
              <a:buSzPts val="3000"/>
              <a:buNone/>
            </a:pPr>
            <a:endParaRPr lang="en-US" sz="1800" b="1" dirty="0">
              <a:solidFill>
                <a:srgbClr val="E84B36"/>
              </a:solidFill>
              <a:latin typeface="Atkinson Hyperlegible Next"/>
              <a:ea typeface="Arial"/>
              <a:cs typeface="Arial"/>
              <a:sym typeface="Arial"/>
            </a:endParaRPr>
          </a:p>
          <a:p>
            <a:pPr marL="285750" indent="-285750">
              <a:lnSpc>
                <a:spcPct val="100000"/>
              </a:lnSpc>
              <a:spcBef>
                <a:spcPts val="0"/>
              </a:spcBef>
              <a:buSzPts val="3000"/>
            </a:pPr>
            <a:r>
              <a:rPr lang="en-US" sz="1800" dirty="0">
                <a:latin typeface="Atkinson Hyperlegible Next"/>
                <a:ea typeface="Arial"/>
                <a:cs typeface="Arial"/>
                <a:sym typeface="Arial"/>
              </a:rPr>
              <a:t>All check-offs for </a:t>
            </a:r>
            <a:r>
              <a:rPr lang="en-US" sz="1800" dirty="0">
                <a:latin typeface="Atkinson Hyperlegible Next"/>
                <a:ea typeface="Arial"/>
                <a:cs typeface="Arial"/>
                <a:sym typeface="Arial"/>
                <a:hlinkClick r:id="rId4"/>
              </a:rPr>
              <a:t>homework 1</a:t>
            </a:r>
            <a:r>
              <a:rPr lang="en-US" sz="1800" dirty="0">
                <a:latin typeface="Atkinson Hyperlegible Next"/>
                <a:ea typeface="Arial"/>
                <a:cs typeface="Arial"/>
                <a:sym typeface="Arial"/>
              </a:rPr>
              <a:t> are due </a:t>
            </a:r>
            <a:r>
              <a:rPr lang="en-US" sz="1800" b="1" dirty="0">
                <a:latin typeface="Atkinson Hyperlegible Next"/>
                <a:ea typeface="Arial"/>
                <a:cs typeface="Arial"/>
                <a:sym typeface="Arial"/>
              </a:rPr>
              <a:t>February 3, 5PM</a:t>
            </a:r>
            <a:endParaRPr lang="en-US" sz="1400" b="1" dirty="0">
              <a:latin typeface="Atkinson Hyperlegible Next"/>
              <a:ea typeface="Arial"/>
              <a:cs typeface="Arial"/>
              <a:sym typeface="Arial"/>
            </a:endParaRPr>
          </a:p>
          <a:p>
            <a:pPr marL="742950" lvl="1" indent="-285750">
              <a:lnSpc>
                <a:spcPct val="100000"/>
              </a:lnSpc>
              <a:spcBef>
                <a:spcPts val="0"/>
              </a:spcBef>
              <a:buSzPts val="3000"/>
            </a:pPr>
            <a:r>
              <a:rPr lang="en-US" sz="1400" dirty="0">
                <a:latin typeface="Atkinson Hyperlegible Next"/>
                <a:ea typeface="Arial"/>
                <a:cs typeface="Arial"/>
                <a:sym typeface="Arial"/>
              </a:rPr>
              <a:t>Questions 2, 3, 5, 7, 8, 9 and 10 need to be checked-off by instructors / TAs</a:t>
            </a:r>
          </a:p>
          <a:p>
            <a:pPr marL="285750" indent="-285750">
              <a:lnSpc>
                <a:spcPct val="100000"/>
              </a:lnSpc>
              <a:spcBef>
                <a:spcPts val="0"/>
              </a:spcBef>
              <a:buSzPts val="3000"/>
            </a:pPr>
            <a:r>
              <a:rPr lang="en-US" sz="1800" dirty="0">
                <a:latin typeface="Atkinson Hyperlegible Next"/>
                <a:ea typeface="Arial"/>
                <a:cs typeface="Arial"/>
                <a:sym typeface="Arial"/>
              </a:rPr>
              <a:t>Answers and code submissions for homework 1 are due </a:t>
            </a:r>
            <a:r>
              <a:rPr lang="en-US" sz="1800" b="1" dirty="0">
                <a:latin typeface="Atkinson Hyperlegible Next"/>
                <a:ea typeface="Arial"/>
                <a:cs typeface="Arial"/>
                <a:sym typeface="Arial"/>
              </a:rPr>
              <a:t>February 4, 9AM</a:t>
            </a:r>
          </a:p>
          <a:p>
            <a:pPr marL="285750" indent="-285750">
              <a:lnSpc>
                <a:spcPct val="100000"/>
              </a:lnSpc>
              <a:spcBef>
                <a:spcPts val="0"/>
              </a:spcBef>
              <a:buSzPts val="3000"/>
            </a:pPr>
            <a:r>
              <a:rPr lang="en-US" sz="1800" dirty="0">
                <a:latin typeface="Atkinson Hyperlegible Next"/>
                <a:ea typeface="Arial"/>
                <a:cs typeface="Arial"/>
                <a:sym typeface="Arial"/>
              </a:rPr>
              <a:t>No late acceptations, since these are individual!</a:t>
            </a:r>
            <a:endParaRPr lang="en-US" sz="1800" dirty="0">
              <a:solidFill>
                <a:srgbClr val="E84B36"/>
              </a:solidFill>
              <a:latin typeface="Atkinson Hyperlegible Next"/>
              <a:ea typeface="Arial"/>
              <a:cs typeface="Arial"/>
              <a:sym typeface="Arial"/>
            </a:endParaRPr>
          </a:p>
          <a:p>
            <a:pPr marL="285750" indent="-285750">
              <a:lnSpc>
                <a:spcPct val="100000"/>
              </a:lnSpc>
              <a:spcBef>
                <a:spcPts val="0"/>
              </a:spcBef>
              <a:buSzPts val="3000"/>
            </a:pPr>
            <a:r>
              <a:rPr lang="en-US" sz="1800" dirty="0">
                <a:latin typeface="Atkinson Hyperlegible Next"/>
                <a:ea typeface="Arial"/>
                <a:cs typeface="Arial"/>
                <a:sym typeface="Arial"/>
              </a:rPr>
              <a:t>Soldering is Exercise 2 of Homework 1.</a:t>
            </a:r>
          </a:p>
          <a:p>
            <a:pPr marL="285750" indent="-285750">
              <a:lnSpc>
                <a:spcPct val="100000"/>
              </a:lnSpc>
              <a:spcBef>
                <a:spcPts val="0"/>
              </a:spcBef>
              <a:buSzPts val="3000"/>
            </a:pPr>
            <a:endParaRPr lang="en-US" sz="1800" dirty="0">
              <a:latin typeface="Atkinson Hyperlegible Next"/>
              <a:ea typeface="Arial"/>
              <a:cs typeface="Arial"/>
              <a:sym typeface="Arial"/>
            </a:endParaRPr>
          </a:p>
          <a:p>
            <a:pPr marL="0" indent="0">
              <a:lnSpc>
                <a:spcPct val="100000"/>
              </a:lnSpc>
              <a:spcBef>
                <a:spcPts val="0"/>
              </a:spcBef>
              <a:buSzPts val="3000"/>
              <a:buNone/>
            </a:pPr>
            <a:r>
              <a:rPr lang="en-US" sz="1800" b="1" dirty="0">
                <a:solidFill>
                  <a:srgbClr val="E84B36"/>
                </a:solidFill>
                <a:latin typeface="Atkinson Hyperlegible Next"/>
                <a:ea typeface="Arial"/>
                <a:cs typeface="Arial"/>
                <a:sym typeface="Arial"/>
              </a:rPr>
              <a:t>LabVIEW:</a:t>
            </a:r>
          </a:p>
          <a:p>
            <a:pPr marL="285750" indent="-285750">
              <a:lnSpc>
                <a:spcPct val="100000"/>
              </a:lnSpc>
              <a:spcBef>
                <a:spcPts val="0"/>
              </a:spcBef>
              <a:buSzPts val="3000"/>
            </a:pPr>
            <a:r>
              <a:rPr lang="en-US" sz="1800" dirty="0">
                <a:latin typeface="Atkinson Hyperlegible Next"/>
                <a:ea typeface="Arial"/>
                <a:cs typeface="Arial"/>
                <a:sym typeface="Arial"/>
              </a:rPr>
              <a:t>All check-offs for </a:t>
            </a:r>
            <a:r>
              <a:rPr lang="en-US" sz="1800" dirty="0">
                <a:latin typeface="Atkinson Hyperlegible Next"/>
                <a:ea typeface="Arial"/>
                <a:cs typeface="Arial"/>
                <a:sym typeface="Arial"/>
                <a:hlinkClick r:id="rId5"/>
              </a:rPr>
              <a:t>LabVIEW 1</a:t>
            </a:r>
            <a:r>
              <a:rPr lang="en-US" sz="1800" dirty="0">
                <a:latin typeface="Atkinson Hyperlegible Next"/>
                <a:ea typeface="Arial"/>
                <a:cs typeface="Arial"/>
                <a:sym typeface="Arial"/>
              </a:rPr>
              <a:t> are  due </a:t>
            </a:r>
            <a:r>
              <a:rPr lang="en-US" sz="1800" b="1" dirty="0">
                <a:latin typeface="Atkinson Hyperlegible Next"/>
                <a:ea typeface="Arial"/>
                <a:cs typeface="Arial"/>
                <a:sym typeface="Arial"/>
              </a:rPr>
              <a:t>February 5, 5PM</a:t>
            </a:r>
          </a:p>
        </p:txBody>
      </p:sp>
      <p:sp>
        <p:nvSpPr>
          <p:cNvPr id="119" name="Google Shape;119;p29">
            <a:extLst>
              <a:ext uri="{FF2B5EF4-FFF2-40B4-BE49-F238E27FC236}">
                <a16:creationId xmlns:a16="http://schemas.microsoft.com/office/drawing/2014/main" id="{AD59AEA4-FA31-7DE5-ECA1-47FDE291DADA}"/>
              </a:ext>
            </a:extLst>
          </p:cNvPr>
          <p:cNvSpPr/>
          <p:nvPr/>
        </p:nvSpPr>
        <p:spPr>
          <a:xfrm rot="10800000" flipH="1">
            <a:off x="0" y="0"/>
            <a:ext cx="12192000" cy="868220"/>
          </a:xfrm>
          <a:prstGeom prst="rect">
            <a:avLst/>
          </a:prstGeom>
          <a:solidFill>
            <a:srgbClr val="13294B"/>
          </a:solidFill>
          <a:ln>
            <a:noFill/>
          </a:ln>
        </p:spPr>
        <p:txBody>
          <a:bodyPr spcFirstLastPara="1" wrap="square" lIns="91425" tIns="45700" rIns="91425" bIns="45700" anchor="ctr" anchorCtr="0">
            <a:noAutofit/>
          </a:bodyPr>
          <a:lstStyle/>
          <a:p>
            <a:pPr marL="0" marR="0" lvl="0" indent="0" algn="ctr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1800"/>
              <a:buFont typeface="Calibri"/>
              <a:buNone/>
            </a:pPr>
            <a:endParaRPr sz="1800" b="0" i="0" u="none" strike="noStrike" cap="none">
              <a:solidFill>
                <a:srgbClr val="13294B"/>
              </a:solidFill>
              <a:latin typeface="Atkinson Hyperlegible Next"/>
              <a:ea typeface="Calibri"/>
              <a:cs typeface="Calibri"/>
              <a:sym typeface="Calibri"/>
            </a:endParaRPr>
          </a:p>
        </p:txBody>
      </p:sp>
      <p:sp>
        <p:nvSpPr>
          <p:cNvPr id="120" name="Google Shape;120;p29">
            <a:extLst>
              <a:ext uri="{FF2B5EF4-FFF2-40B4-BE49-F238E27FC236}">
                <a16:creationId xmlns:a16="http://schemas.microsoft.com/office/drawing/2014/main" id="{2EF4682E-AB31-E1D3-8C63-83FBD01EEE50}"/>
              </a:ext>
            </a:extLst>
          </p:cNvPr>
          <p:cNvSpPr txBox="1"/>
          <p:nvPr/>
        </p:nvSpPr>
        <p:spPr>
          <a:xfrm>
            <a:off x="376810" y="204051"/>
            <a:ext cx="10910026" cy="461624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t" anchorCtr="0">
            <a:spAutoFit/>
          </a:bodyPr>
          <a:lstStyle/>
          <a:p>
            <a:pPr marL="0" marR="0" lvl="0" indent="0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2400"/>
              <a:buFont typeface="Arial"/>
              <a:buNone/>
            </a:pPr>
            <a:r>
              <a:rPr lang="en-US" sz="2400" b="0" i="0" u="none" strike="noStrike" cap="none" dirty="0">
                <a:solidFill>
                  <a:schemeClr val="lt1"/>
                </a:solidFill>
                <a:latin typeface="Atkinson Hyperlegible Next"/>
                <a:ea typeface="Arial"/>
                <a:cs typeface="Arial"/>
                <a:sym typeface="Arial"/>
              </a:rPr>
              <a:t>Due Dates</a:t>
            </a:r>
            <a:endParaRPr sz="2400" b="0" i="0" u="none" strike="noStrike" cap="none" dirty="0">
              <a:solidFill>
                <a:schemeClr val="lt1"/>
              </a:solidFill>
              <a:latin typeface="Atkinson Hyperlegible Next"/>
              <a:ea typeface="Arial"/>
              <a:cs typeface="Arial"/>
              <a:sym typeface="Arial"/>
            </a:endParaRPr>
          </a:p>
        </p:txBody>
      </p:sp>
      <p:pic>
        <p:nvPicPr>
          <p:cNvPr id="121" name="Google Shape;121;p29">
            <a:extLst>
              <a:ext uri="{FF2B5EF4-FFF2-40B4-BE49-F238E27FC236}">
                <a16:creationId xmlns:a16="http://schemas.microsoft.com/office/drawing/2014/main" id="{82D4F2AE-AF34-641F-D726-1F09D72D4F1C}"/>
              </a:ext>
            </a:extLst>
          </p:cNvPr>
          <p:cNvPicPr preferRelativeResize="0"/>
          <p:nvPr/>
        </p:nvPicPr>
        <p:blipFill rotWithShape="1">
          <a:blip r:embed="rId6">
            <a:alphaModFix/>
          </a:blip>
          <a:srcRect/>
          <a:stretch/>
        </p:blipFill>
        <p:spPr>
          <a:xfrm>
            <a:off x="11557509" y="233819"/>
            <a:ext cx="271308" cy="389810"/>
          </a:xfrm>
          <a:prstGeom prst="rect">
            <a:avLst/>
          </a:prstGeom>
          <a:noFill/>
          <a:ln>
            <a:noFill/>
          </a:ln>
        </p:spPr>
      </p:pic>
      <p:sp>
        <p:nvSpPr>
          <p:cNvPr id="122" name="Google Shape;122;p29">
            <a:extLst>
              <a:ext uri="{FF2B5EF4-FFF2-40B4-BE49-F238E27FC236}">
                <a16:creationId xmlns:a16="http://schemas.microsoft.com/office/drawing/2014/main" id="{0BF2177D-7368-A283-161A-0AB4D52E95AD}"/>
              </a:ext>
            </a:extLst>
          </p:cNvPr>
          <p:cNvSpPr txBox="1"/>
          <p:nvPr/>
        </p:nvSpPr>
        <p:spPr>
          <a:xfrm>
            <a:off x="9335597" y="6524381"/>
            <a:ext cx="2473415" cy="230792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t" anchorCtr="0">
            <a:spAutoFit/>
          </a:bodyPr>
          <a:lstStyle/>
          <a:p>
            <a:pPr marL="0" marR="0" lvl="0" indent="0" algn="r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en-US" sz="900" b="0" i="0" u="none" strike="noStrike" cap="none">
                <a:solidFill>
                  <a:srgbClr val="13294B"/>
                </a:solidFill>
                <a:latin typeface="Atkinson Hyperlegible Next"/>
                <a:ea typeface="Arial"/>
                <a:cs typeface="Arial"/>
                <a:sym typeface="Arial"/>
              </a:rPr>
              <a:t>GRAINGER ENGINEERING</a:t>
            </a:r>
            <a:endParaRPr/>
          </a:p>
        </p:txBody>
      </p:sp>
      <p:sp>
        <p:nvSpPr>
          <p:cNvPr id="123" name="Google Shape;123;p29">
            <a:extLst>
              <a:ext uri="{FF2B5EF4-FFF2-40B4-BE49-F238E27FC236}">
                <a16:creationId xmlns:a16="http://schemas.microsoft.com/office/drawing/2014/main" id="{C1E702B2-7A21-65E7-17C4-E10079AAA2DD}"/>
              </a:ext>
            </a:extLst>
          </p:cNvPr>
          <p:cNvSpPr txBox="1"/>
          <p:nvPr/>
        </p:nvSpPr>
        <p:spPr>
          <a:xfrm>
            <a:off x="376807" y="6524381"/>
            <a:ext cx="7991337" cy="230792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t" anchorCtr="0">
            <a:spAutoFit/>
          </a:bodyPr>
          <a:lstStyle/>
          <a:p>
            <a:pPr marL="0" marR="0" lvl="0" indent="0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en-US" sz="900" dirty="0">
                <a:solidFill>
                  <a:srgbClr val="13294B"/>
                </a:solidFill>
              </a:rPr>
              <a:t>SYSTEMS ENGINEERING </a:t>
            </a:r>
            <a:endParaRPr dirty="0"/>
          </a:p>
        </p:txBody>
      </p:sp>
      <p:grpSp>
        <p:nvGrpSpPr>
          <p:cNvPr id="124" name="Google Shape;124;p29">
            <a:extLst>
              <a:ext uri="{FF2B5EF4-FFF2-40B4-BE49-F238E27FC236}">
                <a16:creationId xmlns:a16="http://schemas.microsoft.com/office/drawing/2014/main" id="{18DFBE1C-F9BB-2D43-E81C-914BF2A56235}"/>
              </a:ext>
            </a:extLst>
          </p:cNvPr>
          <p:cNvGrpSpPr/>
          <p:nvPr/>
        </p:nvGrpSpPr>
        <p:grpSpPr>
          <a:xfrm>
            <a:off x="4066674" y="6601537"/>
            <a:ext cx="5233412" cy="70446"/>
            <a:chOff x="4033424" y="6601537"/>
            <a:chExt cx="5233412" cy="70446"/>
          </a:xfrm>
        </p:grpSpPr>
        <p:cxnSp>
          <p:nvCxnSpPr>
            <p:cNvPr id="125" name="Google Shape;125;p29">
              <a:extLst>
                <a:ext uri="{FF2B5EF4-FFF2-40B4-BE49-F238E27FC236}">
                  <a16:creationId xmlns:a16="http://schemas.microsoft.com/office/drawing/2014/main" id="{E8B709CE-2A7C-0CCA-4EDF-FEC086E24F5A}"/>
                </a:ext>
              </a:extLst>
            </p:cNvPr>
            <p:cNvCxnSpPr/>
            <p:nvPr/>
          </p:nvCxnSpPr>
          <p:spPr>
            <a:xfrm rot="10800000">
              <a:off x="4033424" y="6639606"/>
              <a:ext cx="5164651" cy="0"/>
            </a:xfrm>
            <a:prstGeom prst="straightConnector1">
              <a:avLst/>
            </a:prstGeom>
            <a:noFill/>
            <a:ln w="9525" cap="flat" cmpd="sng">
              <a:solidFill>
                <a:srgbClr val="13294B"/>
              </a:solidFill>
              <a:prstDash val="solid"/>
              <a:round/>
              <a:headEnd type="none" w="sm" len="sm"/>
              <a:tailEnd type="none" w="sm" len="sm"/>
            </a:ln>
          </p:spPr>
        </p:cxnSp>
        <p:sp>
          <p:nvSpPr>
            <p:cNvPr id="126" name="Google Shape;126;p29">
              <a:extLst>
                <a:ext uri="{FF2B5EF4-FFF2-40B4-BE49-F238E27FC236}">
                  <a16:creationId xmlns:a16="http://schemas.microsoft.com/office/drawing/2014/main" id="{1B462F17-FDB0-9C67-DE2D-DF014F11F97D}"/>
                </a:ext>
              </a:extLst>
            </p:cNvPr>
            <p:cNvSpPr/>
            <p:nvPr/>
          </p:nvSpPr>
          <p:spPr>
            <a:xfrm>
              <a:off x="9196390" y="6601537"/>
              <a:ext cx="70446" cy="70446"/>
            </a:xfrm>
            <a:prstGeom prst="ellipse">
              <a:avLst/>
            </a:prstGeom>
            <a:solidFill>
              <a:srgbClr val="13294B"/>
            </a:solidFill>
            <a:ln>
              <a:noFill/>
            </a:ln>
          </p:spPr>
          <p:txBody>
            <a:bodyPr spcFirstLastPara="1" wrap="square" lIns="91425" tIns="45700" rIns="91425" bIns="45700" anchor="ctr" anchorCtr="0">
              <a:noAutofit/>
            </a:bodyPr>
            <a:lstStyle/>
            <a:p>
              <a:pPr marL="0" marR="0" lvl="0" indent="0" algn="ctr" rtl="0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None/>
              </a:pPr>
              <a:endParaRPr sz="1400" b="0" i="0" u="none" strike="noStrike" cap="none">
                <a:solidFill>
                  <a:srgbClr val="13294B"/>
                </a:solidFill>
                <a:latin typeface="Atkinson Hyperlegible Next"/>
                <a:ea typeface="Arial"/>
                <a:cs typeface="Arial"/>
                <a:sym typeface="Arial"/>
              </a:endParaRPr>
            </a:p>
          </p:txBody>
        </p:sp>
      </p:grpSp>
    </p:spTree>
    <p:extLst>
      <p:ext uri="{BB962C8B-B14F-4D97-AF65-F5344CB8AC3E}">
        <p14:creationId xmlns:p14="http://schemas.microsoft.com/office/powerpoint/2010/main" val="84747161"/>
      </p:ext>
    </p:extLst>
  </p:cSld>
  <p:clrMapOvr>
    <a:masterClrMapping/>
  </p:clrMapOvr>
</p:sld>
</file>

<file path=ppt/slides/slide5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blipFill>
          <a:blip r:embed="rId3">
            <a:alphaModFix/>
          </a:blip>
          <a:stretch>
            <a:fillRect/>
          </a:stretch>
        </a:blipFill>
        <a:effectLst/>
      </p:bgPr>
    </p:bg>
    <p:spTree>
      <p:nvGrpSpPr>
        <p:cNvPr id="1" name="Shape 88">
          <a:extLst>
            <a:ext uri="{FF2B5EF4-FFF2-40B4-BE49-F238E27FC236}">
              <a16:creationId xmlns:a16="http://schemas.microsoft.com/office/drawing/2014/main" id="{8C2441AC-B173-8D17-8C64-0E6EB4DE3EDC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89" name="Google Shape;89;p27">
            <a:extLst>
              <a:ext uri="{FF2B5EF4-FFF2-40B4-BE49-F238E27FC236}">
                <a16:creationId xmlns:a16="http://schemas.microsoft.com/office/drawing/2014/main" id="{28B44141-C670-8ABB-20E0-AAA6EFD29AB9}"/>
              </a:ext>
            </a:extLst>
          </p:cNvPr>
          <p:cNvSpPr txBox="1"/>
          <p:nvPr/>
        </p:nvSpPr>
        <p:spPr>
          <a:xfrm>
            <a:off x="2206906" y="1491040"/>
            <a:ext cx="7778187" cy="1015663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t" anchorCtr="0">
            <a:spAutoFit/>
          </a:bodyPr>
          <a:lstStyle/>
          <a:p>
            <a:pPr marL="0" marR="0" lvl="0" indent="0" algn="ctr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6000"/>
              <a:buFont typeface="Arial"/>
              <a:buNone/>
            </a:pPr>
            <a:r>
              <a:rPr lang="en-US" sz="6000" b="1" i="0" u="none" strike="noStrike" cap="none" dirty="0">
                <a:solidFill>
                  <a:schemeClr val="lt1"/>
                </a:solidFill>
                <a:latin typeface="Atkinson Hyperlegible Next"/>
                <a:ea typeface="Arial"/>
                <a:cs typeface="Arial"/>
                <a:sym typeface="Arial"/>
              </a:rPr>
              <a:t>Semester Project</a:t>
            </a:r>
            <a:endParaRPr sz="1400" b="0" i="0" u="none" strike="noStrike" cap="none" dirty="0">
              <a:solidFill>
                <a:srgbClr val="000000"/>
              </a:solidFill>
              <a:latin typeface="Atkinson Hyperlegible Next"/>
              <a:ea typeface="Arial"/>
              <a:cs typeface="Arial"/>
              <a:sym typeface="Arial"/>
            </a:endParaRPr>
          </a:p>
        </p:txBody>
      </p:sp>
      <p:sp>
        <p:nvSpPr>
          <p:cNvPr id="90" name="Google Shape;90;p27">
            <a:extLst>
              <a:ext uri="{FF2B5EF4-FFF2-40B4-BE49-F238E27FC236}">
                <a16:creationId xmlns:a16="http://schemas.microsoft.com/office/drawing/2014/main" id="{C188BAE0-AF94-4F20-E8F5-C7A8238E2D56}"/>
              </a:ext>
            </a:extLst>
          </p:cNvPr>
          <p:cNvSpPr txBox="1"/>
          <p:nvPr/>
        </p:nvSpPr>
        <p:spPr>
          <a:xfrm>
            <a:off x="1441528" y="3232230"/>
            <a:ext cx="9308941" cy="2246729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t" anchorCtr="0">
            <a:spAutoFit/>
          </a:bodyPr>
          <a:lstStyle/>
          <a:p>
            <a:pPr lvl="0" algn="ctr">
              <a:buSzPts val="2800"/>
            </a:pPr>
            <a:r>
              <a:rPr lang="en-US" sz="2800" dirty="0">
                <a:solidFill>
                  <a:schemeClr val="lt1"/>
                </a:solidFill>
              </a:rPr>
              <a:t>Thursday May 14</a:t>
            </a:r>
            <a:r>
              <a:rPr lang="en-US" sz="2800" baseline="30000" dirty="0">
                <a:solidFill>
                  <a:schemeClr val="lt1"/>
                </a:solidFill>
              </a:rPr>
              <a:t>th</a:t>
            </a:r>
            <a:r>
              <a:rPr lang="en-US" sz="2800" dirty="0">
                <a:solidFill>
                  <a:schemeClr val="lt1"/>
                </a:solidFill>
              </a:rPr>
              <a:t>, 11AM – 2PM</a:t>
            </a:r>
          </a:p>
          <a:p>
            <a:pPr lvl="0" algn="ctr">
              <a:buSzPts val="2800"/>
            </a:pPr>
            <a:r>
              <a:rPr lang="en-US" sz="2800" b="1" dirty="0">
                <a:solidFill>
                  <a:schemeClr val="lt1"/>
                </a:solidFill>
              </a:rPr>
              <a:t>Last day of Finals!!! </a:t>
            </a:r>
          </a:p>
          <a:p>
            <a:pPr lvl="0" algn="ctr">
              <a:buSzPts val="2800"/>
            </a:pPr>
            <a:r>
              <a:rPr lang="en-US" sz="2800" dirty="0">
                <a:solidFill>
                  <a:schemeClr val="lt1"/>
                </a:solidFill>
              </a:rPr>
              <a:t>( yes, I know that’s annoying)</a:t>
            </a:r>
          </a:p>
          <a:p>
            <a:pPr lvl="0" algn="ctr">
              <a:buSzPts val="2800"/>
            </a:pPr>
            <a:endParaRPr lang="en-US" sz="2800" b="1" i="0" u="none" strike="noStrike" cap="none" dirty="0">
              <a:solidFill>
                <a:schemeClr val="lt1"/>
              </a:solidFill>
              <a:latin typeface="Atkinson Hyperlegible Next"/>
              <a:ea typeface="Arial"/>
              <a:cs typeface="Arial"/>
              <a:sym typeface="Arial"/>
            </a:endParaRPr>
          </a:p>
          <a:p>
            <a:pPr lvl="0" algn="ctr">
              <a:buSzPts val="2800"/>
            </a:pPr>
            <a:r>
              <a:rPr lang="en-US" sz="2800" b="1" dirty="0">
                <a:solidFill>
                  <a:schemeClr val="lt1"/>
                </a:solidFill>
              </a:rPr>
              <a:t>Attendance is </a:t>
            </a:r>
            <a:r>
              <a:rPr lang="en-US" sz="2800" b="1" dirty="0">
                <a:solidFill>
                  <a:srgbClr val="E84B36"/>
                </a:solidFill>
              </a:rPr>
              <a:t>mandatory</a:t>
            </a:r>
            <a:r>
              <a:rPr lang="en-US" sz="2800" b="1" dirty="0">
                <a:solidFill>
                  <a:schemeClr val="lt1"/>
                </a:solidFill>
              </a:rPr>
              <a:t>!!</a:t>
            </a:r>
            <a:endParaRPr lang="en-US" sz="2800" b="1" i="0" u="none" strike="noStrike" cap="none" dirty="0">
              <a:solidFill>
                <a:schemeClr val="lt1"/>
              </a:solidFill>
              <a:latin typeface="Atkinson Hyperlegible Next"/>
              <a:ea typeface="Arial"/>
              <a:cs typeface="Arial"/>
              <a:sym typeface="Arial"/>
            </a:endParaRPr>
          </a:p>
        </p:txBody>
      </p:sp>
      <p:grpSp>
        <p:nvGrpSpPr>
          <p:cNvPr id="91" name="Google Shape;91;p27">
            <a:extLst>
              <a:ext uri="{FF2B5EF4-FFF2-40B4-BE49-F238E27FC236}">
                <a16:creationId xmlns:a16="http://schemas.microsoft.com/office/drawing/2014/main" id="{2BDD255B-0619-DA09-C865-8E5E11CABDA0}"/>
              </a:ext>
            </a:extLst>
          </p:cNvPr>
          <p:cNvGrpSpPr/>
          <p:nvPr/>
        </p:nvGrpSpPr>
        <p:grpSpPr>
          <a:xfrm>
            <a:off x="3943790" y="2676939"/>
            <a:ext cx="3861740" cy="322845"/>
            <a:chOff x="3943790" y="2676939"/>
            <a:chExt cx="3861740" cy="322845"/>
          </a:xfrm>
        </p:grpSpPr>
        <p:cxnSp>
          <p:nvCxnSpPr>
            <p:cNvPr id="92" name="Google Shape;92;p27">
              <a:extLst>
                <a:ext uri="{FF2B5EF4-FFF2-40B4-BE49-F238E27FC236}">
                  <a16:creationId xmlns:a16="http://schemas.microsoft.com/office/drawing/2014/main" id="{EFB24328-6928-5D39-E355-377755EDF1AF}"/>
                </a:ext>
              </a:extLst>
            </p:cNvPr>
            <p:cNvCxnSpPr/>
            <p:nvPr/>
          </p:nvCxnSpPr>
          <p:spPr>
            <a:xfrm>
              <a:off x="4426226" y="2676939"/>
              <a:ext cx="3379304" cy="0"/>
            </a:xfrm>
            <a:prstGeom prst="straightConnector1">
              <a:avLst/>
            </a:prstGeom>
            <a:noFill/>
            <a:ln w="19050" cap="flat" cmpd="sng">
              <a:solidFill>
                <a:srgbClr val="E84B36"/>
              </a:solidFill>
              <a:prstDash val="solid"/>
              <a:round/>
              <a:headEnd type="none" w="sm" len="sm"/>
              <a:tailEnd type="none" w="sm" len="sm"/>
            </a:ln>
          </p:spPr>
        </p:cxnSp>
        <p:cxnSp>
          <p:nvCxnSpPr>
            <p:cNvPr id="93" name="Google Shape;93;p27">
              <a:extLst>
                <a:ext uri="{FF2B5EF4-FFF2-40B4-BE49-F238E27FC236}">
                  <a16:creationId xmlns:a16="http://schemas.microsoft.com/office/drawing/2014/main" id="{E3BAAD31-BC0F-4A60-8AA1-56D755E30FD5}"/>
                </a:ext>
              </a:extLst>
            </p:cNvPr>
            <p:cNvCxnSpPr/>
            <p:nvPr/>
          </p:nvCxnSpPr>
          <p:spPr>
            <a:xfrm rot="10800000" flipH="1">
              <a:off x="3943790" y="2676939"/>
              <a:ext cx="482436" cy="322845"/>
            </a:xfrm>
            <a:prstGeom prst="straightConnector1">
              <a:avLst/>
            </a:prstGeom>
            <a:noFill/>
            <a:ln w="19050" cap="flat" cmpd="sng">
              <a:solidFill>
                <a:srgbClr val="E84B36"/>
              </a:solidFill>
              <a:prstDash val="solid"/>
              <a:round/>
              <a:headEnd type="none" w="sm" len="sm"/>
              <a:tailEnd type="none" w="sm" len="sm"/>
            </a:ln>
          </p:spPr>
        </p:cxnSp>
      </p:grpSp>
      <p:pic>
        <p:nvPicPr>
          <p:cNvPr id="94" name="Google Shape;94;p27">
            <a:extLst>
              <a:ext uri="{FF2B5EF4-FFF2-40B4-BE49-F238E27FC236}">
                <a16:creationId xmlns:a16="http://schemas.microsoft.com/office/drawing/2014/main" id="{442EC04A-B6B9-3EC3-CAA1-53A267F1FE2A}"/>
              </a:ext>
            </a:extLst>
          </p:cNvPr>
          <p:cNvPicPr preferRelativeResize="0"/>
          <p:nvPr/>
        </p:nvPicPr>
        <p:blipFill rotWithShape="1">
          <a:blip r:embed="rId4">
            <a:alphaModFix/>
          </a:blip>
          <a:srcRect/>
          <a:stretch/>
        </p:blipFill>
        <p:spPr>
          <a:xfrm>
            <a:off x="11557509" y="233819"/>
            <a:ext cx="271308" cy="389810"/>
          </a:xfrm>
          <a:prstGeom prst="rect">
            <a:avLst/>
          </a:prstGeom>
          <a:noFill/>
          <a:ln>
            <a:noFill/>
          </a:ln>
        </p:spPr>
      </p:pic>
      <p:sp>
        <p:nvSpPr>
          <p:cNvPr id="95" name="Google Shape;95;p27">
            <a:extLst>
              <a:ext uri="{FF2B5EF4-FFF2-40B4-BE49-F238E27FC236}">
                <a16:creationId xmlns:a16="http://schemas.microsoft.com/office/drawing/2014/main" id="{CCB5533F-A0D3-93F5-8101-D1A909B532B2}"/>
              </a:ext>
            </a:extLst>
          </p:cNvPr>
          <p:cNvSpPr txBox="1"/>
          <p:nvPr/>
        </p:nvSpPr>
        <p:spPr>
          <a:xfrm>
            <a:off x="9335597" y="6524381"/>
            <a:ext cx="2473415" cy="230792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t" anchorCtr="0">
            <a:spAutoFit/>
          </a:bodyPr>
          <a:lstStyle/>
          <a:p>
            <a:pPr marL="0" marR="0" lvl="0" indent="0" algn="r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en-US" sz="900" b="0" i="0" u="none" strike="noStrike" cap="none">
                <a:solidFill>
                  <a:schemeClr val="lt1"/>
                </a:solidFill>
                <a:latin typeface="Atkinson Hyperlegible Next"/>
                <a:ea typeface="Arial"/>
                <a:cs typeface="Arial"/>
                <a:sym typeface="Arial"/>
              </a:rPr>
              <a:t>GRAINGER ENGINEERING</a:t>
            </a:r>
            <a:endParaRPr/>
          </a:p>
        </p:txBody>
      </p:sp>
      <p:sp>
        <p:nvSpPr>
          <p:cNvPr id="96" name="Google Shape;96;p27">
            <a:extLst>
              <a:ext uri="{FF2B5EF4-FFF2-40B4-BE49-F238E27FC236}">
                <a16:creationId xmlns:a16="http://schemas.microsoft.com/office/drawing/2014/main" id="{5FA3D936-A09D-5A2D-BD3F-3B4A185E17AE}"/>
              </a:ext>
            </a:extLst>
          </p:cNvPr>
          <p:cNvSpPr txBox="1"/>
          <p:nvPr/>
        </p:nvSpPr>
        <p:spPr>
          <a:xfrm>
            <a:off x="376807" y="6524381"/>
            <a:ext cx="7991337" cy="230792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t" anchorCtr="0">
            <a:spAutoFit/>
          </a:bodyPr>
          <a:lstStyle/>
          <a:p>
            <a:pPr marL="0" marR="0" lvl="0" indent="0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en-US" sz="900" dirty="0">
                <a:solidFill>
                  <a:schemeClr val="lt1"/>
                </a:solidFill>
              </a:rPr>
              <a:t>SYSTEMS ENGINEERING </a:t>
            </a:r>
            <a:endParaRPr dirty="0"/>
          </a:p>
        </p:txBody>
      </p:sp>
      <p:grpSp>
        <p:nvGrpSpPr>
          <p:cNvPr id="97" name="Google Shape;97;p27">
            <a:extLst>
              <a:ext uri="{FF2B5EF4-FFF2-40B4-BE49-F238E27FC236}">
                <a16:creationId xmlns:a16="http://schemas.microsoft.com/office/drawing/2014/main" id="{A5895954-C3C5-744F-50CC-224A22A77670}"/>
              </a:ext>
            </a:extLst>
          </p:cNvPr>
          <p:cNvGrpSpPr/>
          <p:nvPr/>
        </p:nvGrpSpPr>
        <p:grpSpPr>
          <a:xfrm>
            <a:off x="4066674" y="6601537"/>
            <a:ext cx="5233412" cy="70446"/>
            <a:chOff x="4033424" y="6601537"/>
            <a:chExt cx="5233412" cy="70446"/>
          </a:xfrm>
        </p:grpSpPr>
        <p:cxnSp>
          <p:nvCxnSpPr>
            <p:cNvPr id="98" name="Google Shape;98;p27">
              <a:extLst>
                <a:ext uri="{FF2B5EF4-FFF2-40B4-BE49-F238E27FC236}">
                  <a16:creationId xmlns:a16="http://schemas.microsoft.com/office/drawing/2014/main" id="{CF3E8396-30D7-4A21-4AEC-3C0062DF05A9}"/>
                </a:ext>
              </a:extLst>
            </p:cNvPr>
            <p:cNvCxnSpPr/>
            <p:nvPr/>
          </p:nvCxnSpPr>
          <p:spPr>
            <a:xfrm rot="10800000">
              <a:off x="4033424" y="6639606"/>
              <a:ext cx="5164651" cy="0"/>
            </a:xfrm>
            <a:prstGeom prst="straightConnector1">
              <a:avLst/>
            </a:prstGeom>
            <a:noFill/>
            <a:ln w="9525" cap="flat" cmpd="sng">
              <a:solidFill>
                <a:schemeClr val="lt1"/>
              </a:solidFill>
              <a:prstDash val="solid"/>
              <a:round/>
              <a:headEnd type="none" w="sm" len="sm"/>
              <a:tailEnd type="none" w="sm" len="sm"/>
            </a:ln>
          </p:spPr>
        </p:cxnSp>
        <p:sp>
          <p:nvSpPr>
            <p:cNvPr id="99" name="Google Shape;99;p27">
              <a:extLst>
                <a:ext uri="{FF2B5EF4-FFF2-40B4-BE49-F238E27FC236}">
                  <a16:creationId xmlns:a16="http://schemas.microsoft.com/office/drawing/2014/main" id="{09BD3E6C-4647-5B80-CA19-FB9C76DE3066}"/>
                </a:ext>
              </a:extLst>
            </p:cNvPr>
            <p:cNvSpPr/>
            <p:nvPr/>
          </p:nvSpPr>
          <p:spPr>
            <a:xfrm>
              <a:off x="9196390" y="6601537"/>
              <a:ext cx="70446" cy="70446"/>
            </a:xfrm>
            <a:prstGeom prst="ellipse">
              <a:avLst/>
            </a:prstGeom>
            <a:solidFill>
              <a:schemeClr val="lt1"/>
            </a:solidFill>
            <a:ln>
              <a:noFill/>
            </a:ln>
          </p:spPr>
          <p:txBody>
            <a:bodyPr spcFirstLastPara="1" wrap="square" lIns="91425" tIns="45700" rIns="91425" bIns="45700" anchor="ctr" anchorCtr="0">
              <a:noAutofit/>
            </a:bodyPr>
            <a:lstStyle/>
            <a:p>
              <a:pPr marL="0" marR="0" lvl="0" indent="0" algn="ctr" rtl="0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None/>
              </a:pPr>
              <a:endParaRPr sz="1400" b="0" i="0" u="none" strike="noStrike" cap="none">
                <a:solidFill>
                  <a:schemeClr val="lt1"/>
                </a:solidFill>
                <a:latin typeface="Atkinson Hyperlegible Next"/>
                <a:ea typeface="Arial"/>
                <a:cs typeface="Arial"/>
                <a:sym typeface="Arial"/>
              </a:endParaRPr>
            </a:p>
          </p:txBody>
        </p:sp>
      </p:grpSp>
    </p:spTree>
    <p:extLst>
      <p:ext uri="{BB962C8B-B14F-4D97-AF65-F5344CB8AC3E}">
        <p14:creationId xmlns:p14="http://schemas.microsoft.com/office/powerpoint/2010/main" val="3401241473"/>
      </p:ext>
    </p:extLst>
  </p:cSld>
  <p:clrMapOvr>
    <a:masterClrMapping/>
  </p:clrMapOvr>
</p:sld>
</file>

<file path=ppt/slides/slide6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Shape 117">
          <a:extLst>
            <a:ext uri="{FF2B5EF4-FFF2-40B4-BE49-F238E27FC236}">
              <a16:creationId xmlns:a16="http://schemas.microsoft.com/office/drawing/2014/main" id="{2829D7E9-EA1D-D258-7422-A853BFA60134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18" name="Google Shape;118;p29">
            <a:extLst>
              <a:ext uri="{FF2B5EF4-FFF2-40B4-BE49-F238E27FC236}">
                <a16:creationId xmlns:a16="http://schemas.microsoft.com/office/drawing/2014/main" id="{8915131D-2264-84AA-B6C4-8A0256D0306D}"/>
              </a:ext>
            </a:extLst>
          </p:cNvPr>
          <p:cNvSpPr txBox="1">
            <a:spLocks noGrp="1"/>
          </p:cNvSpPr>
          <p:nvPr>
            <p:ph type="body" idx="1"/>
          </p:nvPr>
        </p:nvSpPr>
        <p:spPr>
          <a:xfrm>
            <a:off x="376809" y="1334279"/>
            <a:ext cx="11177401" cy="4821102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t" anchorCtr="0">
            <a:noAutofit/>
          </a:bodyPr>
          <a:lstStyle/>
          <a:p>
            <a:pPr marL="0" indent="0">
              <a:lnSpc>
                <a:spcPct val="100000"/>
              </a:lnSpc>
              <a:spcBef>
                <a:spcPts val="0"/>
              </a:spcBef>
              <a:buSzPts val="3000"/>
              <a:buNone/>
            </a:pPr>
            <a:r>
              <a:rPr lang="en-US" sz="1800" b="1" dirty="0">
                <a:solidFill>
                  <a:srgbClr val="E84B36"/>
                </a:solidFill>
                <a:latin typeface="Atkinson Hyperlegible Next"/>
                <a:ea typeface="Arial"/>
                <a:cs typeface="Arial"/>
                <a:sym typeface="Arial"/>
              </a:rPr>
              <a:t>Website</a:t>
            </a:r>
          </a:p>
          <a:p>
            <a:pPr marL="0" indent="0">
              <a:lnSpc>
                <a:spcPct val="100000"/>
              </a:lnSpc>
              <a:spcBef>
                <a:spcPts val="0"/>
              </a:spcBef>
              <a:buSzPts val="3000"/>
              <a:buNone/>
            </a:pPr>
            <a:endParaRPr lang="en-US" sz="1800" b="1" dirty="0">
              <a:solidFill>
                <a:srgbClr val="E84B36"/>
              </a:solidFill>
              <a:latin typeface="Atkinson Hyperlegible Next"/>
              <a:ea typeface="Arial"/>
              <a:cs typeface="Arial"/>
              <a:sym typeface="Arial"/>
            </a:endParaRPr>
          </a:p>
          <a:p>
            <a:pPr marL="0" indent="0">
              <a:lnSpc>
                <a:spcPct val="100000"/>
              </a:lnSpc>
              <a:spcBef>
                <a:spcPts val="0"/>
              </a:spcBef>
              <a:buSzPts val="3000"/>
              <a:buNone/>
            </a:pPr>
            <a:r>
              <a:rPr lang="en-US" sz="1800" dirty="0">
                <a:latin typeface="Atkinson Hyperlegible Next"/>
                <a:ea typeface="Arial"/>
                <a:cs typeface="Arial"/>
                <a:sym typeface="Arial"/>
              </a:rPr>
              <a:t>You will be creating a </a:t>
            </a:r>
            <a:r>
              <a:rPr lang="en-US" sz="1800" dirty="0">
                <a:latin typeface="Atkinson Hyperlegible Next"/>
                <a:ea typeface="Arial"/>
                <a:cs typeface="Arial"/>
                <a:sym typeface="Arial"/>
                <a:hlinkClick r:id="rId3"/>
              </a:rPr>
              <a:t>Hackster.io </a:t>
            </a:r>
            <a:r>
              <a:rPr lang="en-US" sz="1800" dirty="0">
                <a:latin typeface="Atkinson Hyperlegible Next"/>
                <a:ea typeface="Arial"/>
                <a:cs typeface="Arial"/>
                <a:sym typeface="Arial"/>
              </a:rPr>
              <a:t>website to show what you have done by the end of the semester to showcase to everyone.</a:t>
            </a:r>
          </a:p>
          <a:p>
            <a:pPr marL="0" indent="0">
              <a:lnSpc>
                <a:spcPct val="100000"/>
              </a:lnSpc>
              <a:spcBef>
                <a:spcPts val="0"/>
              </a:spcBef>
              <a:buSzPts val="3000"/>
              <a:buNone/>
            </a:pPr>
            <a:endParaRPr lang="en-US" sz="1800" b="1" dirty="0">
              <a:solidFill>
                <a:srgbClr val="E84B36"/>
              </a:solidFill>
              <a:latin typeface="Atkinson Hyperlegible Next"/>
              <a:ea typeface="Arial"/>
              <a:cs typeface="Arial"/>
              <a:sym typeface="Arial"/>
            </a:endParaRPr>
          </a:p>
          <a:p>
            <a:pPr marL="285750" indent="-285750">
              <a:lnSpc>
                <a:spcPct val="100000"/>
              </a:lnSpc>
              <a:spcBef>
                <a:spcPts val="0"/>
              </a:spcBef>
              <a:buSzPts val="3000"/>
            </a:pPr>
            <a:r>
              <a:rPr lang="en-US" sz="1800" dirty="0">
                <a:latin typeface="Atkinson Hyperlegible Next"/>
                <a:ea typeface="Arial"/>
                <a:cs typeface="Arial"/>
                <a:sym typeface="Arial"/>
              </a:rPr>
              <a:t>Show the video working,</a:t>
            </a:r>
          </a:p>
          <a:p>
            <a:pPr marL="285750" indent="-285750">
              <a:lnSpc>
                <a:spcPct val="100000"/>
              </a:lnSpc>
              <a:spcBef>
                <a:spcPts val="0"/>
              </a:spcBef>
              <a:buSzPts val="3000"/>
            </a:pPr>
            <a:r>
              <a:rPr lang="en-US" sz="1800" dirty="0">
                <a:latin typeface="Atkinson Hyperlegible Next"/>
                <a:ea typeface="Arial"/>
                <a:cs typeface="Arial"/>
                <a:sym typeface="Arial"/>
              </a:rPr>
              <a:t>Put code, </a:t>
            </a:r>
          </a:p>
          <a:p>
            <a:pPr marL="285750" indent="-285750">
              <a:lnSpc>
                <a:spcPct val="100000"/>
              </a:lnSpc>
              <a:spcBef>
                <a:spcPts val="0"/>
              </a:spcBef>
              <a:buSzPts val="3000"/>
            </a:pPr>
            <a:r>
              <a:rPr lang="en-US" sz="1800" b="1" dirty="0">
                <a:solidFill>
                  <a:srgbClr val="E84B36"/>
                </a:solidFill>
                <a:latin typeface="Atkinson Hyperlegible Next"/>
                <a:ea typeface="Arial"/>
                <a:cs typeface="Arial"/>
                <a:sym typeface="Arial"/>
              </a:rPr>
              <a:t>Show any other cool stuff you do!</a:t>
            </a:r>
          </a:p>
          <a:p>
            <a:pPr marL="285750" indent="-285750">
              <a:lnSpc>
                <a:spcPct val="100000"/>
              </a:lnSpc>
              <a:spcBef>
                <a:spcPts val="0"/>
              </a:spcBef>
              <a:buSzPts val="3000"/>
            </a:pPr>
            <a:endParaRPr lang="en-US" sz="1800" b="1" dirty="0">
              <a:solidFill>
                <a:srgbClr val="E84B36"/>
              </a:solidFill>
              <a:latin typeface="Atkinson Hyperlegible Next"/>
              <a:ea typeface="Arial"/>
              <a:cs typeface="Arial"/>
              <a:sym typeface="Arial"/>
            </a:endParaRPr>
          </a:p>
          <a:p>
            <a:pPr marL="0" indent="0">
              <a:lnSpc>
                <a:spcPct val="100000"/>
              </a:lnSpc>
              <a:spcBef>
                <a:spcPts val="0"/>
              </a:spcBef>
              <a:buSzPts val="3000"/>
              <a:buNone/>
            </a:pPr>
            <a:r>
              <a:rPr lang="en-US" sz="1800" dirty="0">
                <a:latin typeface="Atkinson Hyperlegible Next"/>
                <a:ea typeface="Arial"/>
                <a:cs typeface="Arial"/>
                <a:sym typeface="Arial"/>
              </a:rPr>
              <a:t>You are posting this to be publicly visible, so put your best effort in doing this. You can show the work for interviews, </a:t>
            </a:r>
            <a:r>
              <a:rPr lang="en-US" sz="1800" dirty="0" err="1">
                <a:latin typeface="Atkinson Hyperlegible Next"/>
                <a:ea typeface="Arial"/>
                <a:cs typeface="Arial"/>
                <a:sym typeface="Arial"/>
              </a:rPr>
              <a:t>etc</a:t>
            </a:r>
            <a:r>
              <a:rPr lang="en-US" sz="1800" dirty="0">
                <a:latin typeface="Atkinson Hyperlegible Next"/>
                <a:ea typeface="Arial"/>
                <a:cs typeface="Arial"/>
                <a:sym typeface="Arial"/>
              </a:rPr>
              <a:t>…</a:t>
            </a:r>
            <a:endParaRPr lang="en-US" sz="1800" b="1" dirty="0">
              <a:solidFill>
                <a:srgbClr val="E84B36"/>
              </a:solidFill>
              <a:latin typeface="Atkinson Hyperlegible Next"/>
              <a:ea typeface="Arial"/>
              <a:cs typeface="Arial"/>
              <a:sym typeface="Arial"/>
            </a:endParaRPr>
          </a:p>
        </p:txBody>
      </p:sp>
      <p:sp>
        <p:nvSpPr>
          <p:cNvPr id="119" name="Google Shape;119;p29">
            <a:extLst>
              <a:ext uri="{FF2B5EF4-FFF2-40B4-BE49-F238E27FC236}">
                <a16:creationId xmlns:a16="http://schemas.microsoft.com/office/drawing/2014/main" id="{BB8ADD5E-4587-91AA-E902-1B0E4A8E354A}"/>
              </a:ext>
            </a:extLst>
          </p:cNvPr>
          <p:cNvSpPr/>
          <p:nvPr/>
        </p:nvSpPr>
        <p:spPr>
          <a:xfrm rot="10800000" flipH="1">
            <a:off x="0" y="0"/>
            <a:ext cx="12192000" cy="868220"/>
          </a:xfrm>
          <a:prstGeom prst="rect">
            <a:avLst/>
          </a:prstGeom>
          <a:solidFill>
            <a:srgbClr val="13294B"/>
          </a:solidFill>
          <a:ln>
            <a:noFill/>
          </a:ln>
        </p:spPr>
        <p:txBody>
          <a:bodyPr spcFirstLastPara="1" wrap="square" lIns="91425" tIns="45700" rIns="91425" bIns="45700" anchor="ctr" anchorCtr="0">
            <a:noAutofit/>
          </a:bodyPr>
          <a:lstStyle/>
          <a:p>
            <a:pPr marL="0" marR="0" lvl="0" indent="0" algn="ctr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1800"/>
              <a:buFont typeface="Calibri"/>
              <a:buNone/>
            </a:pPr>
            <a:endParaRPr sz="1800" b="0" i="0" u="none" strike="noStrike" cap="none">
              <a:solidFill>
                <a:srgbClr val="13294B"/>
              </a:solidFill>
              <a:latin typeface="Atkinson Hyperlegible Next"/>
              <a:ea typeface="Calibri"/>
              <a:cs typeface="Calibri"/>
              <a:sym typeface="Calibri"/>
            </a:endParaRPr>
          </a:p>
        </p:txBody>
      </p:sp>
      <p:sp>
        <p:nvSpPr>
          <p:cNvPr id="120" name="Google Shape;120;p29">
            <a:extLst>
              <a:ext uri="{FF2B5EF4-FFF2-40B4-BE49-F238E27FC236}">
                <a16:creationId xmlns:a16="http://schemas.microsoft.com/office/drawing/2014/main" id="{F1286703-C61A-B2D1-585F-C10B261E8B94}"/>
              </a:ext>
            </a:extLst>
          </p:cNvPr>
          <p:cNvSpPr txBox="1"/>
          <p:nvPr/>
        </p:nvSpPr>
        <p:spPr>
          <a:xfrm>
            <a:off x="376810" y="204051"/>
            <a:ext cx="10910026" cy="461624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t" anchorCtr="0">
            <a:spAutoFit/>
          </a:bodyPr>
          <a:lstStyle/>
          <a:p>
            <a:pPr marL="0" marR="0" lvl="0" indent="0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2400"/>
              <a:buFont typeface="Arial"/>
              <a:buNone/>
            </a:pPr>
            <a:r>
              <a:rPr lang="en-US" sz="2400" b="0" i="0" u="none" strike="noStrike" cap="none" dirty="0">
                <a:solidFill>
                  <a:schemeClr val="lt1"/>
                </a:solidFill>
                <a:latin typeface="Atkinson Hyperlegible Next"/>
                <a:ea typeface="Arial"/>
                <a:cs typeface="Arial"/>
                <a:sym typeface="Arial"/>
              </a:rPr>
              <a:t>Semester Project</a:t>
            </a:r>
            <a:endParaRPr sz="2400" b="0" i="0" u="none" strike="noStrike" cap="none" dirty="0">
              <a:solidFill>
                <a:schemeClr val="lt1"/>
              </a:solidFill>
              <a:latin typeface="Atkinson Hyperlegible Next"/>
              <a:ea typeface="Arial"/>
              <a:cs typeface="Arial"/>
              <a:sym typeface="Arial"/>
            </a:endParaRPr>
          </a:p>
        </p:txBody>
      </p:sp>
      <p:pic>
        <p:nvPicPr>
          <p:cNvPr id="121" name="Google Shape;121;p29">
            <a:extLst>
              <a:ext uri="{FF2B5EF4-FFF2-40B4-BE49-F238E27FC236}">
                <a16:creationId xmlns:a16="http://schemas.microsoft.com/office/drawing/2014/main" id="{D4447D33-31A5-FA96-111C-05B9D666909D}"/>
              </a:ext>
            </a:extLst>
          </p:cNvPr>
          <p:cNvPicPr preferRelativeResize="0"/>
          <p:nvPr/>
        </p:nvPicPr>
        <p:blipFill rotWithShape="1">
          <a:blip r:embed="rId4">
            <a:alphaModFix/>
          </a:blip>
          <a:srcRect/>
          <a:stretch/>
        </p:blipFill>
        <p:spPr>
          <a:xfrm>
            <a:off x="11557509" y="233819"/>
            <a:ext cx="271308" cy="389810"/>
          </a:xfrm>
          <a:prstGeom prst="rect">
            <a:avLst/>
          </a:prstGeom>
          <a:noFill/>
          <a:ln>
            <a:noFill/>
          </a:ln>
        </p:spPr>
      </p:pic>
      <p:sp>
        <p:nvSpPr>
          <p:cNvPr id="122" name="Google Shape;122;p29">
            <a:extLst>
              <a:ext uri="{FF2B5EF4-FFF2-40B4-BE49-F238E27FC236}">
                <a16:creationId xmlns:a16="http://schemas.microsoft.com/office/drawing/2014/main" id="{E75751BA-8B9C-91BD-8C25-6C469DA0A635}"/>
              </a:ext>
            </a:extLst>
          </p:cNvPr>
          <p:cNvSpPr txBox="1"/>
          <p:nvPr/>
        </p:nvSpPr>
        <p:spPr>
          <a:xfrm>
            <a:off x="9335597" y="6524381"/>
            <a:ext cx="2473415" cy="230792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t" anchorCtr="0">
            <a:spAutoFit/>
          </a:bodyPr>
          <a:lstStyle/>
          <a:p>
            <a:pPr marL="0" marR="0" lvl="0" indent="0" algn="r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en-US" sz="900" b="0" i="0" u="none" strike="noStrike" cap="none">
                <a:solidFill>
                  <a:srgbClr val="13294B"/>
                </a:solidFill>
                <a:latin typeface="Atkinson Hyperlegible Next"/>
                <a:ea typeface="Arial"/>
                <a:cs typeface="Arial"/>
                <a:sym typeface="Arial"/>
              </a:rPr>
              <a:t>GRAINGER ENGINEERING</a:t>
            </a:r>
            <a:endParaRPr/>
          </a:p>
        </p:txBody>
      </p:sp>
      <p:sp>
        <p:nvSpPr>
          <p:cNvPr id="123" name="Google Shape;123;p29">
            <a:extLst>
              <a:ext uri="{FF2B5EF4-FFF2-40B4-BE49-F238E27FC236}">
                <a16:creationId xmlns:a16="http://schemas.microsoft.com/office/drawing/2014/main" id="{315DC340-10EC-BD3A-74F5-B5230770C81F}"/>
              </a:ext>
            </a:extLst>
          </p:cNvPr>
          <p:cNvSpPr txBox="1"/>
          <p:nvPr/>
        </p:nvSpPr>
        <p:spPr>
          <a:xfrm>
            <a:off x="376807" y="6524381"/>
            <a:ext cx="7991337" cy="230792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t" anchorCtr="0">
            <a:spAutoFit/>
          </a:bodyPr>
          <a:lstStyle/>
          <a:p>
            <a:pPr marL="0" marR="0" lvl="0" indent="0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en-US" sz="900" dirty="0">
                <a:solidFill>
                  <a:srgbClr val="13294B"/>
                </a:solidFill>
              </a:rPr>
              <a:t>SYSTEMS ENGINEERING </a:t>
            </a:r>
            <a:endParaRPr dirty="0"/>
          </a:p>
        </p:txBody>
      </p:sp>
      <p:grpSp>
        <p:nvGrpSpPr>
          <p:cNvPr id="124" name="Google Shape;124;p29">
            <a:extLst>
              <a:ext uri="{FF2B5EF4-FFF2-40B4-BE49-F238E27FC236}">
                <a16:creationId xmlns:a16="http://schemas.microsoft.com/office/drawing/2014/main" id="{92E46266-8579-84FA-6DE5-1CFA462B2EC3}"/>
              </a:ext>
            </a:extLst>
          </p:cNvPr>
          <p:cNvGrpSpPr/>
          <p:nvPr/>
        </p:nvGrpSpPr>
        <p:grpSpPr>
          <a:xfrm>
            <a:off x="4066674" y="6601537"/>
            <a:ext cx="5233412" cy="70446"/>
            <a:chOff x="4033424" y="6601537"/>
            <a:chExt cx="5233412" cy="70446"/>
          </a:xfrm>
        </p:grpSpPr>
        <p:cxnSp>
          <p:nvCxnSpPr>
            <p:cNvPr id="125" name="Google Shape;125;p29">
              <a:extLst>
                <a:ext uri="{FF2B5EF4-FFF2-40B4-BE49-F238E27FC236}">
                  <a16:creationId xmlns:a16="http://schemas.microsoft.com/office/drawing/2014/main" id="{2C89E83D-2B67-876F-D392-B6E929232AA3}"/>
                </a:ext>
              </a:extLst>
            </p:cNvPr>
            <p:cNvCxnSpPr/>
            <p:nvPr/>
          </p:nvCxnSpPr>
          <p:spPr>
            <a:xfrm rot="10800000">
              <a:off x="4033424" y="6639606"/>
              <a:ext cx="5164651" cy="0"/>
            </a:xfrm>
            <a:prstGeom prst="straightConnector1">
              <a:avLst/>
            </a:prstGeom>
            <a:noFill/>
            <a:ln w="9525" cap="flat" cmpd="sng">
              <a:solidFill>
                <a:srgbClr val="13294B"/>
              </a:solidFill>
              <a:prstDash val="solid"/>
              <a:round/>
              <a:headEnd type="none" w="sm" len="sm"/>
              <a:tailEnd type="none" w="sm" len="sm"/>
            </a:ln>
          </p:spPr>
        </p:cxnSp>
        <p:sp>
          <p:nvSpPr>
            <p:cNvPr id="126" name="Google Shape;126;p29">
              <a:extLst>
                <a:ext uri="{FF2B5EF4-FFF2-40B4-BE49-F238E27FC236}">
                  <a16:creationId xmlns:a16="http://schemas.microsoft.com/office/drawing/2014/main" id="{7BFA36F5-6D8B-FB3A-824E-B3067E17F350}"/>
                </a:ext>
              </a:extLst>
            </p:cNvPr>
            <p:cNvSpPr/>
            <p:nvPr/>
          </p:nvSpPr>
          <p:spPr>
            <a:xfrm>
              <a:off x="9196390" y="6601537"/>
              <a:ext cx="70446" cy="70446"/>
            </a:xfrm>
            <a:prstGeom prst="ellipse">
              <a:avLst/>
            </a:prstGeom>
            <a:solidFill>
              <a:srgbClr val="13294B"/>
            </a:solidFill>
            <a:ln>
              <a:noFill/>
            </a:ln>
          </p:spPr>
          <p:txBody>
            <a:bodyPr spcFirstLastPara="1" wrap="square" lIns="91425" tIns="45700" rIns="91425" bIns="45700" anchor="ctr" anchorCtr="0">
              <a:noAutofit/>
            </a:bodyPr>
            <a:lstStyle/>
            <a:p>
              <a:pPr marL="0" marR="0" lvl="0" indent="0" algn="ctr" rtl="0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None/>
              </a:pPr>
              <a:endParaRPr sz="1400" b="0" i="0" u="none" strike="noStrike" cap="none">
                <a:solidFill>
                  <a:srgbClr val="13294B"/>
                </a:solidFill>
                <a:latin typeface="Atkinson Hyperlegible Next"/>
                <a:ea typeface="Arial"/>
                <a:cs typeface="Arial"/>
                <a:sym typeface="Arial"/>
              </a:endParaRPr>
            </a:p>
          </p:txBody>
        </p:sp>
      </p:grpSp>
    </p:spTree>
    <p:extLst>
      <p:ext uri="{BB962C8B-B14F-4D97-AF65-F5344CB8AC3E}">
        <p14:creationId xmlns:p14="http://schemas.microsoft.com/office/powerpoint/2010/main" val="3896259766"/>
      </p:ext>
    </p:extLst>
  </p:cSld>
  <p:clrMapOvr>
    <a:masterClrMapping/>
  </p:clrMapOvr>
</p:sld>
</file>

<file path=ppt/slides/slide7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blipFill>
          <a:blip r:embed="rId3">
            <a:alphaModFix/>
          </a:blip>
          <a:stretch>
            <a:fillRect/>
          </a:stretch>
        </a:blipFill>
        <a:effectLst/>
      </p:bgPr>
    </p:bg>
    <p:spTree>
      <p:nvGrpSpPr>
        <p:cNvPr id="1" name="Shape 10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04" name="Google Shape;104;p28"/>
          <p:cNvSpPr txBox="1"/>
          <p:nvPr/>
        </p:nvSpPr>
        <p:spPr>
          <a:xfrm>
            <a:off x="1295400" y="3225489"/>
            <a:ext cx="9601200" cy="78479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ctr" anchorCtr="0">
            <a:spAutoFit/>
          </a:bodyPr>
          <a:lstStyle/>
          <a:p>
            <a:pPr marL="0" marR="0" lvl="0" indent="0" algn="ctr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4500"/>
              <a:buFont typeface="Arial"/>
              <a:buNone/>
            </a:pPr>
            <a:r>
              <a:rPr lang="en-US" sz="4500" b="1" i="0" u="none" strike="noStrike" cap="none" dirty="0">
                <a:solidFill>
                  <a:srgbClr val="15264B"/>
                </a:solidFill>
                <a:latin typeface="Atkinson Hyperlegible Next"/>
                <a:ea typeface="Arial"/>
                <a:cs typeface="Arial"/>
                <a:sym typeface="Arial"/>
              </a:rPr>
              <a:t>Registers</a:t>
            </a:r>
            <a:endParaRPr dirty="0"/>
          </a:p>
        </p:txBody>
      </p:sp>
      <p:grpSp>
        <p:nvGrpSpPr>
          <p:cNvPr id="105" name="Google Shape;105;p28"/>
          <p:cNvGrpSpPr/>
          <p:nvPr/>
        </p:nvGrpSpPr>
        <p:grpSpPr>
          <a:xfrm>
            <a:off x="3943790" y="2676939"/>
            <a:ext cx="3861740" cy="322845"/>
            <a:chOff x="3943790" y="2676939"/>
            <a:chExt cx="3861740" cy="322845"/>
          </a:xfrm>
        </p:grpSpPr>
        <p:cxnSp>
          <p:nvCxnSpPr>
            <p:cNvPr id="106" name="Google Shape;106;p28"/>
            <p:cNvCxnSpPr/>
            <p:nvPr/>
          </p:nvCxnSpPr>
          <p:spPr>
            <a:xfrm>
              <a:off x="4426226" y="2676939"/>
              <a:ext cx="3379304" cy="0"/>
            </a:xfrm>
            <a:prstGeom prst="straightConnector1">
              <a:avLst/>
            </a:prstGeom>
            <a:noFill/>
            <a:ln w="19050" cap="flat" cmpd="sng">
              <a:solidFill>
                <a:schemeClr val="lt1"/>
              </a:solidFill>
              <a:prstDash val="solid"/>
              <a:round/>
              <a:headEnd type="none" w="sm" len="sm"/>
              <a:tailEnd type="none" w="sm" len="sm"/>
            </a:ln>
          </p:spPr>
        </p:cxnSp>
        <p:cxnSp>
          <p:nvCxnSpPr>
            <p:cNvPr id="107" name="Google Shape;107;p28"/>
            <p:cNvCxnSpPr/>
            <p:nvPr/>
          </p:nvCxnSpPr>
          <p:spPr>
            <a:xfrm rot="10800000" flipH="1">
              <a:off x="3943790" y="2676939"/>
              <a:ext cx="482436" cy="322845"/>
            </a:xfrm>
            <a:prstGeom prst="straightConnector1">
              <a:avLst/>
            </a:prstGeom>
            <a:noFill/>
            <a:ln w="19050" cap="flat" cmpd="sng">
              <a:solidFill>
                <a:schemeClr val="lt1"/>
              </a:solidFill>
              <a:prstDash val="solid"/>
              <a:round/>
              <a:headEnd type="none" w="sm" len="sm"/>
              <a:tailEnd type="none" w="sm" len="sm"/>
            </a:ln>
          </p:spPr>
        </p:cxnSp>
      </p:grpSp>
      <p:pic>
        <p:nvPicPr>
          <p:cNvPr id="108" name="Google Shape;108;p28"/>
          <p:cNvPicPr preferRelativeResize="0"/>
          <p:nvPr/>
        </p:nvPicPr>
        <p:blipFill rotWithShape="1">
          <a:blip r:embed="rId4">
            <a:alphaModFix/>
          </a:blip>
          <a:srcRect/>
          <a:stretch/>
        </p:blipFill>
        <p:spPr>
          <a:xfrm>
            <a:off x="11557509" y="233819"/>
            <a:ext cx="271308" cy="389811"/>
          </a:xfrm>
          <a:prstGeom prst="rect">
            <a:avLst/>
          </a:prstGeom>
          <a:noFill/>
          <a:ln>
            <a:noFill/>
          </a:ln>
        </p:spPr>
      </p:pic>
      <p:sp>
        <p:nvSpPr>
          <p:cNvPr id="109" name="Google Shape;109;p28"/>
          <p:cNvSpPr txBox="1"/>
          <p:nvPr/>
        </p:nvSpPr>
        <p:spPr>
          <a:xfrm>
            <a:off x="9335597" y="6524381"/>
            <a:ext cx="2473415" cy="230792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t" anchorCtr="0">
            <a:spAutoFit/>
          </a:bodyPr>
          <a:lstStyle/>
          <a:p>
            <a:pPr marL="0" marR="0" lvl="0" indent="0" algn="r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en-US" sz="900" b="0" i="0" u="none" strike="noStrike" cap="none">
                <a:solidFill>
                  <a:srgbClr val="13294B"/>
                </a:solidFill>
                <a:latin typeface="Atkinson Hyperlegible Next"/>
                <a:ea typeface="Arial"/>
                <a:cs typeface="Arial"/>
                <a:sym typeface="Arial"/>
              </a:rPr>
              <a:t>GRAINGER ENGINEERING</a:t>
            </a:r>
            <a:endParaRPr/>
          </a:p>
        </p:txBody>
      </p:sp>
      <p:sp>
        <p:nvSpPr>
          <p:cNvPr id="110" name="Google Shape;110;p28"/>
          <p:cNvSpPr txBox="1"/>
          <p:nvPr/>
        </p:nvSpPr>
        <p:spPr>
          <a:xfrm>
            <a:off x="376807" y="6524381"/>
            <a:ext cx="7991400" cy="23070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t" anchorCtr="0">
            <a:spAutoFit/>
          </a:bodyPr>
          <a:lstStyle/>
          <a:p>
            <a:pPr marL="0" marR="0" lvl="0" indent="0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en-US" sz="900" dirty="0">
                <a:solidFill>
                  <a:srgbClr val="13294B"/>
                </a:solidFill>
              </a:rPr>
              <a:t>SYSTEMS ENGINEERING</a:t>
            </a:r>
            <a:endParaRPr dirty="0"/>
          </a:p>
        </p:txBody>
      </p:sp>
      <p:grpSp>
        <p:nvGrpSpPr>
          <p:cNvPr id="111" name="Google Shape;111;p28"/>
          <p:cNvGrpSpPr/>
          <p:nvPr/>
        </p:nvGrpSpPr>
        <p:grpSpPr>
          <a:xfrm>
            <a:off x="4066674" y="6601537"/>
            <a:ext cx="5233412" cy="70446"/>
            <a:chOff x="4033424" y="6601537"/>
            <a:chExt cx="5233412" cy="70446"/>
          </a:xfrm>
        </p:grpSpPr>
        <p:cxnSp>
          <p:nvCxnSpPr>
            <p:cNvPr id="112" name="Google Shape;112;p28"/>
            <p:cNvCxnSpPr/>
            <p:nvPr/>
          </p:nvCxnSpPr>
          <p:spPr>
            <a:xfrm rot="10800000">
              <a:off x="4033424" y="6639606"/>
              <a:ext cx="5164651" cy="0"/>
            </a:xfrm>
            <a:prstGeom prst="straightConnector1">
              <a:avLst/>
            </a:prstGeom>
            <a:noFill/>
            <a:ln w="9525" cap="flat" cmpd="sng">
              <a:solidFill>
                <a:srgbClr val="13294B"/>
              </a:solidFill>
              <a:prstDash val="solid"/>
              <a:round/>
              <a:headEnd type="none" w="sm" len="sm"/>
              <a:tailEnd type="none" w="sm" len="sm"/>
            </a:ln>
          </p:spPr>
        </p:cxnSp>
        <p:sp>
          <p:nvSpPr>
            <p:cNvPr id="113" name="Google Shape;113;p28"/>
            <p:cNvSpPr/>
            <p:nvPr/>
          </p:nvSpPr>
          <p:spPr>
            <a:xfrm>
              <a:off x="9196390" y="6601537"/>
              <a:ext cx="70446" cy="70446"/>
            </a:xfrm>
            <a:prstGeom prst="ellipse">
              <a:avLst/>
            </a:prstGeom>
            <a:solidFill>
              <a:srgbClr val="13294B"/>
            </a:solidFill>
            <a:ln>
              <a:noFill/>
            </a:ln>
          </p:spPr>
          <p:txBody>
            <a:bodyPr spcFirstLastPara="1" wrap="square" lIns="91425" tIns="45700" rIns="91425" bIns="45700" anchor="ctr" anchorCtr="0">
              <a:noAutofit/>
            </a:bodyPr>
            <a:lstStyle/>
            <a:p>
              <a:pPr marL="0" marR="0" lvl="0" indent="0" algn="ctr" rtl="0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None/>
              </a:pPr>
              <a:endParaRPr sz="1400" b="0" i="0" u="none" strike="noStrike" cap="none">
                <a:solidFill>
                  <a:srgbClr val="13294B"/>
                </a:solidFill>
                <a:latin typeface="Atkinson Hyperlegible Next"/>
                <a:ea typeface="Arial"/>
                <a:cs typeface="Arial"/>
                <a:sym typeface="Arial"/>
              </a:endParaRPr>
            </a:p>
          </p:txBody>
        </p:sp>
      </p:grpSp>
    </p:spTree>
  </p:cSld>
  <p:clrMapOvr>
    <a:masterClrMapping/>
  </p:clrMapOvr>
</p:sld>
</file>

<file path=ppt/slides/slide8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Shape 117">
          <a:extLst>
            <a:ext uri="{FF2B5EF4-FFF2-40B4-BE49-F238E27FC236}">
              <a16:creationId xmlns:a16="http://schemas.microsoft.com/office/drawing/2014/main" id="{C9BEEF1A-8246-780D-B805-73B0266CA65F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18" name="Google Shape;118;p29">
            <a:extLst>
              <a:ext uri="{FF2B5EF4-FFF2-40B4-BE49-F238E27FC236}">
                <a16:creationId xmlns:a16="http://schemas.microsoft.com/office/drawing/2014/main" id="{3B3D1F5B-F4CE-3A65-FC4B-C8CBA8198B93}"/>
              </a:ext>
            </a:extLst>
          </p:cNvPr>
          <p:cNvSpPr txBox="1">
            <a:spLocks noGrp="1"/>
          </p:cNvSpPr>
          <p:nvPr>
            <p:ph type="body" idx="1"/>
          </p:nvPr>
        </p:nvSpPr>
        <p:spPr>
          <a:xfrm>
            <a:off x="376809" y="1334279"/>
            <a:ext cx="11177401" cy="4821102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t" anchorCtr="0">
            <a:noAutofit/>
          </a:bodyPr>
          <a:lstStyle/>
          <a:p>
            <a:pPr marL="0" lvl="0" indent="0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3000"/>
              <a:buNone/>
            </a:pPr>
            <a:r>
              <a:rPr lang="en-US" sz="1800" dirty="0">
                <a:solidFill>
                  <a:schemeClr val="dk1"/>
                </a:solidFill>
                <a:latin typeface="Atkinson Hyperlegible Next"/>
                <a:ea typeface="Arial"/>
                <a:cs typeface="Arial"/>
                <a:sym typeface="Arial"/>
              </a:rPr>
              <a:t>The CPU only knows one thing: </a:t>
            </a:r>
            <a:r>
              <a:rPr lang="en-US" sz="1800" b="1" dirty="0">
                <a:solidFill>
                  <a:schemeClr val="dk1"/>
                </a:solidFill>
                <a:latin typeface="Atkinson Hyperlegible Next"/>
                <a:ea typeface="Arial"/>
                <a:cs typeface="Arial"/>
                <a:sym typeface="Arial"/>
              </a:rPr>
              <a:t>memory addresses</a:t>
            </a:r>
          </a:p>
          <a:p>
            <a:pPr marL="0" lvl="0" indent="0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3000"/>
              <a:buNone/>
            </a:pPr>
            <a:endParaRPr lang="en-US" sz="1800" b="1" dirty="0">
              <a:latin typeface="Atkinson Hyperlegible Next"/>
              <a:cs typeface="Arial"/>
              <a:sym typeface="Arial"/>
            </a:endParaRPr>
          </a:p>
          <a:p>
            <a:pPr marL="0" lvl="0" indent="0">
              <a:lnSpc>
                <a:spcPct val="100000"/>
              </a:lnSpc>
              <a:spcBef>
                <a:spcPts val="0"/>
              </a:spcBef>
              <a:buSzPts val="3000"/>
              <a:buNone/>
            </a:pPr>
            <a:r>
              <a:rPr lang="en-US" sz="1800" dirty="0">
                <a:latin typeface="Atkinson Hyperlegible Next"/>
                <a:cs typeface="Arial"/>
                <a:sym typeface="Arial"/>
              </a:rPr>
              <a:t>On the </a:t>
            </a:r>
            <a:r>
              <a:rPr lang="en-US" sz="1800" dirty="0"/>
              <a:t>TMS320F2837xD:</a:t>
            </a:r>
          </a:p>
          <a:p>
            <a:pPr marL="285750" indent="-285750">
              <a:lnSpc>
                <a:spcPct val="100000"/>
              </a:lnSpc>
              <a:spcBef>
                <a:spcPts val="0"/>
              </a:spcBef>
              <a:buSzPts val="3000"/>
            </a:pPr>
            <a:r>
              <a:rPr lang="en-US" sz="1800" dirty="0"/>
              <a:t>RAM has addresses</a:t>
            </a:r>
          </a:p>
          <a:p>
            <a:pPr marL="285750" indent="-285750">
              <a:lnSpc>
                <a:spcPct val="100000"/>
              </a:lnSpc>
              <a:spcBef>
                <a:spcPts val="0"/>
              </a:spcBef>
              <a:buSzPts val="3000"/>
            </a:pPr>
            <a:r>
              <a:rPr lang="en-US" sz="1800" dirty="0"/>
              <a:t>Flash has addresses</a:t>
            </a:r>
          </a:p>
          <a:p>
            <a:pPr marL="285750" indent="-285750">
              <a:lnSpc>
                <a:spcPct val="100000"/>
              </a:lnSpc>
              <a:spcBef>
                <a:spcPts val="0"/>
              </a:spcBef>
              <a:buSzPts val="3000"/>
            </a:pPr>
            <a:r>
              <a:rPr lang="en-US" sz="1800" dirty="0"/>
              <a:t>Peripherals also have addresses</a:t>
            </a:r>
          </a:p>
          <a:p>
            <a:pPr marL="285750" indent="-285750">
              <a:lnSpc>
                <a:spcPct val="100000"/>
              </a:lnSpc>
              <a:spcBef>
                <a:spcPts val="0"/>
              </a:spcBef>
              <a:buSzPts val="3000"/>
            </a:pPr>
            <a:endParaRPr lang="en-US" sz="1800" dirty="0"/>
          </a:p>
          <a:p>
            <a:pPr marL="0" indent="0">
              <a:lnSpc>
                <a:spcPct val="100000"/>
              </a:lnSpc>
              <a:spcBef>
                <a:spcPts val="0"/>
              </a:spcBef>
              <a:buSzPts val="3000"/>
              <a:buNone/>
            </a:pPr>
            <a:r>
              <a:rPr lang="en-US" sz="1800" dirty="0"/>
              <a:t>This is called Memory-Mapped I/O (</a:t>
            </a:r>
            <a:r>
              <a:rPr lang="en-US" sz="1800" b="1" dirty="0"/>
              <a:t>MMIO</a:t>
            </a:r>
            <a:r>
              <a:rPr lang="en-US" sz="1800" dirty="0"/>
              <a:t>)</a:t>
            </a:r>
          </a:p>
          <a:p>
            <a:pPr marL="0" lvl="0" indent="0">
              <a:lnSpc>
                <a:spcPct val="100000"/>
              </a:lnSpc>
              <a:spcBef>
                <a:spcPts val="0"/>
              </a:spcBef>
              <a:buSzPts val="3000"/>
              <a:buNone/>
            </a:pPr>
            <a:endParaRPr lang="en-US" sz="1800" dirty="0">
              <a:latin typeface="Atkinson Hyperlegible Next"/>
              <a:ea typeface="Arial"/>
              <a:cs typeface="Arial"/>
              <a:sym typeface="Arial"/>
            </a:endParaRPr>
          </a:p>
          <a:p>
            <a:pPr marL="0" lvl="0" indent="0">
              <a:lnSpc>
                <a:spcPct val="100000"/>
              </a:lnSpc>
              <a:spcBef>
                <a:spcPts val="0"/>
              </a:spcBef>
              <a:buSzPts val="3000"/>
              <a:buNone/>
            </a:pPr>
            <a:endParaRPr lang="en-US" sz="1800" dirty="0">
              <a:latin typeface="Atkinson Hyperlegible Next"/>
              <a:ea typeface="Arial"/>
              <a:cs typeface="Arial"/>
              <a:sym typeface="Arial"/>
            </a:endParaRPr>
          </a:p>
          <a:p>
            <a:pPr marL="0" lvl="0" indent="0">
              <a:lnSpc>
                <a:spcPct val="100000"/>
              </a:lnSpc>
              <a:spcBef>
                <a:spcPts val="0"/>
              </a:spcBef>
              <a:buSzPts val="3000"/>
              <a:buNone/>
            </a:pPr>
            <a:r>
              <a:rPr lang="en-US" sz="1800" dirty="0">
                <a:latin typeface="Atkinson Hyperlegible Next"/>
                <a:ea typeface="Arial"/>
                <a:cs typeface="Arial"/>
                <a:sym typeface="Arial"/>
              </a:rPr>
              <a:t>A peripheral is a hardware module whose control and status registers are mapped to fixed memory addresses, allowing the CPU to configure and control hardware by reading from and writing to memory.</a:t>
            </a:r>
          </a:p>
        </p:txBody>
      </p:sp>
      <p:sp>
        <p:nvSpPr>
          <p:cNvPr id="119" name="Google Shape;119;p29">
            <a:extLst>
              <a:ext uri="{FF2B5EF4-FFF2-40B4-BE49-F238E27FC236}">
                <a16:creationId xmlns:a16="http://schemas.microsoft.com/office/drawing/2014/main" id="{F4A71BDA-AF55-C788-95F4-7D99FDA443DB}"/>
              </a:ext>
            </a:extLst>
          </p:cNvPr>
          <p:cNvSpPr/>
          <p:nvPr/>
        </p:nvSpPr>
        <p:spPr>
          <a:xfrm rot="10800000" flipH="1">
            <a:off x="0" y="0"/>
            <a:ext cx="12192000" cy="868220"/>
          </a:xfrm>
          <a:prstGeom prst="rect">
            <a:avLst/>
          </a:prstGeom>
          <a:solidFill>
            <a:srgbClr val="13294B"/>
          </a:solidFill>
          <a:ln>
            <a:noFill/>
          </a:ln>
        </p:spPr>
        <p:txBody>
          <a:bodyPr spcFirstLastPara="1" wrap="square" lIns="91425" tIns="45700" rIns="91425" bIns="45700" anchor="ctr" anchorCtr="0">
            <a:noAutofit/>
          </a:bodyPr>
          <a:lstStyle/>
          <a:p>
            <a:pPr marL="0" marR="0" lvl="0" indent="0" algn="ctr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1800"/>
              <a:buFont typeface="Calibri"/>
              <a:buNone/>
            </a:pPr>
            <a:endParaRPr sz="1800" b="0" i="0" u="none" strike="noStrike" cap="none">
              <a:solidFill>
                <a:srgbClr val="13294B"/>
              </a:solidFill>
              <a:latin typeface="Atkinson Hyperlegible Next"/>
              <a:ea typeface="Calibri"/>
              <a:cs typeface="Calibri"/>
              <a:sym typeface="Calibri"/>
            </a:endParaRPr>
          </a:p>
        </p:txBody>
      </p:sp>
      <p:sp>
        <p:nvSpPr>
          <p:cNvPr id="120" name="Google Shape;120;p29">
            <a:extLst>
              <a:ext uri="{FF2B5EF4-FFF2-40B4-BE49-F238E27FC236}">
                <a16:creationId xmlns:a16="http://schemas.microsoft.com/office/drawing/2014/main" id="{3767473E-7200-1801-D48E-0407667B4E72}"/>
              </a:ext>
            </a:extLst>
          </p:cNvPr>
          <p:cNvSpPr txBox="1"/>
          <p:nvPr/>
        </p:nvSpPr>
        <p:spPr>
          <a:xfrm>
            <a:off x="376810" y="204051"/>
            <a:ext cx="10910026" cy="461624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t" anchorCtr="0">
            <a:spAutoFit/>
          </a:bodyPr>
          <a:lstStyle/>
          <a:p>
            <a:pPr marL="0" marR="0" lvl="0" indent="0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2400"/>
              <a:buFont typeface="Arial"/>
              <a:buNone/>
            </a:pPr>
            <a:r>
              <a:rPr lang="en-US" sz="2400" b="0" i="0" u="none" strike="noStrike" cap="none" dirty="0">
                <a:solidFill>
                  <a:schemeClr val="lt1"/>
                </a:solidFill>
                <a:latin typeface="Atkinson Hyperlegible Next"/>
                <a:ea typeface="Arial"/>
                <a:cs typeface="Arial"/>
                <a:sym typeface="Arial"/>
              </a:rPr>
              <a:t>Memory-Mapped I/O</a:t>
            </a:r>
            <a:endParaRPr sz="2400" b="0" i="0" u="none" strike="noStrike" cap="none" dirty="0">
              <a:solidFill>
                <a:schemeClr val="lt1"/>
              </a:solidFill>
              <a:latin typeface="Atkinson Hyperlegible Next"/>
              <a:ea typeface="Arial"/>
              <a:cs typeface="Arial"/>
              <a:sym typeface="Arial"/>
            </a:endParaRPr>
          </a:p>
        </p:txBody>
      </p:sp>
      <p:pic>
        <p:nvPicPr>
          <p:cNvPr id="121" name="Google Shape;121;p29">
            <a:extLst>
              <a:ext uri="{FF2B5EF4-FFF2-40B4-BE49-F238E27FC236}">
                <a16:creationId xmlns:a16="http://schemas.microsoft.com/office/drawing/2014/main" id="{F8247348-FF7D-D515-1494-EF00C3BBBFBB}"/>
              </a:ext>
            </a:extLst>
          </p:cNvPr>
          <p:cNvPicPr preferRelativeResize="0"/>
          <p:nvPr/>
        </p:nvPicPr>
        <p:blipFill rotWithShape="1">
          <a:blip r:embed="rId3">
            <a:alphaModFix/>
          </a:blip>
          <a:srcRect/>
          <a:stretch/>
        </p:blipFill>
        <p:spPr>
          <a:xfrm>
            <a:off x="11557509" y="233819"/>
            <a:ext cx="271308" cy="389810"/>
          </a:xfrm>
          <a:prstGeom prst="rect">
            <a:avLst/>
          </a:prstGeom>
          <a:noFill/>
          <a:ln>
            <a:noFill/>
          </a:ln>
        </p:spPr>
      </p:pic>
      <p:sp>
        <p:nvSpPr>
          <p:cNvPr id="122" name="Google Shape;122;p29">
            <a:extLst>
              <a:ext uri="{FF2B5EF4-FFF2-40B4-BE49-F238E27FC236}">
                <a16:creationId xmlns:a16="http://schemas.microsoft.com/office/drawing/2014/main" id="{7B98A567-8333-5798-5A96-986D6AB0E8E1}"/>
              </a:ext>
            </a:extLst>
          </p:cNvPr>
          <p:cNvSpPr txBox="1"/>
          <p:nvPr/>
        </p:nvSpPr>
        <p:spPr>
          <a:xfrm>
            <a:off x="9335597" y="6524381"/>
            <a:ext cx="2473415" cy="230792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t" anchorCtr="0">
            <a:spAutoFit/>
          </a:bodyPr>
          <a:lstStyle/>
          <a:p>
            <a:pPr marL="0" marR="0" lvl="0" indent="0" algn="r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en-US" sz="900" b="0" i="0" u="none" strike="noStrike" cap="none">
                <a:solidFill>
                  <a:srgbClr val="13294B"/>
                </a:solidFill>
                <a:latin typeface="Atkinson Hyperlegible Next"/>
                <a:ea typeface="Arial"/>
                <a:cs typeface="Arial"/>
                <a:sym typeface="Arial"/>
              </a:rPr>
              <a:t>GRAINGER ENGINEERING</a:t>
            </a:r>
            <a:endParaRPr/>
          </a:p>
        </p:txBody>
      </p:sp>
      <p:sp>
        <p:nvSpPr>
          <p:cNvPr id="123" name="Google Shape;123;p29">
            <a:extLst>
              <a:ext uri="{FF2B5EF4-FFF2-40B4-BE49-F238E27FC236}">
                <a16:creationId xmlns:a16="http://schemas.microsoft.com/office/drawing/2014/main" id="{77D4E743-6B2A-DBCA-05CA-15E8A3CDF86D}"/>
              </a:ext>
            </a:extLst>
          </p:cNvPr>
          <p:cNvSpPr txBox="1"/>
          <p:nvPr/>
        </p:nvSpPr>
        <p:spPr>
          <a:xfrm>
            <a:off x="376807" y="6524381"/>
            <a:ext cx="7991337" cy="230792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t" anchorCtr="0">
            <a:spAutoFit/>
          </a:bodyPr>
          <a:lstStyle/>
          <a:p>
            <a:pPr marL="0" marR="0" lvl="0" indent="0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en-US" sz="900" dirty="0">
                <a:solidFill>
                  <a:srgbClr val="13294B"/>
                </a:solidFill>
              </a:rPr>
              <a:t>SYSTEMS ENGINEERING </a:t>
            </a:r>
            <a:endParaRPr dirty="0"/>
          </a:p>
        </p:txBody>
      </p:sp>
      <p:grpSp>
        <p:nvGrpSpPr>
          <p:cNvPr id="124" name="Google Shape;124;p29">
            <a:extLst>
              <a:ext uri="{FF2B5EF4-FFF2-40B4-BE49-F238E27FC236}">
                <a16:creationId xmlns:a16="http://schemas.microsoft.com/office/drawing/2014/main" id="{4E68D5BC-52F3-5E41-9D28-A5329EF010B1}"/>
              </a:ext>
            </a:extLst>
          </p:cNvPr>
          <p:cNvGrpSpPr/>
          <p:nvPr/>
        </p:nvGrpSpPr>
        <p:grpSpPr>
          <a:xfrm>
            <a:off x="4066674" y="6601537"/>
            <a:ext cx="5233412" cy="70446"/>
            <a:chOff x="4033424" y="6601537"/>
            <a:chExt cx="5233412" cy="70446"/>
          </a:xfrm>
        </p:grpSpPr>
        <p:cxnSp>
          <p:nvCxnSpPr>
            <p:cNvPr id="125" name="Google Shape;125;p29">
              <a:extLst>
                <a:ext uri="{FF2B5EF4-FFF2-40B4-BE49-F238E27FC236}">
                  <a16:creationId xmlns:a16="http://schemas.microsoft.com/office/drawing/2014/main" id="{E2A7FD3E-06AA-8235-9B82-C4FE44AF4179}"/>
                </a:ext>
              </a:extLst>
            </p:cNvPr>
            <p:cNvCxnSpPr/>
            <p:nvPr/>
          </p:nvCxnSpPr>
          <p:spPr>
            <a:xfrm rot="10800000">
              <a:off x="4033424" y="6639606"/>
              <a:ext cx="5164651" cy="0"/>
            </a:xfrm>
            <a:prstGeom prst="straightConnector1">
              <a:avLst/>
            </a:prstGeom>
            <a:noFill/>
            <a:ln w="9525" cap="flat" cmpd="sng">
              <a:solidFill>
                <a:srgbClr val="13294B"/>
              </a:solidFill>
              <a:prstDash val="solid"/>
              <a:round/>
              <a:headEnd type="none" w="sm" len="sm"/>
              <a:tailEnd type="none" w="sm" len="sm"/>
            </a:ln>
          </p:spPr>
        </p:cxnSp>
        <p:sp>
          <p:nvSpPr>
            <p:cNvPr id="126" name="Google Shape;126;p29">
              <a:extLst>
                <a:ext uri="{FF2B5EF4-FFF2-40B4-BE49-F238E27FC236}">
                  <a16:creationId xmlns:a16="http://schemas.microsoft.com/office/drawing/2014/main" id="{8E792E2D-C8AF-47FB-EDEE-A0035DB7218C}"/>
                </a:ext>
              </a:extLst>
            </p:cNvPr>
            <p:cNvSpPr/>
            <p:nvPr/>
          </p:nvSpPr>
          <p:spPr>
            <a:xfrm>
              <a:off x="9196390" y="6601537"/>
              <a:ext cx="70446" cy="70446"/>
            </a:xfrm>
            <a:prstGeom prst="ellipse">
              <a:avLst/>
            </a:prstGeom>
            <a:solidFill>
              <a:srgbClr val="13294B"/>
            </a:solidFill>
            <a:ln>
              <a:noFill/>
            </a:ln>
          </p:spPr>
          <p:txBody>
            <a:bodyPr spcFirstLastPara="1" wrap="square" lIns="91425" tIns="45700" rIns="91425" bIns="45700" anchor="ctr" anchorCtr="0">
              <a:noAutofit/>
            </a:bodyPr>
            <a:lstStyle/>
            <a:p>
              <a:pPr marL="0" marR="0" lvl="0" indent="0" algn="ctr" rtl="0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None/>
              </a:pPr>
              <a:endParaRPr sz="1400" b="0" i="0" u="none" strike="noStrike" cap="none">
                <a:solidFill>
                  <a:srgbClr val="13294B"/>
                </a:solidFill>
                <a:latin typeface="Atkinson Hyperlegible Next"/>
                <a:ea typeface="Arial"/>
                <a:cs typeface="Arial"/>
                <a:sym typeface="Arial"/>
              </a:endParaRPr>
            </a:p>
          </p:txBody>
        </p:sp>
      </p:grpSp>
    </p:spTree>
    <p:extLst>
      <p:ext uri="{BB962C8B-B14F-4D97-AF65-F5344CB8AC3E}">
        <p14:creationId xmlns:p14="http://schemas.microsoft.com/office/powerpoint/2010/main" val="2492210423"/>
      </p:ext>
    </p:extLst>
  </p:cSld>
  <p:clrMapOvr>
    <a:masterClrMapping/>
  </p:clrMapOvr>
</p:sld>
</file>

<file path=ppt/slides/slide9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Shape 117">
          <a:extLst>
            <a:ext uri="{FF2B5EF4-FFF2-40B4-BE49-F238E27FC236}">
              <a16:creationId xmlns:a16="http://schemas.microsoft.com/office/drawing/2014/main" id="{3A54B991-8E85-5A52-F99C-11B8C0B19266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18" name="Google Shape;118;p29">
            <a:extLst>
              <a:ext uri="{FF2B5EF4-FFF2-40B4-BE49-F238E27FC236}">
                <a16:creationId xmlns:a16="http://schemas.microsoft.com/office/drawing/2014/main" id="{A5524367-278E-EA64-B4EE-239DCE369C73}"/>
              </a:ext>
            </a:extLst>
          </p:cNvPr>
          <p:cNvSpPr txBox="1">
            <a:spLocks noGrp="1"/>
          </p:cNvSpPr>
          <p:nvPr>
            <p:ph type="body" idx="1"/>
          </p:nvPr>
        </p:nvSpPr>
        <p:spPr>
          <a:xfrm>
            <a:off x="376809" y="1334279"/>
            <a:ext cx="11177401" cy="4821102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t" anchorCtr="0">
            <a:noAutofit/>
          </a:bodyPr>
          <a:lstStyle/>
          <a:p>
            <a:pPr marL="0" lvl="0" indent="0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3000"/>
              <a:buNone/>
            </a:pPr>
            <a:r>
              <a:rPr lang="en-US" sz="1800" b="1" dirty="0">
                <a:solidFill>
                  <a:schemeClr val="dk1"/>
                </a:solidFill>
                <a:latin typeface="Atkinson Hyperlegible Next"/>
                <a:ea typeface="Arial"/>
                <a:cs typeface="Arial"/>
                <a:sym typeface="Arial"/>
              </a:rPr>
              <a:t>Peripheral:</a:t>
            </a:r>
          </a:p>
          <a:p>
            <a:pPr marL="0" lvl="0" indent="0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3000"/>
              <a:buNone/>
            </a:pPr>
            <a:endParaRPr lang="en-US" sz="1800" b="1" dirty="0">
              <a:latin typeface="Atkinson Hyperlegible Next"/>
              <a:ea typeface="Arial"/>
              <a:cs typeface="Arial"/>
              <a:sym typeface="Arial"/>
            </a:endParaRPr>
          </a:p>
          <a:p>
            <a:pPr marL="0" lvl="0" indent="0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3000"/>
              <a:buNone/>
            </a:pPr>
            <a:r>
              <a:rPr lang="en-US" sz="1800" dirty="0">
                <a:solidFill>
                  <a:schemeClr val="dk1"/>
                </a:solidFill>
                <a:latin typeface="Atkinson Hyperlegible Next"/>
                <a:ea typeface="Arial"/>
                <a:cs typeface="Arial"/>
                <a:sym typeface="Arial"/>
              </a:rPr>
              <a:t>A </a:t>
            </a:r>
            <a:r>
              <a:rPr lang="en-US" sz="1800" b="1" dirty="0">
                <a:solidFill>
                  <a:schemeClr val="dk1"/>
                </a:solidFill>
                <a:latin typeface="Atkinson Hyperlegible Next"/>
                <a:ea typeface="Arial"/>
                <a:cs typeface="Arial"/>
                <a:sym typeface="Arial"/>
              </a:rPr>
              <a:t>Peripheral</a:t>
            </a:r>
            <a:r>
              <a:rPr lang="en-US" sz="1800" dirty="0">
                <a:solidFill>
                  <a:schemeClr val="dk1"/>
                </a:solidFill>
                <a:latin typeface="Atkinson Hyperlegible Next"/>
                <a:ea typeface="Arial"/>
                <a:cs typeface="Arial"/>
                <a:sym typeface="Arial"/>
              </a:rPr>
              <a:t> is a hardware device with a specific address in memory that it writes data to and/or reads data from.</a:t>
            </a:r>
          </a:p>
          <a:p>
            <a:pPr marL="0" lvl="0" indent="0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3000"/>
              <a:buNone/>
            </a:pPr>
            <a:endParaRPr lang="en-US" sz="1800" dirty="0">
              <a:latin typeface="Atkinson Hyperlegible Next"/>
              <a:ea typeface="Arial"/>
              <a:cs typeface="Arial"/>
              <a:sym typeface="Arial"/>
            </a:endParaRPr>
          </a:p>
          <a:p>
            <a:pPr marL="0" lvl="0" indent="0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3000"/>
              <a:buNone/>
            </a:pPr>
            <a:r>
              <a:rPr lang="en-US" sz="1800" dirty="0">
                <a:solidFill>
                  <a:schemeClr val="dk1"/>
                </a:solidFill>
                <a:latin typeface="Atkinson Hyperlegible Next"/>
                <a:ea typeface="Arial"/>
                <a:cs typeface="Arial"/>
                <a:sym typeface="Arial"/>
              </a:rPr>
              <a:t>All peripherals can be described by an offset from the </a:t>
            </a:r>
            <a:r>
              <a:rPr lang="en-US" sz="1800" b="1" dirty="0">
                <a:solidFill>
                  <a:schemeClr val="dk1"/>
                </a:solidFill>
                <a:latin typeface="Atkinson Hyperlegible Next"/>
                <a:ea typeface="Arial"/>
                <a:cs typeface="Arial"/>
                <a:sym typeface="Arial"/>
              </a:rPr>
              <a:t>Peripheral Base Address.</a:t>
            </a:r>
          </a:p>
          <a:p>
            <a:pPr marL="0" lvl="0" indent="0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3000"/>
              <a:buNone/>
            </a:pPr>
            <a:endParaRPr lang="en-US" sz="1800" dirty="0">
              <a:latin typeface="Atkinson Hyperlegible Next"/>
              <a:ea typeface="Arial"/>
              <a:cs typeface="Arial"/>
              <a:sym typeface="Arial"/>
            </a:endParaRPr>
          </a:p>
          <a:p>
            <a:pPr marL="0" lvl="0" indent="0">
              <a:lnSpc>
                <a:spcPct val="100000"/>
              </a:lnSpc>
              <a:spcBef>
                <a:spcPts val="0"/>
              </a:spcBef>
              <a:buSzPts val="3000"/>
              <a:buNone/>
            </a:pPr>
            <a:r>
              <a:rPr lang="en-US" sz="1800" dirty="0">
                <a:latin typeface="Atkinson Hyperlegible Next"/>
                <a:ea typeface="Arial"/>
                <a:cs typeface="Arial"/>
                <a:sym typeface="Arial"/>
              </a:rPr>
              <a:t>On the </a:t>
            </a:r>
            <a:r>
              <a:rPr lang="en-US" sz="1800" dirty="0"/>
              <a:t>TMS320F2837xD, registers are typically </a:t>
            </a:r>
            <a:r>
              <a:rPr lang="en-US" sz="1800" b="1" dirty="0"/>
              <a:t>32-bits </a:t>
            </a:r>
            <a:r>
              <a:rPr lang="en-US" sz="1800" dirty="0"/>
              <a:t>or </a:t>
            </a:r>
            <a:r>
              <a:rPr lang="en-US" sz="1800" b="1" dirty="0"/>
              <a:t>16-bit</a:t>
            </a:r>
            <a:r>
              <a:rPr lang="en-US" sz="1800" dirty="0"/>
              <a:t> wide</a:t>
            </a:r>
          </a:p>
          <a:p>
            <a:pPr marL="0" lvl="0" indent="0">
              <a:lnSpc>
                <a:spcPct val="100000"/>
              </a:lnSpc>
              <a:spcBef>
                <a:spcPts val="0"/>
              </a:spcBef>
              <a:buSzPts val="3000"/>
              <a:buNone/>
            </a:pPr>
            <a:endParaRPr lang="en-US" sz="1800" dirty="0"/>
          </a:p>
          <a:p>
            <a:pPr marL="0" lvl="0" indent="0">
              <a:lnSpc>
                <a:spcPct val="100000"/>
              </a:lnSpc>
              <a:spcBef>
                <a:spcPts val="0"/>
              </a:spcBef>
              <a:buSzPts val="3000"/>
              <a:buNone/>
            </a:pPr>
            <a:r>
              <a:rPr lang="en-US" sz="1800" dirty="0"/>
              <a:t>Each bit usually represents to:</a:t>
            </a:r>
          </a:p>
          <a:p>
            <a:pPr marL="285750" indent="-285750">
              <a:lnSpc>
                <a:spcPct val="100000"/>
              </a:lnSpc>
              <a:spcBef>
                <a:spcPts val="0"/>
              </a:spcBef>
              <a:buSzPts val="3000"/>
            </a:pPr>
            <a:r>
              <a:rPr lang="en-US" sz="1800" dirty="0"/>
              <a:t>A hardware switch (ON / OFF)</a:t>
            </a:r>
          </a:p>
          <a:p>
            <a:pPr marL="285750" indent="-285750">
              <a:lnSpc>
                <a:spcPct val="100000"/>
              </a:lnSpc>
              <a:spcBef>
                <a:spcPts val="0"/>
              </a:spcBef>
              <a:buSzPts val="3000"/>
            </a:pPr>
            <a:r>
              <a:rPr lang="en-US" sz="1800" dirty="0"/>
              <a:t>A configuration option</a:t>
            </a:r>
          </a:p>
          <a:p>
            <a:pPr marL="285750" indent="-285750">
              <a:lnSpc>
                <a:spcPct val="100000"/>
              </a:lnSpc>
              <a:spcBef>
                <a:spcPts val="0"/>
              </a:spcBef>
              <a:buSzPts val="3000"/>
            </a:pPr>
            <a:r>
              <a:rPr lang="en-US" sz="1800" dirty="0"/>
              <a:t>A hardware status flag ( Error code, OK )</a:t>
            </a:r>
          </a:p>
          <a:p>
            <a:pPr marL="285750" indent="-285750">
              <a:lnSpc>
                <a:spcPct val="100000"/>
              </a:lnSpc>
              <a:spcBef>
                <a:spcPts val="0"/>
              </a:spcBef>
              <a:buSzPts val="3000"/>
            </a:pPr>
            <a:endParaRPr lang="en-US" sz="1800" dirty="0"/>
          </a:p>
          <a:p>
            <a:pPr marL="0" lvl="0" indent="0">
              <a:lnSpc>
                <a:spcPct val="100000"/>
              </a:lnSpc>
              <a:spcBef>
                <a:spcPts val="0"/>
              </a:spcBef>
              <a:buSzPts val="3000"/>
              <a:buNone/>
            </a:pPr>
            <a:endParaRPr lang="en-US" sz="1800" dirty="0">
              <a:latin typeface="Atkinson Hyperlegible Next"/>
              <a:ea typeface="Arial"/>
              <a:cs typeface="Arial"/>
              <a:sym typeface="Arial"/>
            </a:endParaRPr>
          </a:p>
          <a:p>
            <a:pPr marL="0" lvl="0" indent="0">
              <a:lnSpc>
                <a:spcPct val="100000"/>
              </a:lnSpc>
              <a:spcBef>
                <a:spcPts val="0"/>
              </a:spcBef>
              <a:buSzPts val="3000"/>
              <a:buNone/>
            </a:pPr>
            <a:endParaRPr lang="en-US" sz="1800" dirty="0">
              <a:latin typeface="Atkinson Hyperlegible Next"/>
              <a:ea typeface="Arial"/>
              <a:cs typeface="Arial"/>
              <a:sym typeface="Arial"/>
            </a:endParaRPr>
          </a:p>
        </p:txBody>
      </p:sp>
      <p:sp>
        <p:nvSpPr>
          <p:cNvPr id="119" name="Google Shape;119;p29">
            <a:extLst>
              <a:ext uri="{FF2B5EF4-FFF2-40B4-BE49-F238E27FC236}">
                <a16:creationId xmlns:a16="http://schemas.microsoft.com/office/drawing/2014/main" id="{4F71C68D-2089-CB5C-59AB-CF864A9E24C4}"/>
              </a:ext>
            </a:extLst>
          </p:cNvPr>
          <p:cNvSpPr/>
          <p:nvPr/>
        </p:nvSpPr>
        <p:spPr>
          <a:xfrm rot="10800000" flipH="1">
            <a:off x="0" y="0"/>
            <a:ext cx="12192000" cy="868220"/>
          </a:xfrm>
          <a:prstGeom prst="rect">
            <a:avLst/>
          </a:prstGeom>
          <a:solidFill>
            <a:srgbClr val="13294B"/>
          </a:solidFill>
          <a:ln>
            <a:noFill/>
          </a:ln>
        </p:spPr>
        <p:txBody>
          <a:bodyPr spcFirstLastPara="1" wrap="square" lIns="91425" tIns="45700" rIns="91425" bIns="45700" anchor="ctr" anchorCtr="0">
            <a:noAutofit/>
          </a:bodyPr>
          <a:lstStyle/>
          <a:p>
            <a:pPr marL="0" marR="0" lvl="0" indent="0" algn="ctr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1800"/>
              <a:buFont typeface="Calibri"/>
              <a:buNone/>
            </a:pPr>
            <a:endParaRPr sz="1800" b="0" i="0" u="none" strike="noStrike" cap="none">
              <a:solidFill>
                <a:srgbClr val="13294B"/>
              </a:solidFill>
              <a:latin typeface="Atkinson Hyperlegible Next"/>
              <a:ea typeface="Calibri"/>
              <a:cs typeface="Calibri"/>
              <a:sym typeface="Calibri"/>
            </a:endParaRPr>
          </a:p>
        </p:txBody>
      </p:sp>
      <p:sp>
        <p:nvSpPr>
          <p:cNvPr id="120" name="Google Shape;120;p29">
            <a:extLst>
              <a:ext uri="{FF2B5EF4-FFF2-40B4-BE49-F238E27FC236}">
                <a16:creationId xmlns:a16="http://schemas.microsoft.com/office/drawing/2014/main" id="{38014155-4DAB-98B2-4E07-B5E40E0C4BB4}"/>
              </a:ext>
            </a:extLst>
          </p:cNvPr>
          <p:cNvSpPr txBox="1"/>
          <p:nvPr/>
        </p:nvSpPr>
        <p:spPr>
          <a:xfrm>
            <a:off x="376810" y="204051"/>
            <a:ext cx="10910026" cy="461624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t" anchorCtr="0">
            <a:spAutoFit/>
          </a:bodyPr>
          <a:lstStyle/>
          <a:p>
            <a:pPr marL="0" marR="0" lvl="0" indent="0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2400"/>
              <a:buFont typeface="Arial"/>
              <a:buNone/>
            </a:pPr>
            <a:r>
              <a:rPr lang="en-US" sz="2400" b="0" i="0" u="none" strike="noStrike" cap="none" dirty="0">
                <a:solidFill>
                  <a:schemeClr val="lt1"/>
                </a:solidFill>
                <a:latin typeface="Atkinson Hyperlegible Next"/>
                <a:ea typeface="Arial"/>
                <a:cs typeface="Arial"/>
                <a:sym typeface="Arial"/>
              </a:rPr>
              <a:t>System and Peripheral Registers</a:t>
            </a:r>
            <a:endParaRPr sz="2400" b="0" i="0" u="none" strike="noStrike" cap="none" dirty="0">
              <a:solidFill>
                <a:schemeClr val="lt1"/>
              </a:solidFill>
              <a:latin typeface="Atkinson Hyperlegible Next"/>
              <a:ea typeface="Arial"/>
              <a:cs typeface="Arial"/>
              <a:sym typeface="Arial"/>
            </a:endParaRPr>
          </a:p>
        </p:txBody>
      </p:sp>
      <p:pic>
        <p:nvPicPr>
          <p:cNvPr id="121" name="Google Shape;121;p29">
            <a:extLst>
              <a:ext uri="{FF2B5EF4-FFF2-40B4-BE49-F238E27FC236}">
                <a16:creationId xmlns:a16="http://schemas.microsoft.com/office/drawing/2014/main" id="{A5BF5345-B5BF-16DF-10F0-8E870569DB14}"/>
              </a:ext>
            </a:extLst>
          </p:cNvPr>
          <p:cNvPicPr preferRelativeResize="0"/>
          <p:nvPr/>
        </p:nvPicPr>
        <p:blipFill rotWithShape="1">
          <a:blip r:embed="rId3">
            <a:alphaModFix/>
          </a:blip>
          <a:srcRect/>
          <a:stretch/>
        </p:blipFill>
        <p:spPr>
          <a:xfrm>
            <a:off x="11557509" y="233819"/>
            <a:ext cx="271308" cy="389810"/>
          </a:xfrm>
          <a:prstGeom prst="rect">
            <a:avLst/>
          </a:prstGeom>
          <a:noFill/>
          <a:ln>
            <a:noFill/>
          </a:ln>
        </p:spPr>
      </p:pic>
      <p:sp>
        <p:nvSpPr>
          <p:cNvPr id="122" name="Google Shape;122;p29">
            <a:extLst>
              <a:ext uri="{FF2B5EF4-FFF2-40B4-BE49-F238E27FC236}">
                <a16:creationId xmlns:a16="http://schemas.microsoft.com/office/drawing/2014/main" id="{8C6D2008-58CF-E5C6-8BFA-8ABFE7BC72FA}"/>
              </a:ext>
            </a:extLst>
          </p:cNvPr>
          <p:cNvSpPr txBox="1"/>
          <p:nvPr/>
        </p:nvSpPr>
        <p:spPr>
          <a:xfrm>
            <a:off x="9335597" y="6524381"/>
            <a:ext cx="2473415" cy="230792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t" anchorCtr="0">
            <a:spAutoFit/>
          </a:bodyPr>
          <a:lstStyle/>
          <a:p>
            <a:pPr marL="0" marR="0" lvl="0" indent="0" algn="r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en-US" sz="900" b="0" i="0" u="none" strike="noStrike" cap="none">
                <a:solidFill>
                  <a:srgbClr val="13294B"/>
                </a:solidFill>
                <a:latin typeface="Atkinson Hyperlegible Next"/>
                <a:ea typeface="Arial"/>
                <a:cs typeface="Arial"/>
                <a:sym typeface="Arial"/>
              </a:rPr>
              <a:t>GRAINGER ENGINEERING</a:t>
            </a:r>
            <a:endParaRPr/>
          </a:p>
        </p:txBody>
      </p:sp>
      <p:sp>
        <p:nvSpPr>
          <p:cNvPr id="123" name="Google Shape;123;p29">
            <a:extLst>
              <a:ext uri="{FF2B5EF4-FFF2-40B4-BE49-F238E27FC236}">
                <a16:creationId xmlns:a16="http://schemas.microsoft.com/office/drawing/2014/main" id="{9A9BE1D3-C0D7-38B7-7C00-6210784ACDD5}"/>
              </a:ext>
            </a:extLst>
          </p:cNvPr>
          <p:cNvSpPr txBox="1"/>
          <p:nvPr/>
        </p:nvSpPr>
        <p:spPr>
          <a:xfrm>
            <a:off x="376807" y="6524381"/>
            <a:ext cx="7991337" cy="230792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t" anchorCtr="0">
            <a:spAutoFit/>
          </a:bodyPr>
          <a:lstStyle/>
          <a:p>
            <a:pPr marL="0" marR="0" lvl="0" indent="0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en-US" sz="900" dirty="0">
                <a:solidFill>
                  <a:srgbClr val="13294B"/>
                </a:solidFill>
              </a:rPr>
              <a:t>SYSTEMS ENGINEERING </a:t>
            </a:r>
            <a:endParaRPr dirty="0"/>
          </a:p>
        </p:txBody>
      </p:sp>
      <p:grpSp>
        <p:nvGrpSpPr>
          <p:cNvPr id="124" name="Google Shape;124;p29">
            <a:extLst>
              <a:ext uri="{FF2B5EF4-FFF2-40B4-BE49-F238E27FC236}">
                <a16:creationId xmlns:a16="http://schemas.microsoft.com/office/drawing/2014/main" id="{F8ADFA8D-E8F0-AF61-A156-4365E6F5C133}"/>
              </a:ext>
            </a:extLst>
          </p:cNvPr>
          <p:cNvGrpSpPr/>
          <p:nvPr/>
        </p:nvGrpSpPr>
        <p:grpSpPr>
          <a:xfrm>
            <a:off x="4066674" y="6601537"/>
            <a:ext cx="5233412" cy="70446"/>
            <a:chOff x="4033424" y="6601537"/>
            <a:chExt cx="5233412" cy="70446"/>
          </a:xfrm>
        </p:grpSpPr>
        <p:cxnSp>
          <p:nvCxnSpPr>
            <p:cNvPr id="125" name="Google Shape;125;p29">
              <a:extLst>
                <a:ext uri="{FF2B5EF4-FFF2-40B4-BE49-F238E27FC236}">
                  <a16:creationId xmlns:a16="http://schemas.microsoft.com/office/drawing/2014/main" id="{EFE8ED05-543F-E0F7-BCA4-849511BC5E84}"/>
                </a:ext>
              </a:extLst>
            </p:cNvPr>
            <p:cNvCxnSpPr/>
            <p:nvPr/>
          </p:nvCxnSpPr>
          <p:spPr>
            <a:xfrm rot="10800000">
              <a:off x="4033424" y="6639606"/>
              <a:ext cx="5164651" cy="0"/>
            </a:xfrm>
            <a:prstGeom prst="straightConnector1">
              <a:avLst/>
            </a:prstGeom>
            <a:noFill/>
            <a:ln w="9525" cap="flat" cmpd="sng">
              <a:solidFill>
                <a:srgbClr val="13294B"/>
              </a:solidFill>
              <a:prstDash val="solid"/>
              <a:round/>
              <a:headEnd type="none" w="sm" len="sm"/>
              <a:tailEnd type="none" w="sm" len="sm"/>
            </a:ln>
          </p:spPr>
        </p:cxnSp>
        <p:sp>
          <p:nvSpPr>
            <p:cNvPr id="126" name="Google Shape;126;p29">
              <a:extLst>
                <a:ext uri="{FF2B5EF4-FFF2-40B4-BE49-F238E27FC236}">
                  <a16:creationId xmlns:a16="http://schemas.microsoft.com/office/drawing/2014/main" id="{55630CA8-DBBC-0FAA-99D9-5B106C34696F}"/>
                </a:ext>
              </a:extLst>
            </p:cNvPr>
            <p:cNvSpPr/>
            <p:nvPr/>
          </p:nvSpPr>
          <p:spPr>
            <a:xfrm>
              <a:off x="9196390" y="6601537"/>
              <a:ext cx="70446" cy="70446"/>
            </a:xfrm>
            <a:prstGeom prst="ellipse">
              <a:avLst/>
            </a:prstGeom>
            <a:solidFill>
              <a:srgbClr val="13294B"/>
            </a:solidFill>
            <a:ln>
              <a:noFill/>
            </a:ln>
          </p:spPr>
          <p:txBody>
            <a:bodyPr spcFirstLastPara="1" wrap="square" lIns="91425" tIns="45700" rIns="91425" bIns="45700" anchor="ctr" anchorCtr="0">
              <a:noAutofit/>
            </a:bodyPr>
            <a:lstStyle/>
            <a:p>
              <a:pPr marL="0" marR="0" lvl="0" indent="0" algn="ctr" rtl="0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None/>
              </a:pPr>
              <a:endParaRPr sz="1400" b="0" i="0" u="none" strike="noStrike" cap="none">
                <a:solidFill>
                  <a:srgbClr val="13294B"/>
                </a:solidFill>
                <a:latin typeface="Atkinson Hyperlegible Next"/>
                <a:ea typeface="Arial"/>
                <a:cs typeface="Arial"/>
                <a:sym typeface="Arial"/>
              </a:endParaRPr>
            </a:p>
          </p:txBody>
        </p:sp>
      </p:grpSp>
    </p:spTree>
    <p:extLst>
      <p:ext uri="{BB962C8B-B14F-4D97-AF65-F5344CB8AC3E}">
        <p14:creationId xmlns:p14="http://schemas.microsoft.com/office/powerpoint/2010/main" val="309495695"/>
      </p:ext>
    </p:extLst>
  </p:cSld>
  <p:clrMapOvr>
    <a:masterClrMapping/>
  </p:clrMapOvr>
</p:sld>
</file>

<file path=ppt/slides/slide10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Shape 117">
          <a:extLst>
            <a:ext uri="{FF2B5EF4-FFF2-40B4-BE49-F238E27FC236}">
              <a16:creationId xmlns:a16="http://schemas.microsoft.com/office/drawing/2014/main" id="{9F4A3F0A-E78E-9730-D0BA-98BFA4950150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18" name="Google Shape;118;p29">
            <a:extLst>
              <a:ext uri="{FF2B5EF4-FFF2-40B4-BE49-F238E27FC236}">
                <a16:creationId xmlns:a16="http://schemas.microsoft.com/office/drawing/2014/main" id="{7D0E8B25-9CF7-F89B-84D7-9854597C8868}"/>
              </a:ext>
            </a:extLst>
          </p:cNvPr>
          <p:cNvSpPr txBox="1">
            <a:spLocks noGrp="1"/>
          </p:cNvSpPr>
          <p:nvPr>
            <p:ph type="body" idx="1"/>
          </p:nvPr>
        </p:nvSpPr>
        <p:spPr>
          <a:xfrm>
            <a:off x="376809" y="1334279"/>
            <a:ext cx="11177401" cy="4821102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t" anchorCtr="0">
            <a:noAutofit/>
          </a:bodyPr>
          <a:lstStyle/>
          <a:p>
            <a:pPr marL="0" indent="0">
              <a:lnSpc>
                <a:spcPct val="100000"/>
              </a:lnSpc>
              <a:spcBef>
                <a:spcPts val="0"/>
              </a:spcBef>
              <a:buSzPts val="3000"/>
              <a:buNone/>
            </a:pPr>
            <a:r>
              <a:rPr lang="en-US" sz="1800" dirty="0"/>
              <a:t>TI groups peripherals into address regions.</a:t>
            </a:r>
          </a:p>
          <a:p>
            <a:pPr marL="0" indent="0">
              <a:lnSpc>
                <a:spcPct val="100000"/>
              </a:lnSpc>
              <a:spcBef>
                <a:spcPts val="0"/>
              </a:spcBef>
              <a:buSzPts val="3000"/>
              <a:buNone/>
            </a:pPr>
            <a:endParaRPr lang="en-US" sz="1800" dirty="0"/>
          </a:p>
          <a:p>
            <a:pPr marL="0" indent="0">
              <a:lnSpc>
                <a:spcPct val="100000"/>
              </a:lnSpc>
              <a:spcBef>
                <a:spcPts val="0"/>
              </a:spcBef>
              <a:buSzPts val="3000"/>
              <a:buNone/>
            </a:pPr>
            <a:r>
              <a:rPr lang="en-US" sz="1800" dirty="0"/>
              <a:t>For example:</a:t>
            </a:r>
          </a:p>
          <a:p>
            <a:pPr marL="0" indent="0">
              <a:lnSpc>
                <a:spcPct val="100000"/>
              </a:lnSpc>
              <a:spcBef>
                <a:spcPts val="0"/>
              </a:spcBef>
              <a:buSzPts val="3000"/>
              <a:buNone/>
            </a:pPr>
            <a:endParaRPr lang="en-US" sz="1800" dirty="0"/>
          </a:p>
          <a:p>
            <a:pPr marL="285750" indent="-285750">
              <a:lnSpc>
                <a:spcPct val="100000"/>
              </a:lnSpc>
              <a:spcBef>
                <a:spcPts val="0"/>
              </a:spcBef>
              <a:buSzPts val="3000"/>
            </a:pPr>
            <a:r>
              <a:rPr lang="en-US" sz="1800" dirty="0"/>
              <a:t>GPIO register live in one address range</a:t>
            </a:r>
          </a:p>
          <a:p>
            <a:pPr marL="285750" indent="-285750">
              <a:lnSpc>
                <a:spcPct val="100000"/>
              </a:lnSpc>
              <a:spcBef>
                <a:spcPts val="0"/>
              </a:spcBef>
              <a:buSzPts val="3000"/>
            </a:pPr>
            <a:r>
              <a:rPr lang="en-US" sz="1800" dirty="0"/>
              <a:t>Timers in another</a:t>
            </a:r>
          </a:p>
          <a:p>
            <a:pPr marL="285750" indent="-285750">
              <a:lnSpc>
                <a:spcPct val="100000"/>
              </a:lnSpc>
              <a:spcBef>
                <a:spcPts val="0"/>
              </a:spcBef>
              <a:buSzPts val="3000"/>
            </a:pPr>
            <a:r>
              <a:rPr lang="en-US" sz="1800" dirty="0" err="1"/>
              <a:t>ePWM</a:t>
            </a:r>
            <a:r>
              <a:rPr lang="en-US" sz="1800" dirty="0"/>
              <a:t> in another</a:t>
            </a:r>
          </a:p>
          <a:p>
            <a:pPr marL="285750" indent="-285750">
              <a:lnSpc>
                <a:spcPct val="100000"/>
              </a:lnSpc>
              <a:spcBef>
                <a:spcPts val="0"/>
              </a:spcBef>
              <a:buSzPts val="3000"/>
            </a:pPr>
            <a:r>
              <a:rPr lang="en-US" sz="1800" dirty="0"/>
              <a:t>ADC (Analog to Digital Converters ) in another</a:t>
            </a:r>
          </a:p>
          <a:p>
            <a:pPr marL="285750" indent="-285750">
              <a:lnSpc>
                <a:spcPct val="100000"/>
              </a:lnSpc>
              <a:spcBef>
                <a:spcPts val="0"/>
              </a:spcBef>
              <a:buSzPts val="3000"/>
            </a:pPr>
            <a:r>
              <a:rPr lang="en-US" sz="1800" dirty="0" err="1"/>
              <a:t>Etc</a:t>
            </a:r>
            <a:r>
              <a:rPr lang="en-US" sz="1800" dirty="0"/>
              <a:t>…</a:t>
            </a:r>
          </a:p>
          <a:p>
            <a:pPr marL="285750" indent="-285750">
              <a:lnSpc>
                <a:spcPct val="100000"/>
              </a:lnSpc>
              <a:spcBef>
                <a:spcPts val="0"/>
              </a:spcBef>
              <a:buSzPts val="3000"/>
            </a:pPr>
            <a:endParaRPr lang="en-US" sz="1800" dirty="0"/>
          </a:p>
          <a:p>
            <a:pPr marL="0" indent="0">
              <a:lnSpc>
                <a:spcPct val="100000"/>
              </a:lnSpc>
              <a:spcBef>
                <a:spcPts val="0"/>
              </a:spcBef>
              <a:buSzPts val="3000"/>
              <a:buNone/>
            </a:pPr>
            <a:r>
              <a:rPr lang="en-US" sz="1800" dirty="0"/>
              <a:t>Each register is located at:</a:t>
            </a:r>
          </a:p>
          <a:p>
            <a:pPr marL="0" indent="0">
              <a:lnSpc>
                <a:spcPct val="100000"/>
              </a:lnSpc>
              <a:spcBef>
                <a:spcPts val="0"/>
              </a:spcBef>
              <a:buSzPts val="3000"/>
              <a:buNone/>
            </a:pPr>
            <a:endParaRPr lang="en-US" sz="1800" dirty="0"/>
          </a:p>
          <a:p>
            <a:pPr marL="0" indent="0" algn="ctr">
              <a:lnSpc>
                <a:spcPct val="100000"/>
              </a:lnSpc>
              <a:spcBef>
                <a:spcPts val="0"/>
              </a:spcBef>
              <a:buSzPts val="3000"/>
              <a:buNone/>
            </a:pPr>
            <a:r>
              <a:rPr lang="en-US" sz="1800" b="1" dirty="0"/>
              <a:t>Peripheral Base Address + Register Offset</a:t>
            </a:r>
          </a:p>
          <a:p>
            <a:pPr marL="0" lvl="0" indent="0">
              <a:lnSpc>
                <a:spcPct val="100000"/>
              </a:lnSpc>
              <a:spcBef>
                <a:spcPts val="0"/>
              </a:spcBef>
              <a:buSzPts val="3000"/>
              <a:buNone/>
            </a:pPr>
            <a:endParaRPr lang="en-US" sz="1800" dirty="0">
              <a:latin typeface="Atkinson Hyperlegible Next"/>
              <a:ea typeface="Arial"/>
              <a:cs typeface="Arial"/>
              <a:sym typeface="Arial"/>
            </a:endParaRPr>
          </a:p>
          <a:p>
            <a:pPr marL="0" lvl="0" indent="0">
              <a:lnSpc>
                <a:spcPct val="100000"/>
              </a:lnSpc>
              <a:spcBef>
                <a:spcPts val="0"/>
              </a:spcBef>
              <a:buSzPts val="3000"/>
              <a:buNone/>
            </a:pPr>
            <a:r>
              <a:rPr lang="en-US" sz="1800" dirty="0">
                <a:latin typeface="Atkinson Hyperlegible Next"/>
                <a:ea typeface="Arial"/>
                <a:cs typeface="Arial"/>
                <a:sym typeface="Arial"/>
              </a:rPr>
              <a:t>You do not need to calculate these </a:t>
            </a:r>
            <a:r>
              <a:rPr lang="en-US" sz="1800" dirty="0">
                <a:latin typeface="Atkinson Hyperlegible Next"/>
                <a:ea typeface="Arial"/>
                <a:cs typeface="Arial"/>
                <a:sym typeface="Arial"/>
                <a:hlinkClick r:id="rId3"/>
              </a:rPr>
              <a:t>addresses manually</a:t>
            </a:r>
            <a:r>
              <a:rPr lang="en-US" sz="1800" dirty="0">
                <a:latin typeface="Atkinson Hyperlegible Next"/>
                <a:ea typeface="Arial"/>
                <a:cs typeface="Arial"/>
                <a:sym typeface="Arial"/>
              </a:rPr>
              <a:t>; TI provides C structures and header files that do this manually.</a:t>
            </a:r>
          </a:p>
          <a:p>
            <a:pPr marL="0" lvl="0" indent="0" algn="ctr">
              <a:lnSpc>
                <a:spcPct val="100000"/>
              </a:lnSpc>
              <a:spcBef>
                <a:spcPts val="0"/>
              </a:spcBef>
              <a:buSzPts val="3000"/>
              <a:buNone/>
            </a:pPr>
            <a:r>
              <a:rPr lang="en-US" sz="1800" dirty="0">
                <a:solidFill>
                  <a:srgbClr val="000000"/>
                </a:solidFill>
                <a:latin typeface="Consolas" panose="020B0609020204030204" pitchFamily="49" charset="0"/>
              </a:rPr>
              <a:t>EPwm1Regs.</a:t>
            </a:r>
            <a:r>
              <a:rPr lang="en-US" sz="1800" dirty="0">
                <a:solidFill>
                  <a:srgbClr val="0000C0"/>
                </a:solidFill>
                <a:latin typeface="Consolas" panose="020B0609020204030204" pitchFamily="49" charset="0"/>
              </a:rPr>
              <a:t>TBCTL</a:t>
            </a:r>
            <a:r>
              <a:rPr lang="en-US" sz="1800" dirty="0">
                <a:solidFill>
                  <a:srgbClr val="000000"/>
                </a:solidFill>
                <a:latin typeface="Consolas" panose="020B0609020204030204" pitchFamily="49" charset="0"/>
              </a:rPr>
              <a:t>.</a:t>
            </a:r>
            <a:r>
              <a:rPr lang="en-US" sz="1800" dirty="0">
                <a:solidFill>
                  <a:srgbClr val="0000C0"/>
                </a:solidFill>
                <a:latin typeface="Consolas" panose="020B0609020204030204" pitchFamily="49" charset="0"/>
              </a:rPr>
              <a:t>bit</a:t>
            </a:r>
            <a:r>
              <a:rPr lang="en-US" sz="1800" dirty="0">
                <a:solidFill>
                  <a:srgbClr val="000000"/>
                </a:solidFill>
                <a:latin typeface="Consolas" panose="020B0609020204030204" pitchFamily="49" charset="0"/>
              </a:rPr>
              <a:t>.</a:t>
            </a:r>
            <a:r>
              <a:rPr lang="en-US" sz="1800" dirty="0">
                <a:solidFill>
                  <a:srgbClr val="0000C0"/>
                </a:solidFill>
                <a:latin typeface="Consolas" panose="020B0609020204030204" pitchFamily="49" charset="0"/>
              </a:rPr>
              <a:t>CLKDIV</a:t>
            </a:r>
            <a:r>
              <a:rPr lang="en-US" sz="1800" dirty="0">
                <a:solidFill>
                  <a:srgbClr val="000000"/>
                </a:solidFill>
                <a:latin typeface="Consolas" panose="020B0609020204030204" pitchFamily="49" charset="0"/>
              </a:rPr>
              <a:t> = 1;</a:t>
            </a:r>
            <a:endParaRPr lang="en-US" sz="1800" dirty="0">
              <a:latin typeface="Atkinson Hyperlegible Next"/>
              <a:ea typeface="Arial"/>
              <a:cs typeface="Arial"/>
              <a:sym typeface="Arial"/>
            </a:endParaRPr>
          </a:p>
        </p:txBody>
      </p:sp>
      <p:sp>
        <p:nvSpPr>
          <p:cNvPr id="119" name="Google Shape;119;p29">
            <a:extLst>
              <a:ext uri="{FF2B5EF4-FFF2-40B4-BE49-F238E27FC236}">
                <a16:creationId xmlns:a16="http://schemas.microsoft.com/office/drawing/2014/main" id="{2735B1A7-A140-C0A0-76FF-8562328E315F}"/>
              </a:ext>
            </a:extLst>
          </p:cNvPr>
          <p:cNvSpPr/>
          <p:nvPr/>
        </p:nvSpPr>
        <p:spPr>
          <a:xfrm rot="10800000" flipH="1">
            <a:off x="0" y="0"/>
            <a:ext cx="12192000" cy="868220"/>
          </a:xfrm>
          <a:prstGeom prst="rect">
            <a:avLst/>
          </a:prstGeom>
          <a:solidFill>
            <a:srgbClr val="13294B"/>
          </a:solidFill>
          <a:ln>
            <a:noFill/>
          </a:ln>
        </p:spPr>
        <p:txBody>
          <a:bodyPr spcFirstLastPara="1" wrap="square" lIns="91425" tIns="45700" rIns="91425" bIns="45700" anchor="ctr" anchorCtr="0">
            <a:noAutofit/>
          </a:bodyPr>
          <a:lstStyle/>
          <a:p>
            <a:pPr marL="0" marR="0" lvl="0" indent="0" algn="ctr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1800"/>
              <a:buFont typeface="Calibri"/>
              <a:buNone/>
            </a:pPr>
            <a:endParaRPr sz="1800" b="0" i="0" u="none" strike="noStrike" cap="none">
              <a:solidFill>
                <a:srgbClr val="13294B"/>
              </a:solidFill>
              <a:latin typeface="Atkinson Hyperlegible Next"/>
              <a:ea typeface="Calibri"/>
              <a:cs typeface="Calibri"/>
              <a:sym typeface="Calibri"/>
            </a:endParaRPr>
          </a:p>
        </p:txBody>
      </p:sp>
      <p:sp>
        <p:nvSpPr>
          <p:cNvPr id="120" name="Google Shape;120;p29">
            <a:extLst>
              <a:ext uri="{FF2B5EF4-FFF2-40B4-BE49-F238E27FC236}">
                <a16:creationId xmlns:a16="http://schemas.microsoft.com/office/drawing/2014/main" id="{87A597A2-E454-B786-AFB9-579B6E809341}"/>
              </a:ext>
            </a:extLst>
          </p:cNvPr>
          <p:cNvSpPr txBox="1"/>
          <p:nvPr/>
        </p:nvSpPr>
        <p:spPr>
          <a:xfrm>
            <a:off x="376810" y="204051"/>
            <a:ext cx="10910026" cy="461624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t" anchorCtr="0">
            <a:spAutoFit/>
          </a:bodyPr>
          <a:lstStyle/>
          <a:p>
            <a:pPr marL="0" marR="0" lvl="0" indent="0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2400"/>
              <a:buFont typeface="Arial"/>
              <a:buNone/>
            </a:pPr>
            <a:r>
              <a:rPr lang="en-US" sz="2400" b="0" i="0" u="none" strike="noStrike" cap="none" dirty="0">
                <a:solidFill>
                  <a:schemeClr val="lt1"/>
                </a:solidFill>
                <a:latin typeface="Atkinson Hyperlegible Next"/>
                <a:ea typeface="Arial"/>
                <a:cs typeface="Arial"/>
                <a:sym typeface="Arial"/>
              </a:rPr>
              <a:t>Peripheral Base Address</a:t>
            </a:r>
            <a:endParaRPr sz="2400" b="0" i="0" u="none" strike="noStrike" cap="none" dirty="0">
              <a:solidFill>
                <a:schemeClr val="lt1"/>
              </a:solidFill>
              <a:latin typeface="Atkinson Hyperlegible Next"/>
              <a:ea typeface="Arial"/>
              <a:cs typeface="Arial"/>
              <a:sym typeface="Arial"/>
            </a:endParaRPr>
          </a:p>
        </p:txBody>
      </p:sp>
      <p:pic>
        <p:nvPicPr>
          <p:cNvPr id="121" name="Google Shape;121;p29">
            <a:extLst>
              <a:ext uri="{FF2B5EF4-FFF2-40B4-BE49-F238E27FC236}">
                <a16:creationId xmlns:a16="http://schemas.microsoft.com/office/drawing/2014/main" id="{0FA08611-B304-CD35-D2C6-87BFF403FDD9}"/>
              </a:ext>
            </a:extLst>
          </p:cNvPr>
          <p:cNvPicPr preferRelativeResize="0"/>
          <p:nvPr/>
        </p:nvPicPr>
        <p:blipFill rotWithShape="1">
          <a:blip r:embed="rId4">
            <a:alphaModFix/>
          </a:blip>
          <a:srcRect/>
          <a:stretch/>
        </p:blipFill>
        <p:spPr>
          <a:xfrm>
            <a:off x="11557509" y="233819"/>
            <a:ext cx="271308" cy="389810"/>
          </a:xfrm>
          <a:prstGeom prst="rect">
            <a:avLst/>
          </a:prstGeom>
          <a:noFill/>
          <a:ln>
            <a:noFill/>
          </a:ln>
        </p:spPr>
      </p:pic>
      <p:sp>
        <p:nvSpPr>
          <p:cNvPr id="122" name="Google Shape;122;p29">
            <a:extLst>
              <a:ext uri="{FF2B5EF4-FFF2-40B4-BE49-F238E27FC236}">
                <a16:creationId xmlns:a16="http://schemas.microsoft.com/office/drawing/2014/main" id="{2CDAEB88-8BDF-CA9E-F1F9-04EE5C10A7C4}"/>
              </a:ext>
            </a:extLst>
          </p:cNvPr>
          <p:cNvSpPr txBox="1"/>
          <p:nvPr/>
        </p:nvSpPr>
        <p:spPr>
          <a:xfrm>
            <a:off x="9335597" y="6524381"/>
            <a:ext cx="2473415" cy="230792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t" anchorCtr="0">
            <a:spAutoFit/>
          </a:bodyPr>
          <a:lstStyle/>
          <a:p>
            <a:pPr marL="0" marR="0" lvl="0" indent="0" algn="r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en-US" sz="900" b="0" i="0" u="none" strike="noStrike" cap="none">
                <a:solidFill>
                  <a:srgbClr val="13294B"/>
                </a:solidFill>
                <a:latin typeface="Atkinson Hyperlegible Next"/>
                <a:ea typeface="Arial"/>
                <a:cs typeface="Arial"/>
                <a:sym typeface="Arial"/>
              </a:rPr>
              <a:t>GRAINGER ENGINEERING</a:t>
            </a:r>
            <a:endParaRPr/>
          </a:p>
        </p:txBody>
      </p:sp>
      <p:sp>
        <p:nvSpPr>
          <p:cNvPr id="123" name="Google Shape;123;p29">
            <a:extLst>
              <a:ext uri="{FF2B5EF4-FFF2-40B4-BE49-F238E27FC236}">
                <a16:creationId xmlns:a16="http://schemas.microsoft.com/office/drawing/2014/main" id="{DAC30BEF-DCB2-EDB1-C765-2A06F1C7AB18}"/>
              </a:ext>
            </a:extLst>
          </p:cNvPr>
          <p:cNvSpPr txBox="1"/>
          <p:nvPr/>
        </p:nvSpPr>
        <p:spPr>
          <a:xfrm>
            <a:off x="376807" y="6524381"/>
            <a:ext cx="7991337" cy="230792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t" anchorCtr="0">
            <a:spAutoFit/>
          </a:bodyPr>
          <a:lstStyle/>
          <a:p>
            <a:pPr marL="0" marR="0" lvl="0" indent="0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en-US" sz="900" dirty="0">
                <a:solidFill>
                  <a:srgbClr val="13294B"/>
                </a:solidFill>
              </a:rPr>
              <a:t>SYSTEMS ENGINEERING </a:t>
            </a:r>
            <a:endParaRPr dirty="0"/>
          </a:p>
        </p:txBody>
      </p:sp>
      <p:grpSp>
        <p:nvGrpSpPr>
          <p:cNvPr id="124" name="Google Shape;124;p29">
            <a:extLst>
              <a:ext uri="{FF2B5EF4-FFF2-40B4-BE49-F238E27FC236}">
                <a16:creationId xmlns:a16="http://schemas.microsoft.com/office/drawing/2014/main" id="{796EE376-804D-D15B-8027-B05926335F78}"/>
              </a:ext>
            </a:extLst>
          </p:cNvPr>
          <p:cNvGrpSpPr/>
          <p:nvPr/>
        </p:nvGrpSpPr>
        <p:grpSpPr>
          <a:xfrm>
            <a:off x="4066674" y="6601537"/>
            <a:ext cx="5233412" cy="70446"/>
            <a:chOff x="4033424" y="6601537"/>
            <a:chExt cx="5233412" cy="70446"/>
          </a:xfrm>
        </p:grpSpPr>
        <p:cxnSp>
          <p:nvCxnSpPr>
            <p:cNvPr id="125" name="Google Shape;125;p29">
              <a:extLst>
                <a:ext uri="{FF2B5EF4-FFF2-40B4-BE49-F238E27FC236}">
                  <a16:creationId xmlns:a16="http://schemas.microsoft.com/office/drawing/2014/main" id="{2097F45A-48B9-3B23-D9CF-AC6BFCA3CEF3}"/>
                </a:ext>
              </a:extLst>
            </p:cNvPr>
            <p:cNvCxnSpPr/>
            <p:nvPr/>
          </p:nvCxnSpPr>
          <p:spPr>
            <a:xfrm rot="10800000">
              <a:off x="4033424" y="6639606"/>
              <a:ext cx="5164651" cy="0"/>
            </a:xfrm>
            <a:prstGeom prst="straightConnector1">
              <a:avLst/>
            </a:prstGeom>
            <a:noFill/>
            <a:ln w="9525" cap="flat" cmpd="sng">
              <a:solidFill>
                <a:srgbClr val="13294B"/>
              </a:solidFill>
              <a:prstDash val="solid"/>
              <a:round/>
              <a:headEnd type="none" w="sm" len="sm"/>
              <a:tailEnd type="none" w="sm" len="sm"/>
            </a:ln>
          </p:spPr>
        </p:cxnSp>
        <p:sp>
          <p:nvSpPr>
            <p:cNvPr id="126" name="Google Shape;126;p29">
              <a:extLst>
                <a:ext uri="{FF2B5EF4-FFF2-40B4-BE49-F238E27FC236}">
                  <a16:creationId xmlns:a16="http://schemas.microsoft.com/office/drawing/2014/main" id="{219C26A3-2124-2892-7251-E19506A90678}"/>
                </a:ext>
              </a:extLst>
            </p:cNvPr>
            <p:cNvSpPr/>
            <p:nvPr/>
          </p:nvSpPr>
          <p:spPr>
            <a:xfrm>
              <a:off x="9196390" y="6601537"/>
              <a:ext cx="70446" cy="70446"/>
            </a:xfrm>
            <a:prstGeom prst="ellipse">
              <a:avLst/>
            </a:prstGeom>
            <a:solidFill>
              <a:srgbClr val="13294B"/>
            </a:solidFill>
            <a:ln>
              <a:noFill/>
            </a:ln>
          </p:spPr>
          <p:txBody>
            <a:bodyPr spcFirstLastPara="1" wrap="square" lIns="91425" tIns="45700" rIns="91425" bIns="45700" anchor="ctr" anchorCtr="0">
              <a:noAutofit/>
            </a:bodyPr>
            <a:lstStyle/>
            <a:p>
              <a:pPr marL="0" marR="0" lvl="0" indent="0" algn="ctr" rtl="0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None/>
              </a:pPr>
              <a:endParaRPr sz="1400" b="0" i="0" u="none" strike="noStrike" cap="none">
                <a:solidFill>
                  <a:srgbClr val="13294B"/>
                </a:solidFill>
                <a:latin typeface="Atkinson Hyperlegible Next"/>
                <a:ea typeface="Arial"/>
                <a:cs typeface="Arial"/>
                <a:sym typeface="Arial"/>
              </a:endParaRPr>
            </a:p>
          </p:txBody>
        </p:sp>
      </p:grpSp>
    </p:spTree>
    <p:extLst>
      <p:ext uri="{BB962C8B-B14F-4D97-AF65-F5344CB8AC3E}">
        <p14:creationId xmlns:p14="http://schemas.microsoft.com/office/powerpoint/2010/main" val="3103227361"/>
      </p:ext>
    </p:extLst>
  </p:cSld>
  <p:clrMapOvr>
    <a:masterClrMapping/>
  </p:clrMapOvr>
</p:sld>
</file>

<file path=ppt/slides/slide1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Shape 117">
          <a:extLst>
            <a:ext uri="{FF2B5EF4-FFF2-40B4-BE49-F238E27FC236}">
              <a16:creationId xmlns:a16="http://schemas.microsoft.com/office/drawing/2014/main" id="{0531F301-BBF7-DF92-6EBE-3E0587DE351B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18" name="Google Shape;118;p29">
            <a:extLst>
              <a:ext uri="{FF2B5EF4-FFF2-40B4-BE49-F238E27FC236}">
                <a16:creationId xmlns:a16="http://schemas.microsoft.com/office/drawing/2014/main" id="{4E62DBE1-FA05-0946-0A1D-E31DF5AF30E4}"/>
              </a:ext>
            </a:extLst>
          </p:cNvPr>
          <p:cNvSpPr txBox="1">
            <a:spLocks noGrp="1"/>
          </p:cNvSpPr>
          <p:nvPr>
            <p:ph type="body" idx="1"/>
          </p:nvPr>
        </p:nvSpPr>
        <p:spPr>
          <a:xfrm>
            <a:off x="376809" y="1334279"/>
            <a:ext cx="11177401" cy="4821102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t" anchorCtr="0">
            <a:noAutofit/>
          </a:bodyPr>
          <a:lstStyle/>
          <a:p>
            <a:pPr marL="0" indent="0">
              <a:lnSpc>
                <a:spcPct val="100000"/>
              </a:lnSpc>
              <a:spcBef>
                <a:spcPts val="0"/>
              </a:spcBef>
              <a:buSzPts val="3000"/>
              <a:buNone/>
            </a:pPr>
            <a:r>
              <a:rPr lang="en-US" sz="1800" b="1" dirty="0">
                <a:latin typeface="Atkinson Hyperlegible Next"/>
                <a:ea typeface="Arial"/>
                <a:cs typeface="Arial"/>
                <a:sym typeface="Arial"/>
              </a:rPr>
              <a:t>System registers </a:t>
            </a:r>
            <a:r>
              <a:rPr lang="en-US" sz="1800" dirty="0">
                <a:latin typeface="Atkinson Hyperlegible Next"/>
                <a:ea typeface="Arial"/>
                <a:cs typeface="Arial"/>
                <a:sym typeface="Arial"/>
              </a:rPr>
              <a:t>control the </a:t>
            </a:r>
            <a:r>
              <a:rPr lang="en-US" sz="1800" i="1" dirty="0">
                <a:latin typeface="Atkinson Hyperlegible Next"/>
                <a:ea typeface="Arial"/>
                <a:cs typeface="Arial"/>
                <a:sym typeface="Arial"/>
              </a:rPr>
              <a:t>behavior of the CPU itself</a:t>
            </a:r>
          </a:p>
          <a:p>
            <a:pPr marL="0" indent="0">
              <a:lnSpc>
                <a:spcPct val="100000"/>
              </a:lnSpc>
              <a:spcBef>
                <a:spcPts val="0"/>
              </a:spcBef>
              <a:buSzPts val="3000"/>
              <a:buNone/>
            </a:pPr>
            <a:endParaRPr lang="en-US" sz="1800" i="1" dirty="0">
              <a:latin typeface="Atkinson Hyperlegible Next"/>
              <a:ea typeface="Arial"/>
              <a:cs typeface="Arial"/>
              <a:sym typeface="Arial"/>
            </a:endParaRPr>
          </a:p>
          <a:p>
            <a:pPr marL="0" indent="0">
              <a:lnSpc>
                <a:spcPct val="100000"/>
              </a:lnSpc>
              <a:spcBef>
                <a:spcPts val="0"/>
              </a:spcBef>
              <a:buSzPts val="3000"/>
              <a:buNone/>
            </a:pPr>
            <a:r>
              <a:rPr lang="en-US" sz="1800" dirty="0">
                <a:latin typeface="Atkinson Hyperlegible Next"/>
                <a:ea typeface="Arial"/>
                <a:cs typeface="Arial"/>
                <a:sym typeface="Arial"/>
              </a:rPr>
              <a:t>These registers affect the </a:t>
            </a:r>
            <a:r>
              <a:rPr lang="en-US" sz="1800" b="1" dirty="0">
                <a:latin typeface="Atkinson Hyperlegible Next"/>
                <a:ea typeface="Arial"/>
                <a:cs typeface="Arial"/>
                <a:sym typeface="Arial"/>
              </a:rPr>
              <a:t>entire chip.</a:t>
            </a:r>
            <a:r>
              <a:rPr lang="en-US" sz="1800" dirty="0">
                <a:latin typeface="Atkinson Hyperlegible Next"/>
                <a:ea typeface="Arial"/>
                <a:cs typeface="Arial"/>
                <a:sym typeface="Arial"/>
              </a:rPr>
              <a:t> These system registers are protected.</a:t>
            </a:r>
          </a:p>
          <a:p>
            <a:pPr marL="0" indent="0">
              <a:lnSpc>
                <a:spcPct val="100000"/>
              </a:lnSpc>
              <a:spcBef>
                <a:spcPts val="0"/>
              </a:spcBef>
              <a:buSzPts val="3000"/>
              <a:buNone/>
            </a:pPr>
            <a:endParaRPr lang="en-US" sz="1800" b="1" dirty="0">
              <a:latin typeface="Atkinson Hyperlegible Next"/>
              <a:ea typeface="Arial"/>
              <a:cs typeface="Arial"/>
              <a:sym typeface="Arial"/>
            </a:endParaRPr>
          </a:p>
          <a:p>
            <a:pPr marL="0" indent="0">
              <a:lnSpc>
                <a:spcPct val="100000"/>
              </a:lnSpc>
              <a:spcBef>
                <a:spcPts val="0"/>
              </a:spcBef>
              <a:buSzPts val="3000"/>
              <a:buNone/>
            </a:pPr>
            <a:r>
              <a:rPr lang="en-US" sz="1800" dirty="0">
                <a:latin typeface="Atkinson Hyperlegible Next"/>
                <a:ea typeface="Arial"/>
                <a:cs typeface="Arial"/>
                <a:sym typeface="Arial"/>
              </a:rPr>
              <a:t>These can modify:</a:t>
            </a:r>
          </a:p>
          <a:p>
            <a:pPr marL="0" indent="0">
              <a:lnSpc>
                <a:spcPct val="100000"/>
              </a:lnSpc>
              <a:spcBef>
                <a:spcPts val="0"/>
              </a:spcBef>
              <a:buSzPts val="3000"/>
              <a:buNone/>
            </a:pPr>
            <a:endParaRPr lang="en-US" sz="1800" dirty="0">
              <a:latin typeface="Atkinson Hyperlegible Next"/>
              <a:ea typeface="Arial"/>
              <a:cs typeface="Arial"/>
              <a:sym typeface="Arial"/>
            </a:endParaRPr>
          </a:p>
          <a:p>
            <a:pPr marL="285750" indent="-285750">
              <a:lnSpc>
                <a:spcPct val="100000"/>
              </a:lnSpc>
              <a:spcBef>
                <a:spcPts val="0"/>
              </a:spcBef>
              <a:buSzPts val="3000"/>
            </a:pPr>
            <a:r>
              <a:rPr lang="en-US" sz="1800" dirty="0">
                <a:latin typeface="Atkinson Hyperlegible Next"/>
                <a:ea typeface="Arial"/>
                <a:cs typeface="Arial"/>
                <a:sym typeface="Arial"/>
              </a:rPr>
              <a:t>Clock configuration</a:t>
            </a:r>
          </a:p>
          <a:p>
            <a:pPr marL="285750" indent="-285750">
              <a:lnSpc>
                <a:spcPct val="100000"/>
              </a:lnSpc>
              <a:spcBef>
                <a:spcPts val="0"/>
              </a:spcBef>
              <a:buSzPts val="3000"/>
            </a:pPr>
            <a:r>
              <a:rPr lang="en-US" sz="1800" dirty="0">
                <a:latin typeface="Atkinson Hyperlegible Next"/>
                <a:ea typeface="Arial"/>
                <a:cs typeface="Arial"/>
                <a:sym typeface="Arial"/>
              </a:rPr>
              <a:t>Resets</a:t>
            </a:r>
          </a:p>
          <a:p>
            <a:pPr marL="285750" indent="-285750">
              <a:lnSpc>
                <a:spcPct val="100000"/>
              </a:lnSpc>
              <a:spcBef>
                <a:spcPts val="0"/>
              </a:spcBef>
              <a:buSzPts val="3000"/>
            </a:pPr>
            <a:r>
              <a:rPr lang="en-US" sz="1800" dirty="0">
                <a:latin typeface="Atkinson Hyperlegible Next"/>
                <a:ea typeface="Arial"/>
                <a:cs typeface="Arial"/>
                <a:sym typeface="Arial"/>
              </a:rPr>
              <a:t>Peripheral interrupts</a:t>
            </a:r>
          </a:p>
          <a:p>
            <a:pPr marL="285750" indent="-285750">
              <a:lnSpc>
                <a:spcPct val="100000"/>
              </a:lnSpc>
              <a:spcBef>
                <a:spcPts val="0"/>
              </a:spcBef>
              <a:buSzPts val="3000"/>
            </a:pPr>
            <a:r>
              <a:rPr lang="en-US" sz="1800" dirty="0">
                <a:latin typeface="Atkinson Hyperlegible Next"/>
                <a:ea typeface="Arial"/>
                <a:cs typeface="Arial"/>
                <a:sym typeface="Arial"/>
              </a:rPr>
              <a:t>Memory configuration</a:t>
            </a:r>
          </a:p>
          <a:p>
            <a:pPr marL="285750" indent="-285750">
              <a:lnSpc>
                <a:spcPct val="100000"/>
              </a:lnSpc>
              <a:spcBef>
                <a:spcPts val="0"/>
              </a:spcBef>
              <a:buSzPts val="3000"/>
            </a:pPr>
            <a:r>
              <a:rPr lang="en-US" sz="1800" dirty="0">
                <a:latin typeface="Atkinson Hyperlegible Next"/>
                <a:ea typeface="Arial"/>
                <a:cs typeface="Arial"/>
                <a:sym typeface="Arial"/>
              </a:rPr>
              <a:t>Timer</a:t>
            </a:r>
          </a:p>
          <a:p>
            <a:pPr marL="285750" indent="-285750">
              <a:lnSpc>
                <a:spcPct val="100000"/>
              </a:lnSpc>
              <a:spcBef>
                <a:spcPts val="0"/>
              </a:spcBef>
              <a:buSzPts val="3000"/>
            </a:pPr>
            <a:endParaRPr lang="en-US" sz="1800" dirty="0">
              <a:latin typeface="Atkinson Hyperlegible Next"/>
              <a:ea typeface="Arial"/>
              <a:cs typeface="Arial"/>
              <a:sym typeface="Arial"/>
            </a:endParaRPr>
          </a:p>
          <a:p>
            <a:pPr marL="0" indent="0">
              <a:lnSpc>
                <a:spcPct val="100000"/>
              </a:lnSpc>
              <a:spcBef>
                <a:spcPts val="0"/>
              </a:spcBef>
              <a:buSzPts val="3000"/>
              <a:buNone/>
            </a:pPr>
            <a:r>
              <a:rPr lang="en-US" sz="1800" dirty="0">
                <a:latin typeface="Atkinson Hyperlegible Next"/>
                <a:ea typeface="Arial"/>
                <a:cs typeface="Arial"/>
                <a:sym typeface="Arial"/>
              </a:rPr>
              <a:t>Full list is available in </a:t>
            </a:r>
            <a:r>
              <a:rPr lang="en-US" sz="1800" dirty="0">
                <a:latin typeface="Atkinson Hyperlegible Next"/>
                <a:ea typeface="Arial"/>
                <a:cs typeface="Arial"/>
                <a:sym typeface="Arial"/>
                <a:hlinkClick r:id="rId3"/>
              </a:rPr>
              <a:t>Table 3-17 - System Control Base Address Table</a:t>
            </a:r>
            <a:endParaRPr lang="en-US" sz="1800" dirty="0">
              <a:latin typeface="Atkinson Hyperlegible Next"/>
              <a:ea typeface="Arial"/>
              <a:cs typeface="Arial"/>
              <a:sym typeface="Arial"/>
            </a:endParaRPr>
          </a:p>
        </p:txBody>
      </p:sp>
      <p:sp>
        <p:nvSpPr>
          <p:cNvPr id="119" name="Google Shape;119;p29">
            <a:extLst>
              <a:ext uri="{FF2B5EF4-FFF2-40B4-BE49-F238E27FC236}">
                <a16:creationId xmlns:a16="http://schemas.microsoft.com/office/drawing/2014/main" id="{CBDD7FD4-3FE9-19BA-F754-C7DB05760633}"/>
              </a:ext>
            </a:extLst>
          </p:cNvPr>
          <p:cNvSpPr/>
          <p:nvPr/>
        </p:nvSpPr>
        <p:spPr>
          <a:xfrm rot="10800000" flipH="1">
            <a:off x="0" y="0"/>
            <a:ext cx="12192000" cy="868220"/>
          </a:xfrm>
          <a:prstGeom prst="rect">
            <a:avLst/>
          </a:prstGeom>
          <a:solidFill>
            <a:srgbClr val="13294B"/>
          </a:solidFill>
          <a:ln>
            <a:noFill/>
          </a:ln>
        </p:spPr>
        <p:txBody>
          <a:bodyPr spcFirstLastPara="1" wrap="square" lIns="91425" tIns="45700" rIns="91425" bIns="45700" anchor="ctr" anchorCtr="0">
            <a:noAutofit/>
          </a:bodyPr>
          <a:lstStyle/>
          <a:p>
            <a:pPr marL="0" marR="0" lvl="0" indent="0" algn="ctr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1800"/>
              <a:buFont typeface="Calibri"/>
              <a:buNone/>
            </a:pPr>
            <a:endParaRPr sz="1800" b="0" i="0" u="none" strike="noStrike" cap="none">
              <a:solidFill>
                <a:srgbClr val="13294B"/>
              </a:solidFill>
              <a:latin typeface="Atkinson Hyperlegible Next"/>
              <a:ea typeface="Calibri"/>
              <a:cs typeface="Calibri"/>
              <a:sym typeface="Calibri"/>
            </a:endParaRPr>
          </a:p>
        </p:txBody>
      </p:sp>
      <p:sp>
        <p:nvSpPr>
          <p:cNvPr id="120" name="Google Shape;120;p29">
            <a:extLst>
              <a:ext uri="{FF2B5EF4-FFF2-40B4-BE49-F238E27FC236}">
                <a16:creationId xmlns:a16="http://schemas.microsoft.com/office/drawing/2014/main" id="{AC3279A8-52A8-01B3-C5F6-8E97FAF6F49F}"/>
              </a:ext>
            </a:extLst>
          </p:cNvPr>
          <p:cNvSpPr txBox="1"/>
          <p:nvPr/>
        </p:nvSpPr>
        <p:spPr>
          <a:xfrm>
            <a:off x="376810" y="204051"/>
            <a:ext cx="10910026" cy="461624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t" anchorCtr="0">
            <a:spAutoFit/>
          </a:bodyPr>
          <a:lstStyle/>
          <a:p>
            <a:pPr marL="0" marR="0" lvl="0" indent="0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2400"/>
              <a:buFont typeface="Arial"/>
              <a:buNone/>
            </a:pPr>
            <a:r>
              <a:rPr lang="en-US" sz="2400" b="0" i="0" u="none" strike="noStrike" cap="none" dirty="0">
                <a:solidFill>
                  <a:schemeClr val="lt1"/>
                </a:solidFill>
                <a:latin typeface="Atkinson Hyperlegible Next"/>
                <a:ea typeface="Arial"/>
                <a:cs typeface="Arial"/>
                <a:sym typeface="Arial"/>
              </a:rPr>
              <a:t>System Peripheral</a:t>
            </a:r>
            <a:endParaRPr sz="2400" b="0" i="0" u="none" strike="noStrike" cap="none" dirty="0">
              <a:solidFill>
                <a:schemeClr val="lt1"/>
              </a:solidFill>
              <a:latin typeface="Atkinson Hyperlegible Next"/>
              <a:ea typeface="Arial"/>
              <a:cs typeface="Arial"/>
              <a:sym typeface="Arial"/>
            </a:endParaRPr>
          </a:p>
        </p:txBody>
      </p:sp>
      <p:pic>
        <p:nvPicPr>
          <p:cNvPr id="121" name="Google Shape;121;p29">
            <a:extLst>
              <a:ext uri="{FF2B5EF4-FFF2-40B4-BE49-F238E27FC236}">
                <a16:creationId xmlns:a16="http://schemas.microsoft.com/office/drawing/2014/main" id="{F68D369D-85E0-F5B0-1E38-6A002F63DE44}"/>
              </a:ext>
            </a:extLst>
          </p:cNvPr>
          <p:cNvPicPr preferRelativeResize="0"/>
          <p:nvPr/>
        </p:nvPicPr>
        <p:blipFill rotWithShape="1">
          <a:blip r:embed="rId4">
            <a:alphaModFix/>
          </a:blip>
          <a:srcRect/>
          <a:stretch/>
        </p:blipFill>
        <p:spPr>
          <a:xfrm>
            <a:off x="11557509" y="233819"/>
            <a:ext cx="271308" cy="389810"/>
          </a:xfrm>
          <a:prstGeom prst="rect">
            <a:avLst/>
          </a:prstGeom>
          <a:noFill/>
          <a:ln>
            <a:noFill/>
          </a:ln>
        </p:spPr>
      </p:pic>
      <p:sp>
        <p:nvSpPr>
          <p:cNvPr id="122" name="Google Shape;122;p29">
            <a:extLst>
              <a:ext uri="{FF2B5EF4-FFF2-40B4-BE49-F238E27FC236}">
                <a16:creationId xmlns:a16="http://schemas.microsoft.com/office/drawing/2014/main" id="{CAAF780E-DDBE-210F-EBC3-9F8DCE31463A}"/>
              </a:ext>
            </a:extLst>
          </p:cNvPr>
          <p:cNvSpPr txBox="1"/>
          <p:nvPr/>
        </p:nvSpPr>
        <p:spPr>
          <a:xfrm>
            <a:off x="9335597" y="6524381"/>
            <a:ext cx="2473415" cy="230792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t" anchorCtr="0">
            <a:spAutoFit/>
          </a:bodyPr>
          <a:lstStyle/>
          <a:p>
            <a:pPr marL="0" marR="0" lvl="0" indent="0" algn="r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en-US" sz="900" b="0" i="0" u="none" strike="noStrike" cap="none">
                <a:solidFill>
                  <a:srgbClr val="13294B"/>
                </a:solidFill>
                <a:latin typeface="Atkinson Hyperlegible Next"/>
                <a:ea typeface="Arial"/>
                <a:cs typeface="Arial"/>
                <a:sym typeface="Arial"/>
              </a:rPr>
              <a:t>GRAINGER ENGINEERING</a:t>
            </a:r>
            <a:endParaRPr/>
          </a:p>
        </p:txBody>
      </p:sp>
      <p:sp>
        <p:nvSpPr>
          <p:cNvPr id="123" name="Google Shape;123;p29">
            <a:extLst>
              <a:ext uri="{FF2B5EF4-FFF2-40B4-BE49-F238E27FC236}">
                <a16:creationId xmlns:a16="http://schemas.microsoft.com/office/drawing/2014/main" id="{30F64F90-8511-F464-F05A-D27E77FA68F5}"/>
              </a:ext>
            </a:extLst>
          </p:cNvPr>
          <p:cNvSpPr txBox="1"/>
          <p:nvPr/>
        </p:nvSpPr>
        <p:spPr>
          <a:xfrm>
            <a:off x="376807" y="6524381"/>
            <a:ext cx="7991337" cy="230792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t" anchorCtr="0">
            <a:spAutoFit/>
          </a:bodyPr>
          <a:lstStyle/>
          <a:p>
            <a:pPr marL="0" marR="0" lvl="0" indent="0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en-US" sz="900" dirty="0">
                <a:solidFill>
                  <a:srgbClr val="13294B"/>
                </a:solidFill>
              </a:rPr>
              <a:t>SYSTEMS ENGINEERING </a:t>
            </a:r>
            <a:endParaRPr dirty="0"/>
          </a:p>
        </p:txBody>
      </p:sp>
      <p:grpSp>
        <p:nvGrpSpPr>
          <p:cNvPr id="124" name="Google Shape;124;p29">
            <a:extLst>
              <a:ext uri="{FF2B5EF4-FFF2-40B4-BE49-F238E27FC236}">
                <a16:creationId xmlns:a16="http://schemas.microsoft.com/office/drawing/2014/main" id="{3C80295F-E227-0193-65CF-CF514DC84607}"/>
              </a:ext>
            </a:extLst>
          </p:cNvPr>
          <p:cNvGrpSpPr/>
          <p:nvPr/>
        </p:nvGrpSpPr>
        <p:grpSpPr>
          <a:xfrm>
            <a:off x="4066674" y="6601537"/>
            <a:ext cx="5233412" cy="70446"/>
            <a:chOff x="4033424" y="6601537"/>
            <a:chExt cx="5233412" cy="70446"/>
          </a:xfrm>
        </p:grpSpPr>
        <p:cxnSp>
          <p:nvCxnSpPr>
            <p:cNvPr id="125" name="Google Shape;125;p29">
              <a:extLst>
                <a:ext uri="{FF2B5EF4-FFF2-40B4-BE49-F238E27FC236}">
                  <a16:creationId xmlns:a16="http://schemas.microsoft.com/office/drawing/2014/main" id="{CEF0FC49-B78E-B368-881D-B7F199CEF9E0}"/>
                </a:ext>
              </a:extLst>
            </p:cNvPr>
            <p:cNvCxnSpPr/>
            <p:nvPr/>
          </p:nvCxnSpPr>
          <p:spPr>
            <a:xfrm rot="10800000">
              <a:off x="4033424" y="6639606"/>
              <a:ext cx="5164651" cy="0"/>
            </a:xfrm>
            <a:prstGeom prst="straightConnector1">
              <a:avLst/>
            </a:prstGeom>
            <a:noFill/>
            <a:ln w="9525" cap="flat" cmpd="sng">
              <a:solidFill>
                <a:srgbClr val="13294B"/>
              </a:solidFill>
              <a:prstDash val="solid"/>
              <a:round/>
              <a:headEnd type="none" w="sm" len="sm"/>
              <a:tailEnd type="none" w="sm" len="sm"/>
            </a:ln>
          </p:spPr>
        </p:cxnSp>
        <p:sp>
          <p:nvSpPr>
            <p:cNvPr id="126" name="Google Shape;126;p29">
              <a:extLst>
                <a:ext uri="{FF2B5EF4-FFF2-40B4-BE49-F238E27FC236}">
                  <a16:creationId xmlns:a16="http://schemas.microsoft.com/office/drawing/2014/main" id="{B7D98819-0AF0-5C1F-E988-A94E1AAB7532}"/>
                </a:ext>
              </a:extLst>
            </p:cNvPr>
            <p:cNvSpPr/>
            <p:nvPr/>
          </p:nvSpPr>
          <p:spPr>
            <a:xfrm>
              <a:off x="9196390" y="6601537"/>
              <a:ext cx="70446" cy="70446"/>
            </a:xfrm>
            <a:prstGeom prst="ellipse">
              <a:avLst/>
            </a:prstGeom>
            <a:solidFill>
              <a:srgbClr val="13294B"/>
            </a:solidFill>
            <a:ln>
              <a:noFill/>
            </a:ln>
          </p:spPr>
          <p:txBody>
            <a:bodyPr spcFirstLastPara="1" wrap="square" lIns="91425" tIns="45700" rIns="91425" bIns="45700" anchor="ctr" anchorCtr="0">
              <a:noAutofit/>
            </a:bodyPr>
            <a:lstStyle/>
            <a:p>
              <a:pPr marL="0" marR="0" lvl="0" indent="0" algn="ctr" rtl="0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None/>
              </a:pPr>
              <a:endParaRPr sz="1400" b="0" i="0" u="none" strike="noStrike" cap="none">
                <a:solidFill>
                  <a:srgbClr val="13294B"/>
                </a:solidFill>
                <a:latin typeface="Atkinson Hyperlegible Next"/>
                <a:ea typeface="Arial"/>
                <a:cs typeface="Arial"/>
                <a:sym typeface="Arial"/>
              </a:endParaRPr>
            </a:p>
          </p:txBody>
        </p:sp>
      </p:grpSp>
    </p:spTree>
    <p:extLst>
      <p:ext uri="{BB962C8B-B14F-4D97-AF65-F5344CB8AC3E}">
        <p14:creationId xmlns:p14="http://schemas.microsoft.com/office/powerpoint/2010/main" val="3353954688"/>
      </p:ext>
    </p:extLst>
  </p:cSld>
  <p:clrMapOvr>
    <a:masterClrMapping/>
  </p:clrMapOvr>
</p:sld>
</file>

<file path=ppt/slides/slide1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Shape 117">
          <a:extLst>
            <a:ext uri="{FF2B5EF4-FFF2-40B4-BE49-F238E27FC236}">
              <a16:creationId xmlns:a16="http://schemas.microsoft.com/office/drawing/2014/main" id="{BA44DEFE-17C8-CB12-604A-CE91D6C4D228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18" name="Google Shape;118;p29">
            <a:extLst>
              <a:ext uri="{FF2B5EF4-FFF2-40B4-BE49-F238E27FC236}">
                <a16:creationId xmlns:a16="http://schemas.microsoft.com/office/drawing/2014/main" id="{BDF33995-67A6-C92D-4526-9A278F1724B1}"/>
              </a:ext>
            </a:extLst>
          </p:cNvPr>
          <p:cNvSpPr txBox="1">
            <a:spLocks noGrp="1"/>
          </p:cNvSpPr>
          <p:nvPr>
            <p:ph type="body" idx="1"/>
          </p:nvPr>
        </p:nvSpPr>
        <p:spPr>
          <a:xfrm>
            <a:off x="376809" y="1334279"/>
            <a:ext cx="11177401" cy="4821102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t" anchorCtr="0">
            <a:noAutofit/>
          </a:bodyPr>
          <a:lstStyle/>
          <a:p>
            <a:pPr marL="0" indent="0">
              <a:lnSpc>
                <a:spcPct val="100000"/>
              </a:lnSpc>
              <a:spcBef>
                <a:spcPts val="0"/>
              </a:spcBef>
              <a:buSzPts val="3000"/>
              <a:buNone/>
            </a:pPr>
            <a:r>
              <a:rPr lang="en-US" sz="1800" dirty="0">
                <a:latin typeface="Atkinson Hyperlegible Next"/>
                <a:ea typeface="Arial"/>
                <a:cs typeface="Arial"/>
                <a:sym typeface="Arial"/>
              </a:rPr>
              <a:t>Some registers are protected to prevent accidental damage ( most / all system peripherals ).</a:t>
            </a:r>
          </a:p>
          <a:p>
            <a:pPr marL="0" indent="0">
              <a:lnSpc>
                <a:spcPct val="100000"/>
              </a:lnSpc>
              <a:spcBef>
                <a:spcPts val="0"/>
              </a:spcBef>
              <a:buSzPts val="3000"/>
              <a:buNone/>
            </a:pPr>
            <a:endParaRPr lang="en-US" sz="1800" dirty="0">
              <a:latin typeface="Atkinson Hyperlegible Next"/>
              <a:ea typeface="Arial"/>
              <a:cs typeface="Arial"/>
              <a:sym typeface="Arial"/>
            </a:endParaRPr>
          </a:p>
          <a:p>
            <a:pPr marL="0" indent="0">
              <a:lnSpc>
                <a:spcPct val="100000"/>
              </a:lnSpc>
              <a:spcBef>
                <a:spcPts val="0"/>
              </a:spcBef>
              <a:buSzPts val="3000"/>
              <a:buNone/>
            </a:pPr>
            <a:r>
              <a:rPr lang="en-US" sz="1800" dirty="0">
                <a:latin typeface="Atkinson Hyperlegible Next"/>
                <a:ea typeface="Arial"/>
                <a:cs typeface="Arial"/>
                <a:sym typeface="Arial"/>
              </a:rPr>
              <a:t>Thus, an additional layer of protection is allowed for accidental writes ( memory leaked code or otherwise ).</a:t>
            </a:r>
          </a:p>
          <a:p>
            <a:pPr marL="0" indent="0">
              <a:lnSpc>
                <a:spcPct val="100000"/>
              </a:lnSpc>
              <a:spcBef>
                <a:spcPts val="0"/>
              </a:spcBef>
              <a:buSzPts val="3000"/>
              <a:buNone/>
            </a:pPr>
            <a:endParaRPr lang="en-US" sz="1800" dirty="0">
              <a:latin typeface="Atkinson Hyperlegible Next"/>
              <a:ea typeface="Arial"/>
              <a:cs typeface="Arial"/>
              <a:sym typeface="Arial"/>
            </a:endParaRPr>
          </a:p>
          <a:p>
            <a:pPr marL="285750" indent="-285750">
              <a:lnSpc>
                <a:spcPct val="100000"/>
              </a:lnSpc>
              <a:spcBef>
                <a:spcPts val="0"/>
              </a:spcBef>
              <a:buSzPts val="3000"/>
            </a:pPr>
            <a:r>
              <a:rPr lang="en-US" sz="1800" b="1" dirty="0">
                <a:latin typeface="Atkinson Hyperlegible Next"/>
                <a:ea typeface="Arial"/>
                <a:cs typeface="Arial"/>
                <a:sym typeface="Arial"/>
              </a:rPr>
              <a:t>EALLOW</a:t>
            </a:r>
            <a:r>
              <a:rPr lang="en-US" sz="1800" dirty="0">
                <a:latin typeface="Atkinson Hyperlegible Next"/>
                <a:ea typeface="Arial"/>
                <a:cs typeface="Arial"/>
                <a:sym typeface="Arial"/>
              </a:rPr>
              <a:t>: unlocks protected registers</a:t>
            </a:r>
          </a:p>
          <a:p>
            <a:pPr marL="285750" indent="-285750">
              <a:lnSpc>
                <a:spcPct val="100000"/>
              </a:lnSpc>
              <a:spcBef>
                <a:spcPts val="0"/>
              </a:spcBef>
              <a:buSzPts val="3000"/>
            </a:pPr>
            <a:r>
              <a:rPr lang="en-US" sz="1800" b="1" dirty="0">
                <a:latin typeface="Atkinson Hyperlegible Next"/>
                <a:ea typeface="Arial"/>
                <a:cs typeface="Arial"/>
                <a:sym typeface="Arial"/>
              </a:rPr>
              <a:t>EDIS: </a:t>
            </a:r>
            <a:r>
              <a:rPr lang="en-US" sz="1800" dirty="0">
                <a:latin typeface="Atkinson Hyperlegible Next"/>
                <a:ea typeface="Arial"/>
                <a:cs typeface="Arial"/>
                <a:sym typeface="Arial"/>
              </a:rPr>
              <a:t>locks them again</a:t>
            </a:r>
          </a:p>
          <a:p>
            <a:pPr marL="114300" indent="0" algn="l">
              <a:buNone/>
            </a:pPr>
            <a:endParaRPr lang="en-US" sz="1800" dirty="0">
              <a:latin typeface="Atkinson Hyperlegible Next"/>
              <a:cs typeface="Arial"/>
              <a:sym typeface="Arial"/>
            </a:endParaRPr>
          </a:p>
          <a:p>
            <a:pPr marL="114300" indent="0" algn="l">
              <a:buNone/>
            </a:pPr>
            <a:r>
              <a:rPr lang="en-US" sz="1800" dirty="0">
                <a:solidFill>
                  <a:srgbClr val="000000"/>
                </a:solidFill>
                <a:latin typeface="Consolas" panose="020B0609020204030204" pitchFamily="49" charset="0"/>
              </a:rPr>
              <a:t>EALLOW;  </a:t>
            </a:r>
            <a:r>
              <a:rPr lang="en-US" sz="1800" dirty="0">
                <a:solidFill>
                  <a:srgbClr val="3F7F5F"/>
                </a:solidFill>
                <a:latin typeface="Consolas" panose="020B0609020204030204" pitchFamily="49" charset="0"/>
              </a:rPr>
              <a:t>// This is needed to write to EALLOW protected registers</a:t>
            </a:r>
          </a:p>
          <a:p>
            <a:pPr marL="114300" indent="0" algn="l">
              <a:buNone/>
            </a:pPr>
            <a:r>
              <a:rPr lang="en-US" sz="1800" dirty="0">
                <a:solidFill>
                  <a:srgbClr val="000000"/>
                </a:solidFill>
                <a:latin typeface="Consolas" panose="020B0609020204030204" pitchFamily="49" charset="0"/>
              </a:rPr>
              <a:t>PieVectTable.</a:t>
            </a:r>
            <a:r>
              <a:rPr lang="en-US" sz="1800" dirty="0">
                <a:solidFill>
                  <a:srgbClr val="0000C0"/>
                </a:solidFill>
                <a:latin typeface="Consolas" panose="020B0609020204030204" pitchFamily="49" charset="0"/>
              </a:rPr>
              <a:t>TIMER0_INT</a:t>
            </a:r>
            <a:r>
              <a:rPr lang="en-US" sz="1800" dirty="0">
                <a:solidFill>
                  <a:srgbClr val="000000"/>
                </a:solidFill>
                <a:latin typeface="Consolas" panose="020B0609020204030204" pitchFamily="49" charset="0"/>
              </a:rPr>
              <a:t> = &amp;cpu_timer0_isr;</a:t>
            </a:r>
          </a:p>
          <a:p>
            <a:pPr marL="114300" indent="0" algn="l">
              <a:buNone/>
            </a:pPr>
            <a:r>
              <a:rPr lang="en-US" sz="1800" dirty="0">
                <a:solidFill>
                  <a:srgbClr val="000000"/>
                </a:solidFill>
                <a:latin typeface="Consolas" panose="020B0609020204030204" pitchFamily="49" charset="0"/>
              </a:rPr>
              <a:t>PieVectTable.</a:t>
            </a:r>
            <a:r>
              <a:rPr lang="en-US" sz="1800" dirty="0">
                <a:solidFill>
                  <a:srgbClr val="0000C0"/>
                </a:solidFill>
                <a:latin typeface="Consolas" panose="020B0609020204030204" pitchFamily="49" charset="0"/>
              </a:rPr>
              <a:t>TIMER1_INT</a:t>
            </a:r>
            <a:r>
              <a:rPr lang="en-US" sz="1800" dirty="0">
                <a:solidFill>
                  <a:srgbClr val="000000"/>
                </a:solidFill>
                <a:latin typeface="Consolas" panose="020B0609020204030204" pitchFamily="49" charset="0"/>
              </a:rPr>
              <a:t> = &amp;cpu_timer1_isr;</a:t>
            </a:r>
          </a:p>
          <a:p>
            <a:pPr marL="114300" indent="0" algn="l">
              <a:buNone/>
            </a:pPr>
            <a:r>
              <a:rPr lang="en-US" sz="1800" dirty="0">
                <a:solidFill>
                  <a:srgbClr val="000000"/>
                </a:solidFill>
                <a:latin typeface="Consolas" panose="020B0609020204030204" pitchFamily="49" charset="0"/>
              </a:rPr>
              <a:t>PieVectTable.</a:t>
            </a:r>
            <a:r>
              <a:rPr lang="en-US" sz="1800" dirty="0">
                <a:solidFill>
                  <a:srgbClr val="0000C0"/>
                </a:solidFill>
                <a:latin typeface="Consolas" panose="020B0609020204030204" pitchFamily="49" charset="0"/>
              </a:rPr>
              <a:t>TIMER2_INT</a:t>
            </a:r>
            <a:r>
              <a:rPr lang="en-US" sz="1800" dirty="0">
                <a:solidFill>
                  <a:srgbClr val="000000"/>
                </a:solidFill>
                <a:latin typeface="Consolas" panose="020B0609020204030204" pitchFamily="49" charset="0"/>
              </a:rPr>
              <a:t> = &amp;cpu_timer2_isr;</a:t>
            </a:r>
            <a:endParaRPr lang="en-US" sz="1800" dirty="0">
              <a:latin typeface="Consolas" panose="020B0609020204030204" pitchFamily="49" charset="0"/>
            </a:endParaRPr>
          </a:p>
          <a:p>
            <a:pPr marL="114300" indent="0" algn="l">
              <a:buNone/>
            </a:pPr>
            <a:r>
              <a:rPr lang="en-US" sz="1800" dirty="0" err="1">
                <a:solidFill>
                  <a:srgbClr val="000000"/>
                </a:solidFill>
                <a:latin typeface="Consolas" panose="020B0609020204030204" pitchFamily="49" charset="0"/>
              </a:rPr>
              <a:t>PieVectTable.</a:t>
            </a:r>
            <a:r>
              <a:rPr lang="en-US" sz="1800" dirty="0" err="1">
                <a:solidFill>
                  <a:srgbClr val="0000C0"/>
                </a:solidFill>
                <a:latin typeface="Consolas" panose="020B0609020204030204" pitchFamily="49" charset="0"/>
              </a:rPr>
              <a:t>EMIF_ERROR_INT</a:t>
            </a:r>
            <a:r>
              <a:rPr lang="en-US" sz="1800" dirty="0">
                <a:solidFill>
                  <a:srgbClr val="000000"/>
                </a:solidFill>
                <a:latin typeface="Consolas" panose="020B0609020204030204" pitchFamily="49" charset="0"/>
              </a:rPr>
              <a:t> = &amp;</a:t>
            </a:r>
            <a:r>
              <a:rPr lang="en-US" sz="1800" dirty="0" err="1">
                <a:solidFill>
                  <a:srgbClr val="000000"/>
                </a:solidFill>
                <a:latin typeface="Consolas" panose="020B0609020204030204" pitchFamily="49" charset="0"/>
              </a:rPr>
              <a:t>SWI_isr</a:t>
            </a:r>
            <a:r>
              <a:rPr lang="en-US" sz="1800" dirty="0">
                <a:solidFill>
                  <a:srgbClr val="000000"/>
                </a:solidFill>
                <a:latin typeface="Consolas" panose="020B0609020204030204" pitchFamily="49" charset="0"/>
              </a:rPr>
              <a:t>;</a:t>
            </a:r>
          </a:p>
          <a:p>
            <a:pPr marL="114300" indent="0" algn="l">
              <a:buNone/>
            </a:pPr>
            <a:r>
              <a:rPr lang="en-US" sz="1800" dirty="0">
                <a:solidFill>
                  <a:srgbClr val="000000"/>
                </a:solidFill>
                <a:latin typeface="Consolas" panose="020B0609020204030204" pitchFamily="49" charset="0"/>
              </a:rPr>
              <a:t>EDIS;    </a:t>
            </a:r>
            <a:r>
              <a:rPr lang="en-US" sz="1800" dirty="0">
                <a:solidFill>
                  <a:srgbClr val="3F7F5F"/>
                </a:solidFill>
                <a:latin typeface="Consolas" panose="020B0609020204030204" pitchFamily="49" charset="0"/>
              </a:rPr>
              <a:t>// This is needed to disable write to EALLOW protected registers</a:t>
            </a:r>
            <a:r>
              <a:rPr lang="en-US" sz="1800" dirty="0">
                <a:solidFill>
                  <a:srgbClr val="000000"/>
                </a:solidFill>
                <a:latin typeface="Consolas" panose="020B0609020204030204" pitchFamily="49" charset="0"/>
              </a:rPr>
              <a:t> </a:t>
            </a:r>
            <a:endParaRPr lang="en-US" sz="1800" dirty="0">
              <a:latin typeface="Atkinson Hyperlegible Next"/>
              <a:ea typeface="Arial"/>
              <a:cs typeface="Arial"/>
              <a:sym typeface="Arial"/>
            </a:endParaRPr>
          </a:p>
        </p:txBody>
      </p:sp>
      <p:sp>
        <p:nvSpPr>
          <p:cNvPr id="119" name="Google Shape;119;p29">
            <a:extLst>
              <a:ext uri="{FF2B5EF4-FFF2-40B4-BE49-F238E27FC236}">
                <a16:creationId xmlns:a16="http://schemas.microsoft.com/office/drawing/2014/main" id="{4C503F74-3799-2E44-B39D-A1560202F8F0}"/>
              </a:ext>
            </a:extLst>
          </p:cNvPr>
          <p:cNvSpPr/>
          <p:nvPr/>
        </p:nvSpPr>
        <p:spPr>
          <a:xfrm rot="10800000" flipH="1">
            <a:off x="0" y="0"/>
            <a:ext cx="12192000" cy="868220"/>
          </a:xfrm>
          <a:prstGeom prst="rect">
            <a:avLst/>
          </a:prstGeom>
          <a:solidFill>
            <a:srgbClr val="13294B"/>
          </a:solidFill>
          <a:ln>
            <a:noFill/>
          </a:ln>
        </p:spPr>
        <p:txBody>
          <a:bodyPr spcFirstLastPara="1" wrap="square" lIns="91425" tIns="45700" rIns="91425" bIns="45700" anchor="ctr" anchorCtr="0">
            <a:noAutofit/>
          </a:bodyPr>
          <a:lstStyle/>
          <a:p>
            <a:pPr marL="0" marR="0" lvl="0" indent="0" algn="ctr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1800"/>
              <a:buFont typeface="Calibri"/>
              <a:buNone/>
            </a:pPr>
            <a:endParaRPr sz="1800" b="0" i="0" u="none" strike="noStrike" cap="none">
              <a:solidFill>
                <a:srgbClr val="13294B"/>
              </a:solidFill>
              <a:latin typeface="Atkinson Hyperlegible Next"/>
              <a:ea typeface="Calibri"/>
              <a:cs typeface="Calibri"/>
              <a:sym typeface="Calibri"/>
            </a:endParaRPr>
          </a:p>
        </p:txBody>
      </p:sp>
      <p:sp>
        <p:nvSpPr>
          <p:cNvPr id="120" name="Google Shape;120;p29">
            <a:extLst>
              <a:ext uri="{FF2B5EF4-FFF2-40B4-BE49-F238E27FC236}">
                <a16:creationId xmlns:a16="http://schemas.microsoft.com/office/drawing/2014/main" id="{3098A594-0216-9C9B-4CED-9D568D7F7FE2}"/>
              </a:ext>
            </a:extLst>
          </p:cNvPr>
          <p:cNvSpPr txBox="1"/>
          <p:nvPr/>
        </p:nvSpPr>
        <p:spPr>
          <a:xfrm>
            <a:off x="376810" y="204051"/>
            <a:ext cx="10910026" cy="461624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t" anchorCtr="0">
            <a:spAutoFit/>
          </a:bodyPr>
          <a:lstStyle/>
          <a:p>
            <a:pPr marL="0" marR="0" lvl="0" indent="0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2400"/>
              <a:buFont typeface="Arial"/>
              <a:buNone/>
            </a:pPr>
            <a:r>
              <a:rPr lang="en-US" sz="2400" b="0" i="0" u="none" strike="noStrike" cap="none" dirty="0">
                <a:solidFill>
                  <a:schemeClr val="lt1"/>
                </a:solidFill>
                <a:latin typeface="Atkinson Hyperlegible Next"/>
                <a:ea typeface="Arial"/>
                <a:cs typeface="Arial"/>
                <a:sym typeface="Arial"/>
              </a:rPr>
              <a:t>EALLOW / EDIS</a:t>
            </a:r>
            <a:endParaRPr sz="2400" b="0" i="0" u="none" strike="noStrike" cap="none" dirty="0">
              <a:solidFill>
                <a:schemeClr val="lt1"/>
              </a:solidFill>
              <a:latin typeface="Atkinson Hyperlegible Next"/>
              <a:ea typeface="Arial"/>
              <a:cs typeface="Arial"/>
              <a:sym typeface="Arial"/>
            </a:endParaRPr>
          </a:p>
        </p:txBody>
      </p:sp>
      <p:pic>
        <p:nvPicPr>
          <p:cNvPr id="121" name="Google Shape;121;p29">
            <a:extLst>
              <a:ext uri="{FF2B5EF4-FFF2-40B4-BE49-F238E27FC236}">
                <a16:creationId xmlns:a16="http://schemas.microsoft.com/office/drawing/2014/main" id="{B2ECC981-9977-ED6B-5D97-285443D5C0EE}"/>
              </a:ext>
            </a:extLst>
          </p:cNvPr>
          <p:cNvPicPr preferRelativeResize="0"/>
          <p:nvPr/>
        </p:nvPicPr>
        <p:blipFill rotWithShape="1">
          <a:blip r:embed="rId3">
            <a:alphaModFix/>
          </a:blip>
          <a:srcRect/>
          <a:stretch/>
        </p:blipFill>
        <p:spPr>
          <a:xfrm>
            <a:off x="11557509" y="233819"/>
            <a:ext cx="271308" cy="389810"/>
          </a:xfrm>
          <a:prstGeom prst="rect">
            <a:avLst/>
          </a:prstGeom>
          <a:noFill/>
          <a:ln>
            <a:noFill/>
          </a:ln>
        </p:spPr>
      </p:pic>
      <p:sp>
        <p:nvSpPr>
          <p:cNvPr id="122" name="Google Shape;122;p29">
            <a:extLst>
              <a:ext uri="{FF2B5EF4-FFF2-40B4-BE49-F238E27FC236}">
                <a16:creationId xmlns:a16="http://schemas.microsoft.com/office/drawing/2014/main" id="{68C30C89-FE20-8A40-8241-4A2747163296}"/>
              </a:ext>
            </a:extLst>
          </p:cNvPr>
          <p:cNvSpPr txBox="1"/>
          <p:nvPr/>
        </p:nvSpPr>
        <p:spPr>
          <a:xfrm>
            <a:off x="9335597" y="6524381"/>
            <a:ext cx="2473415" cy="230792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t" anchorCtr="0">
            <a:spAutoFit/>
          </a:bodyPr>
          <a:lstStyle/>
          <a:p>
            <a:pPr marL="0" marR="0" lvl="0" indent="0" algn="r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en-US" sz="900" b="0" i="0" u="none" strike="noStrike" cap="none">
                <a:solidFill>
                  <a:srgbClr val="13294B"/>
                </a:solidFill>
                <a:latin typeface="Atkinson Hyperlegible Next"/>
                <a:ea typeface="Arial"/>
                <a:cs typeface="Arial"/>
                <a:sym typeface="Arial"/>
              </a:rPr>
              <a:t>GRAINGER ENGINEERING</a:t>
            </a:r>
            <a:endParaRPr/>
          </a:p>
        </p:txBody>
      </p:sp>
      <p:sp>
        <p:nvSpPr>
          <p:cNvPr id="123" name="Google Shape;123;p29">
            <a:extLst>
              <a:ext uri="{FF2B5EF4-FFF2-40B4-BE49-F238E27FC236}">
                <a16:creationId xmlns:a16="http://schemas.microsoft.com/office/drawing/2014/main" id="{2A5A68DC-47F0-9FA9-2E00-4043F3ACACEA}"/>
              </a:ext>
            </a:extLst>
          </p:cNvPr>
          <p:cNvSpPr txBox="1"/>
          <p:nvPr/>
        </p:nvSpPr>
        <p:spPr>
          <a:xfrm>
            <a:off x="376807" y="6524381"/>
            <a:ext cx="7991337" cy="230792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t" anchorCtr="0">
            <a:spAutoFit/>
          </a:bodyPr>
          <a:lstStyle/>
          <a:p>
            <a:pPr marL="0" marR="0" lvl="0" indent="0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en-US" sz="900" dirty="0">
                <a:solidFill>
                  <a:srgbClr val="13294B"/>
                </a:solidFill>
              </a:rPr>
              <a:t>SYSTEMS ENGINEERING </a:t>
            </a:r>
            <a:endParaRPr dirty="0"/>
          </a:p>
        </p:txBody>
      </p:sp>
      <p:grpSp>
        <p:nvGrpSpPr>
          <p:cNvPr id="124" name="Google Shape;124;p29">
            <a:extLst>
              <a:ext uri="{FF2B5EF4-FFF2-40B4-BE49-F238E27FC236}">
                <a16:creationId xmlns:a16="http://schemas.microsoft.com/office/drawing/2014/main" id="{6E340323-31CC-BB85-CB4B-F52E3315EA25}"/>
              </a:ext>
            </a:extLst>
          </p:cNvPr>
          <p:cNvGrpSpPr/>
          <p:nvPr/>
        </p:nvGrpSpPr>
        <p:grpSpPr>
          <a:xfrm>
            <a:off x="4066674" y="6601537"/>
            <a:ext cx="5233412" cy="70446"/>
            <a:chOff x="4033424" y="6601537"/>
            <a:chExt cx="5233412" cy="70446"/>
          </a:xfrm>
        </p:grpSpPr>
        <p:cxnSp>
          <p:nvCxnSpPr>
            <p:cNvPr id="125" name="Google Shape;125;p29">
              <a:extLst>
                <a:ext uri="{FF2B5EF4-FFF2-40B4-BE49-F238E27FC236}">
                  <a16:creationId xmlns:a16="http://schemas.microsoft.com/office/drawing/2014/main" id="{B87E9565-CC74-46F1-E43E-C685288D7466}"/>
                </a:ext>
              </a:extLst>
            </p:cNvPr>
            <p:cNvCxnSpPr/>
            <p:nvPr/>
          </p:nvCxnSpPr>
          <p:spPr>
            <a:xfrm rot="10800000">
              <a:off x="4033424" y="6639606"/>
              <a:ext cx="5164651" cy="0"/>
            </a:xfrm>
            <a:prstGeom prst="straightConnector1">
              <a:avLst/>
            </a:prstGeom>
            <a:noFill/>
            <a:ln w="9525" cap="flat" cmpd="sng">
              <a:solidFill>
                <a:srgbClr val="13294B"/>
              </a:solidFill>
              <a:prstDash val="solid"/>
              <a:round/>
              <a:headEnd type="none" w="sm" len="sm"/>
              <a:tailEnd type="none" w="sm" len="sm"/>
            </a:ln>
          </p:spPr>
        </p:cxnSp>
        <p:sp>
          <p:nvSpPr>
            <p:cNvPr id="126" name="Google Shape;126;p29">
              <a:extLst>
                <a:ext uri="{FF2B5EF4-FFF2-40B4-BE49-F238E27FC236}">
                  <a16:creationId xmlns:a16="http://schemas.microsoft.com/office/drawing/2014/main" id="{2DD5BC91-373A-229E-F874-B2906BBB4FD1}"/>
                </a:ext>
              </a:extLst>
            </p:cNvPr>
            <p:cNvSpPr/>
            <p:nvPr/>
          </p:nvSpPr>
          <p:spPr>
            <a:xfrm>
              <a:off x="9196390" y="6601537"/>
              <a:ext cx="70446" cy="70446"/>
            </a:xfrm>
            <a:prstGeom prst="ellipse">
              <a:avLst/>
            </a:prstGeom>
            <a:solidFill>
              <a:srgbClr val="13294B"/>
            </a:solidFill>
            <a:ln>
              <a:noFill/>
            </a:ln>
          </p:spPr>
          <p:txBody>
            <a:bodyPr spcFirstLastPara="1" wrap="square" lIns="91425" tIns="45700" rIns="91425" bIns="45700" anchor="ctr" anchorCtr="0">
              <a:noAutofit/>
            </a:bodyPr>
            <a:lstStyle/>
            <a:p>
              <a:pPr marL="0" marR="0" lvl="0" indent="0" algn="ctr" rtl="0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None/>
              </a:pPr>
              <a:endParaRPr sz="1400" b="0" i="0" u="none" strike="noStrike" cap="none">
                <a:solidFill>
                  <a:srgbClr val="13294B"/>
                </a:solidFill>
                <a:latin typeface="Atkinson Hyperlegible Next"/>
                <a:ea typeface="Arial"/>
                <a:cs typeface="Arial"/>
                <a:sym typeface="Arial"/>
              </a:endParaRPr>
            </a:p>
          </p:txBody>
        </p:sp>
      </p:grpSp>
    </p:spTree>
    <p:extLst>
      <p:ext uri="{BB962C8B-B14F-4D97-AF65-F5344CB8AC3E}">
        <p14:creationId xmlns:p14="http://schemas.microsoft.com/office/powerpoint/2010/main" val="2525961320"/>
      </p:ext>
    </p:extLst>
  </p:cSld>
  <p:clrMapOvr>
    <a:masterClrMapping/>
  </p:clrMapOvr>
</p:sld>
</file>

<file path=ppt/slides/slide13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Shape 117">
          <a:extLst>
            <a:ext uri="{FF2B5EF4-FFF2-40B4-BE49-F238E27FC236}">
              <a16:creationId xmlns:a16="http://schemas.microsoft.com/office/drawing/2014/main" id="{F4F6B2D5-2790-2B2A-EE21-1B9CD76F33B5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18" name="Google Shape;118;p29">
            <a:extLst>
              <a:ext uri="{FF2B5EF4-FFF2-40B4-BE49-F238E27FC236}">
                <a16:creationId xmlns:a16="http://schemas.microsoft.com/office/drawing/2014/main" id="{2023406B-5D76-1289-48AD-E257A7B5C37F}"/>
              </a:ext>
            </a:extLst>
          </p:cNvPr>
          <p:cNvSpPr txBox="1">
            <a:spLocks noGrp="1"/>
          </p:cNvSpPr>
          <p:nvPr>
            <p:ph type="body" idx="1"/>
          </p:nvPr>
        </p:nvSpPr>
        <p:spPr>
          <a:xfrm>
            <a:off x="376809" y="1334279"/>
            <a:ext cx="11177401" cy="4821102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t" anchorCtr="0">
            <a:noAutofit/>
          </a:bodyPr>
          <a:lstStyle/>
          <a:p>
            <a:pPr marL="0" indent="0">
              <a:lnSpc>
                <a:spcPct val="100000"/>
              </a:lnSpc>
              <a:spcBef>
                <a:spcPts val="0"/>
              </a:spcBef>
              <a:buSzPts val="3000"/>
              <a:buNone/>
            </a:pPr>
            <a:r>
              <a:rPr lang="en-US" sz="1800" dirty="0">
                <a:latin typeface="Atkinson Hyperlegible Next"/>
                <a:ea typeface="Arial"/>
                <a:cs typeface="Arial"/>
                <a:sym typeface="Arial"/>
              </a:rPr>
              <a:t>Peripheral registers control individual hardware modules. Usually do not have any write protection</a:t>
            </a:r>
          </a:p>
          <a:p>
            <a:pPr marL="0" indent="0">
              <a:lnSpc>
                <a:spcPct val="100000"/>
              </a:lnSpc>
              <a:spcBef>
                <a:spcPts val="0"/>
              </a:spcBef>
              <a:buSzPts val="3000"/>
              <a:buNone/>
            </a:pPr>
            <a:endParaRPr lang="en-US" sz="1800" dirty="0">
              <a:latin typeface="Atkinson Hyperlegible Next"/>
              <a:ea typeface="Arial"/>
              <a:cs typeface="Arial"/>
              <a:sym typeface="Arial"/>
            </a:endParaRPr>
          </a:p>
          <a:p>
            <a:pPr marL="0" indent="0">
              <a:lnSpc>
                <a:spcPct val="100000"/>
              </a:lnSpc>
              <a:spcBef>
                <a:spcPts val="0"/>
              </a:spcBef>
              <a:buSzPts val="3000"/>
              <a:buNone/>
            </a:pPr>
            <a:r>
              <a:rPr lang="en-US" sz="1800" dirty="0">
                <a:latin typeface="Atkinson Hyperlegible Next"/>
                <a:ea typeface="Arial"/>
                <a:cs typeface="Arial"/>
                <a:sym typeface="Arial"/>
              </a:rPr>
              <a:t>Examples:</a:t>
            </a:r>
          </a:p>
          <a:p>
            <a:pPr marL="285750" indent="-285750">
              <a:lnSpc>
                <a:spcPct val="100000"/>
              </a:lnSpc>
              <a:spcBef>
                <a:spcPts val="0"/>
              </a:spcBef>
              <a:buSzPts val="3000"/>
            </a:pPr>
            <a:r>
              <a:rPr lang="en-US" sz="1800" dirty="0">
                <a:latin typeface="Atkinson Hyperlegible Next"/>
                <a:ea typeface="Arial"/>
                <a:cs typeface="Arial"/>
                <a:sym typeface="Arial"/>
              </a:rPr>
              <a:t>GPIO (General Purpose Input-Output)</a:t>
            </a:r>
          </a:p>
          <a:p>
            <a:pPr marL="285750" indent="-285750">
              <a:lnSpc>
                <a:spcPct val="100000"/>
              </a:lnSpc>
              <a:spcBef>
                <a:spcPts val="0"/>
              </a:spcBef>
              <a:buSzPts val="3000"/>
            </a:pPr>
            <a:r>
              <a:rPr lang="en-US" sz="1800" dirty="0">
                <a:latin typeface="Atkinson Hyperlegible Next"/>
                <a:ea typeface="Arial"/>
                <a:cs typeface="Arial"/>
                <a:sym typeface="Arial"/>
              </a:rPr>
              <a:t>Timers</a:t>
            </a:r>
          </a:p>
          <a:p>
            <a:pPr marL="285750" indent="-285750">
              <a:lnSpc>
                <a:spcPct val="100000"/>
              </a:lnSpc>
              <a:spcBef>
                <a:spcPts val="0"/>
              </a:spcBef>
              <a:buSzPts val="3000"/>
            </a:pPr>
            <a:r>
              <a:rPr lang="en-US" sz="1800" dirty="0">
                <a:latin typeface="Atkinson Hyperlegible Next"/>
                <a:ea typeface="Arial"/>
                <a:cs typeface="Arial"/>
                <a:sym typeface="Arial"/>
              </a:rPr>
              <a:t>ADC (Analog-to-Digital Converter)</a:t>
            </a:r>
          </a:p>
          <a:p>
            <a:pPr marL="285750" indent="-285750">
              <a:lnSpc>
                <a:spcPct val="100000"/>
              </a:lnSpc>
              <a:spcBef>
                <a:spcPts val="0"/>
              </a:spcBef>
              <a:buSzPts val="3000"/>
            </a:pPr>
            <a:r>
              <a:rPr lang="en-US" sz="1800" dirty="0">
                <a:latin typeface="Atkinson Hyperlegible Next"/>
                <a:ea typeface="Arial"/>
                <a:cs typeface="Arial"/>
                <a:sym typeface="Arial"/>
              </a:rPr>
              <a:t>PWM (Pulse Width Modulation)</a:t>
            </a:r>
          </a:p>
          <a:p>
            <a:pPr marL="285750" indent="-285750">
              <a:lnSpc>
                <a:spcPct val="100000"/>
              </a:lnSpc>
              <a:spcBef>
                <a:spcPts val="0"/>
              </a:spcBef>
              <a:buSzPts val="3000"/>
            </a:pPr>
            <a:r>
              <a:rPr lang="en-US" sz="1800" dirty="0">
                <a:latin typeface="Atkinson Hyperlegible Next"/>
                <a:ea typeface="Arial"/>
                <a:cs typeface="Arial"/>
                <a:sym typeface="Arial"/>
              </a:rPr>
              <a:t>SPI (Serial Peripheral Interface)</a:t>
            </a:r>
          </a:p>
          <a:p>
            <a:pPr marL="0" indent="0">
              <a:lnSpc>
                <a:spcPct val="100000"/>
              </a:lnSpc>
              <a:spcBef>
                <a:spcPts val="0"/>
              </a:spcBef>
              <a:buSzPts val="3000"/>
              <a:buNone/>
            </a:pPr>
            <a:endParaRPr lang="en-US" sz="1800" dirty="0">
              <a:latin typeface="Atkinson Hyperlegible Next"/>
              <a:ea typeface="Arial"/>
              <a:cs typeface="Arial"/>
              <a:sym typeface="Arial"/>
            </a:endParaRPr>
          </a:p>
          <a:p>
            <a:pPr marL="0" indent="0">
              <a:lnSpc>
                <a:spcPct val="100000"/>
              </a:lnSpc>
              <a:spcBef>
                <a:spcPts val="0"/>
              </a:spcBef>
              <a:buSzPts val="3000"/>
              <a:buNone/>
            </a:pPr>
            <a:r>
              <a:rPr lang="en-US" sz="1800" dirty="0">
                <a:latin typeface="Atkinson Hyperlegible Next"/>
                <a:ea typeface="Arial"/>
                <a:cs typeface="Arial"/>
                <a:sym typeface="Arial"/>
              </a:rPr>
              <a:t>Each peripheral has a Read (DAT), Write (SET), Clear (CLEAR) and Toggle (TOGGLE) register.</a:t>
            </a:r>
          </a:p>
          <a:p>
            <a:pPr marL="0" indent="0">
              <a:lnSpc>
                <a:spcPct val="100000"/>
              </a:lnSpc>
              <a:spcBef>
                <a:spcPts val="0"/>
              </a:spcBef>
              <a:buSzPts val="3000"/>
              <a:buNone/>
            </a:pPr>
            <a:endParaRPr lang="en-US" sz="1800" dirty="0">
              <a:latin typeface="Atkinson Hyperlegible Next"/>
              <a:ea typeface="Arial"/>
              <a:cs typeface="Arial"/>
              <a:sym typeface="Arial"/>
            </a:endParaRPr>
          </a:p>
          <a:p>
            <a:pPr marL="114300" indent="0" algn="l">
              <a:buNone/>
            </a:pPr>
            <a:r>
              <a:rPr lang="en-US" sz="1800" dirty="0">
                <a:solidFill>
                  <a:srgbClr val="000000"/>
                </a:solidFill>
                <a:latin typeface="Consolas" panose="020B0609020204030204" pitchFamily="49" charset="0"/>
              </a:rPr>
              <a:t>GpioDataRegs.</a:t>
            </a:r>
            <a:r>
              <a:rPr lang="en-US" sz="1800" dirty="0">
                <a:solidFill>
                  <a:srgbClr val="0000C0"/>
                </a:solidFill>
                <a:latin typeface="Consolas" panose="020B0609020204030204" pitchFamily="49" charset="0"/>
              </a:rPr>
              <a:t>GPBDAT</a:t>
            </a:r>
            <a:r>
              <a:rPr lang="en-US" sz="1800" dirty="0">
                <a:solidFill>
                  <a:srgbClr val="000000"/>
                </a:solidFill>
                <a:latin typeface="Consolas" panose="020B0609020204030204" pitchFamily="49" charset="0"/>
              </a:rPr>
              <a:t>.</a:t>
            </a:r>
            <a:r>
              <a:rPr lang="en-US" sz="1800" dirty="0">
                <a:solidFill>
                  <a:srgbClr val="0000C0"/>
                </a:solidFill>
                <a:latin typeface="Consolas" panose="020B0609020204030204" pitchFamily="49" charset="0"/>
              </a:rPr>
              <a:t>bit</a:t>
            </a:r>
            <a:r>
              <a:rPr lang="en-US" sz="1800" dirty="0">
                <a:solidFill>
                  <a:srgbClr val="000000"/>
                </a:solidFill>
                <a:latin typeface="Consolas" panose="020B0609020204030204" pitchFamily="49" charset="0"/>
              </a:rPr>
              <a:t>.</a:t>
            </a:r>
            <a:r>
              <a:rPr lang="en-US" sz="1800" dirty="0">
                <a:solidFill>
                  <a:srgbClr val="0000C0"/>
                </a:solidFill>
                <a:latin typeface="Consolas" panose="020B0609020204030204" pitchFamily="49" charset="0"/>
              </a:rPr>
              <a:t>GPIO37</a:t>
            </a:r>
            <a:r>
              <a:rPr lang="en-US" sz="1800" dirty="0">
                <a:solidFill>
                  <a:srgbClr val="000000"/>
                </a:solidFill>
                <a:latin typeface="Consolas" panose="020B0609020204030204" pitchFamily="49" charset="0"/>
              </a:rPr>
              <a:t>; </a:t>
            </a:r>
            <a:r>
              <a:rPr lang="en-US" sz="1800" dirty="0">
                <a:solidFill>
                  <a:srgbClr val="3F7F5F"/>
                </a:solidFill>
                <a:latin typeface="Consolas" panose="020B0609020204030204" pitchFamily="49" charset="0"/>
              </a:rPr>
              <a:t>// Do not use to set</a:t>
            </a:r>
          </a:p>
          <a:p>
            <a:pPr marL="114300" indent="0" algn="l">
              <a:buNone/>
            </a:pPr>
            <a:r>
              <a:rPr lang="en-US" sz="1800" dirty="0">
                <a:solidFill>
                  <a:srgbClr val="000000"/>
                </a:solidFill>
                <a:latin typeface="Consolas" panose="020B0609020204030204" pitchFamily="49" charset="0"/>
              </a:rPr>
              <a:t>GpioDataRegs.</a:t>
            </a:r>
            <a:r>
              <a:rPr lang="en-US" sz="1800" dirty="0">
                <a:solidFill>
                  <a:srgbClr val="0000C0"/>
                </a:solidFill>
                <a:latin typeface="Consolas" panose="020B0609020204030204" pitchFamily="49" charset="0"/>
              </a:rPr>
              <a:t>GPBSET</a:t>
            </a:r>
            <a:r>
              <a:rPr lang="en-US" sz="1800" dirty="0">
                <a:solidFill>
                  <a:srgbClr val="000000"/>
                </a:solidFill>
                <a:latin typeface="Consolas" panose="020B0609020204030204" pitchFamily="49" charset="0"/>
              </a:rPr>
              <a:t>.</a:t>
            </a:r>
            <a:r>
              <a:rPr lang="en-US" sz="1800" dirty="0">
                <a:solidFill>
                  <a:srgbClr val="0000C0"/>
                </a:solidFill>
                <a:latin typeface="Consolas" panose="020B0609020204030204" pitchFamily="49" charset="0"/>
              </a:rPr>
              <a:t>bit</a:t>
            </a:r>
            <a:r>
              <a:rPr lang="en-US" sz="1800" dirty="0">
                <a:solidFill>
                  <a:srgbClr val="000000"/>
                </a:solidFill>
                <a:latin typeface="Consolas" panose="020B0609020204030204" pitchFamily="49" charset="0"/>
              </a:rPr>
              <a:t>.</a:t>
            </a:r>
            <a:r>
              <a:rPr lang="en-US" sz="1800" dirty="0">
                <a:solidFill>
                  <a:srgbClr val="0000C0"/>
                </a:solidFill>
                <a:latin typeface="Consolas" panose="020B0609020204030204" pitchFamily="49" charset="0"/>
              </a:rPr>
              <a:t>GPIO37</a:t>
            </a:r>
            <a:r>
              <a:rPr lang="en-US" sz="1800" dirty="0">
                <a:solidFill>
                  <a:srgbClr val="000000"/>
                </a:solidFill>
                <a:latin typeface="Consolas" panose="020B0609020204030204" pitchFamily="49" charset="0"/>
              </a:rPr>
              <a:t> = 1; </a:t>
            </a:r>
            <a:r>
              <a:rPr lang="en-US" sz="1800" dirty="0">
                <a:solidFill>
                  <a:srgbClr val="3F7F5F"/>
                </a:solidFill>
                <a:latin typeface="Consolas" panose="020B0609020204030204" pitchFamily="49" charset="0"/>
              </a:rPr>
              <a:t>// Sets GPIO37 to 1</a:t>
            </a:r>
          </a:p>
          <a:p>
            <a:pPr marL="114300" indent="0" algn="l">
              <a:buNone/>
            </a:pPr>
            <a:r>
              <a:rPr lang="en-US" sz="1800" dirty="0">
                <a:solidFill>
                  <a:srgbClr val="000000"/>
                </a:solidFill>
                <a:latin typeface="Consolas" panose="020B0609020204030204" pitchFamily="49" charset="0"/>
              </a:rPr>
              <a:t>GpioDataRegs.</a:t>
            </a:r>
            <a:r>
              <a:rPr lang="en-US" sz="1800" dirty="0">
                <a:solidFill>
                  <a:srgbClr val="0000C0"/>
                </a:solidFill>
                <a:latin typeface="Consolas" panose="020B0609020204030204" pitchFamily="49" charset="0"/>
              </a:rPr>
              <a:t>GPBCLEAR</a:t>
            </a:r>
            <a:r>
              <a:rPr lang="en-US" sz="1800" dirty="0">
                <a:solidFill>
                  <a:srgbClr val="000000"/>
                </a:solidFill>
                <a:latin typeface="Consolas" panose="020B0609020204030204" pitchFamily="49" charset="0"/>
              </a:rPr>
              <a:t>.</a:t>
            </a:r>
            <a:r>
              <a:rPr lang="en-US" sz="1800" dirty="0">
                <a:solidFill>
                  <a:srgbClr val="0000C0"/>
                </a:solidFill>
                <a:latin typeface="Consolas" panose="020B0609020204030204" pitchFamily="49" charset="0"/>
              </a:rPr>
              <a:t>bit</a:t>
            </a:r>
            <a:r>
              <a:rPr lang="en-US" sz="1800" dirty="0">
                <a:solidFill>
                  <a:srgbClr val="000000"/>
                </a:solidFill>
                <a:latin typeface="Consolas" panose="020B0609020204030204" pitchFamily="49" charset="0"/>
              </a:rPr>
              <a:t>.</a:t>
            </a:r>
            <a:r>
              <a:rPr lang="en-US" sz="1800" dirty="0">
                <a:solidFill>
                  <a:srgbClr val="0000C0"/>
                </a:solidFill>
                <a:latin typeface="Consolas" panose="020B0609020204030204" pitchFamily="49" charset="0"/>
              </a:rPr>
              <a:t>GPIO37</a:t>
            </a:r>
            <a:r>
              <a:rPr lang="en-US" sz="1800" dirty="0">
                <a:solidFill>
                  <a:srgbClr val="000000"/>
                </a:solidFill>
                <a:latin typeface="Consolas" panose="020B0609020204030204" pitchFamily="49" charset="0"/>
              </a:rPr>
              <a:t> = 1; </a:t>
            </a:r>
            <a:r>
              <a:rPr lang="en-US" sz="1800" dirty="0">
                <a:solidFill>
                  <a:srgbClr val="3F7F5F"/>
                </a:solidFill>
                <a:latin typeface="Consolas" panose="020B0609020204030204" pitchFamily="49" charset="0"/>
              </a:rPr>
              <a:t>// Sets GPIO37 to 0</a:t>
            </a:r>
          </a:p>
          <a:p>
            <a:pPr marL="114300" indent="0" algn="l">
              <a:buNone/>
            </a:pPr>
            <a:r>
              <a:rPr lang="en-US" sz="1800" dirty="0">
                <a:solidFill>
                  <a:srgbClr val="000000"/>
                </a:solidFill>
                <a:latin typeface="Consolas" panose="020B0609020204030204" pitchFamily="49" charset="0"/>
              </a:rPr>
              <a:t>GpioDataRegs.</a:t>
            </a:r>
            <a:r>
              <a:rPr lang="en-US" sz="1800" dirty="0">
                <a:solidFill>
                  <a:srgbClr val="0000C0"/>
                </a:solidFill>
                <a:latin typeface="Consolas" panose="020B0609020204030204" pitchFamily="49" charset="0"/>
              </a:rPr>
              <a:t>GPBTOGGLE</a:t>
            </a:r>
            <a:r>
              <a:rPr lang="en-US" sz="1800" dirty="0">
                <a:solidFill>
                  <a:srgbClr val="000000"/>
                </a:solidFill>
                <a:latin typeface="Consolas" panose="020B0609020204030204" pitchFamily="49" charset="0"/>
              </a:rPr>
              <a:t>.</a:t>
            </a:r>
            <a:r>
              <a:rPr lang="en-US" sz="1800" dirty="0">
                <a:solidFill>
                  <a:srgbClr val="0000C0"/>
                </a:solidFill>
                <a:latin typeface="Consolas" panose="020B0609020204030204" pitchFamily="49" charset="0"/>
              </a:rPr>
              <a:t>bit</a:t>
            </a:r>
            <a:r>
              <a:rPr lang="en-US" sz="1800" dirty="0">
                <a:solidFill>
                  <a:srgbClr val="000000"/>
                </a:solidFill>
                <a:latin typeface="Consolas" panose="020B0609020204030204" pitchFamily="49" charset="0"/>
              </a:rPr>
              <a:t>.</a:t>
            </a:r>
            <a:r>
              <a:rPr lang="en-US" sz="1800" dirty="0">
                <a:solidFill>
                  <a:srgbClr val="0000C0"/>
                </a:solidFill>
                <a:latin typeface="Consolas" panose="020B0609020204030204" pitchFamily="49" charset="0"/>
              </a:rPr>
              <a:t>GPIO37</a:t>
            </a:r>
            <a:r>
              <a:rPr lang="en-US" sz="1800" dirty="0">
                <a:solidFill>
                  <a:srgbClr val="000000"/>
                </a:solidFill>
                <a:latin typeface="Consolas" panose="020B0609020204030204" pitchFamily="49" charset="0"/>
              </a:rPr>
              <a:t> = 1; </a:t>
            </a:r>
            <a:r>
              <a:rPr lang="en-US" sz="1800" dirty="0">
                <a:solidFill>
                  <a:srgbClr val="3F7F5F"/>
                </a:solidFill>
                <a:latin typeface="Consolas" panose="020B0609020204030204" pitchFamily="49" charset="0"/>
              </a:rPr>
              <a:t>// Sets GPIO37 to 0-&gt;1</a:t>
            </a:r>
            <a:endParaRPr lang="en-US" sz="1800" dirty="0">
              <a:latin typeface="Atkinson Hyperlegible Next"/>
              <a:ea typeface="Arial"/>
              <a:cs typeface="Arial"/>
              <a:sym typeface="Arial"/>
            </a:endParaRPr>
          </a:p>
        </p:txBody>
      </p:sp>
      <p:sp>
        <p:nvSpPr>
          <p:cNvPr id="119" name="Google Shape;119;p29">
            <a:extLst>
              <a:ext uri="{FF2B5EF4-FFF2-40B4-BE49-F238E27FC236}">
                <a16:creationId xmlns:a16="http://schemas.microsoft.com/office/drawing/2014/main" id="{0AEDED1B-5C8B-C160-2651-3A0A180B260E}"/>
              </a:ext>
            </a:extLst>
          </p:cNvPr>
          <p:cNvSpPr/>
          <p:nvPr/>
        </p:nvSpPr>
        <p:spPr>
          <a:xfrm rot="10800000" flipH="1">
            <a:off x="0" y="0"/>
            <a:ext cx="12192000" cy="868220"/>
          </a:xfrm>
          <a:prstGeom prst="rect">
            <a:avLst/>
          </a:prstGeom>
          <a:solidFill>
            <a:srgbClr val="13294B"/>
          </a:solidFill>
          <a:ln>
            <a:noFill/>
          </a:ln>
        </p:spPr>
        <p:txBody>
          <a:bodyPr spcFirstLastPara="1" wrap="square" lIns="91425" tIns="45700" rIns="91425" bIns="45700" anchor="ctr" anchorCtr="0">
            <a:noAutofit/>
          </a:bodyPr>
          <a:lstStyle/>
          <a:p>
            <a:pPr marL="0" marR="0" lvl="0" indent="0" algn="ctr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1800"/>
              <a:buFont typeface="Calibri"/>
              <a:buNone/>
            </a:pPr>
            <a:endParaRPr sz="1800" b="0" i="0" u="none" strike="noStrike" cap="none">
              <a:solidFill>
                <a:srgbClr val="13294B"/>
              </a:solidFill>
              <a:latin typeface="Atkinson Hyperlegible Next"/>
              <a:ea typeface="Calibri"/>
              <a:cs typeface="Calibri"/>
              <a:sym typeface="Calibri"/>
            </a:endParaRPr>
          </a:p>
        </p:txBody>
      </p:sp>
      <p:sp>
        <p:nvSpPr>
          <p:cNvPr id="120" name="Google Shape;120;p29">
            <a:extLst>
              <a:ext uri="{FF2B5EF4-FFF2-40B4-BE49-F238E27FC236}">
                <a16:creationId xmlns:a16="http://schemas.microsoft.com/office/drawing/2014/main" id="{79BBFFC7-9325-B47F-0D01-B17383893360}"/>
              </a:ext>
            </a:extLst>
          </p:cNvPr>
          <p:cNvSpPr txBox="1"/>
          <p:nvPr/>
        </p:nvSpPr>
        <p:spPr>
          <a:xfrm>
            <a:off x="376810" y="204051"/>
            <a:ext cx="10910026" cy="461624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t" anchorCtr="0">
            <a:spAutoFit/>
          </a:bodyPr>
          <a:lstStyle/>
          <a:p>
            <a:pPr marL="0" marR="0" lvl="0" indent="0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2400"/>
              <a:buFont typeface="Arial"/>
              <a:buNone/>
            </a:pPr>
            <a:r>
              <a:rPr lang="en-US" sz="2400" b="0" i="0" u="none" strike="noStrike" cap="none" dirty="0">
                <a:solidFill>
                  <a:schemeClr val="lt1"/>
                </a:solidFill>
                <a:latin typeface="Atkinson Hyperlegible Next"/>
                <a:ea typeface="Arial"/>
                <a:cs typeface="Arial"/>
                <a:sym typeface="Arial"/>
              </a:rPr>
              <a:t>Peripheral Registers</a:t>
            </a:r>
            <a:endParaRPr sz="2400" b="0" i="0" u="none" strike="noStrike" cap="none" dirty="0">
              <a:solidFill>
                <a:schemeClr val="lt1"/>
              </a:solidFill>
              <a:latin typeface="Atkinson Hyperlegible Next"/>
              <a:ea typeface="Arial"/>
              <a:cs typeface="Arial"/>
              <a:sym typeface="Arial"/>
            </a:endParaRPr>
          </a:p>
        </p:txBody>
      </p:sp>
      <p:pic>
        <p:nvPicPr>
          <p:cNvPr id="121" name="Google Shape;121;p29">
            <a:extLst>
              <a:ext uri="{FF2B5EF4-FFF2-40B4-BE49-F238E27FC236}">
                <a16:creationId xmlns:a16="http://schemas.microsoft.com/office/drawing/2014/main" id="{52A6F078-9316-17CF-4FBB-DDD54C30ED7F}"/>
              </a:ext>
            </a:extLst>
          </p:cNvPr>
          <p:cNvPicPr preferRelativeResize="0"/>
          <p:nvPr/>
        </p:nvPicPr>
        <p:blipFill rotWithShape="1">
          <a:blip r:embed="rId3">
            <a:alphaModFix/>
          </a:blip>
          <a:srcRect/>
          <a:stretch/>
        </p:blipFill>
        <p:spPr>
          <a:xfrm>
            <a:off x="11557509" y="233819"/>
            <a:ext cx="271308" cy="389810"/>
          </a:xfrm>
          <a:prstGeom prst="rect">
            <a:avLst/>
          </a:prstGeom>
          <a:noFill/>
          <a:ln>
            <a:noFill/>
          </a:ln>
        </p:spPr>
      </p:pic>
      <p:sp>
        <p:nvSpPr>
          <p:cNvPr id="122" name="Google Shape;122;p29">
            <a:extLst>
              <a:ext uri="{FF2B5EF4-FFF2-40B4-BE49-F238E27FC236}">
                <a16:creationId xmlns:a16="http://schemas.microsoft.com/office/drawing/2014/main" id="{76A279C1-FA22-DE07-9360-A9F0E8C9A0A9}"/>
              </a:ext>
            </a:extLst>
          </p:cNvPr>
          <p:cNvSpPr txBox="1"/>
          <p:nvPr/>
        </p:nvSpPr>
        <p:spPr>
          <a:xfrm>
            <a:off x="9335597" y="6524381"/>
            <a:ext cx="2473415" cy="230792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t" anchorCtr="0">
            <a:spAutoFit/>
          </a:bodyPr>
          <a:lstStyle/>
          <a:p>
            <a:pPr marL="0" marR="0" lvl="0" indent="0" algn="r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en-US" sz="900" b="0" i="0" u="none" strike="noStrike" cap="none">
                <a:solidFill>
                  <a:srgbClr val="13294B"/>
                </a:solidFill>
                <a:latin typeface="Atkinson Hyperlegible Next"/>
                <a:ea typeface="Arial"/>
                <a:cs typeface="Arial"/>
                <a:sym typeface="Arial"/>
              </a:rPr>
              <a:t>GRAINGER ENGINEERING</a:t>
            </a:r>
            <a:endParaRPr/>
          </a:p>
        </p:txBody>
      </p:sp>
      <p:sp>
        <p:nvSpPr>
          <p:cNvPr id="123" name="Google Shape;123;p29">
            <a:extLst>
              <a:ext uri="{FF2B5EF4-FFF2-40B4-BE49-F238E27FC236}">
                <a16:creationId xmlns:a16="http://schemas.microsoft.com/office/drawing/2014/main" id="{D4FE2136-3D5F-F855-B829-53B490A7D55E}"/>
              </a:ext>
            </a:extLst>
          </p:cNvPr>
          <p:cNvSpPr txBox="1"/>
          <p:nvPr/>
        </p:nvSpPr>
        <p:spPr>
          <a:xfrm>
            <a:off x="376807" y="6524381"/>
            <a:ext cx="7991337" cy="230792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t" anchorCtr="0">
            <a:spAutoFit/>
          </a:bodyPr>
          <a:lstStyle/>
          <a:p>
            <a:pPr marL="0" marR="0" lvl="0" indent="0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en-US" sz="900" dirty="0">
                <a:solidFill>
                  <a:srgbClr val="13294B"/>
                </a:solidFill>
              </a:rPr>
              <a:t>SYSTEMS ENGINEERING </a:t>
            </a:r>
            <a:endParaRPr dirty="0"/>
          </a:p>
        </p:txBody>
      </p:sp>
      <p:grpSp>
        <p:nvGrpSpPr>
          <p:cNvPr id="124" name="Google Shape;124;p29">
            <a:extLst>
              <a:ext uri="{FF2B5EF4-FFF2-40B4-BE49-F238E27FC236}">
                <a16:creationId xmlns:a16="http://schemas.microsoft.com/office/drawing/2014/main" id="{E4D6CCAB-0EAE-E661-F22B-859622804C64}"/>
              </a:ext>
            </a:extLst>
          </p:cNvPr>
          <p:cNvGrpSpPr/>
          <p:nvPr/>
        </p:nvGrpSpPr>
        <p:grpSpPr>
          <a:xfrm>
            <a:off x="4066674" y="6601537"/>
            <a:ext cx="5233412" cy="70446"/>
            <a:chOff x="4033424" y="6601537"/>
            <a:chExt cx="5233412" cy="70446"/>
          </a:xfrm>
        </p:grpSpPr>
        <p:cxnSp>
          <p:nvCxnSpPr>
            <p:cNvPr id="125" name="Google Shape;125;p29">
              <a:extLst>
                <a:ext uri="{FF2B5EF4-FFF2-40B4-BE49-F238E27FC236}">
                  <a16:creationId xmlns:a16="http://schemas.microsoft.com/office/drawing/2014/main" id="{7B2DFE9D-6060-ECCC-55AB-4C2BAFB23C81}"/>
                </a:ext>
              </a:extLst>
            </p:cNvPr>
            <p:cNvCxnSpPr/>
            <p:nvPr/>
          </p:nvCxnSpPr>
          <p:spPr>
            <a:xfrm rot="10800000">
              <a:off x="4033424" y="6639606"/>
              <a:ext cx="5164651" cy="0"/>
            </a:xfrm>
            <a:prstGeom prst="straightConnector1">
              <a:avLst/>
            </a:prstGeom>
            <a:noFill/>
            <a:ln w="9525" cap="flat" cmpd="sng">
              <a:solidFill>
                <a:srgbClr val="13294B"/>
              </a:solidFill>
              <a:prstDash val="solid"/>
              <a:round/>
              <a:headEnd type="none" w="sm" len="sm"/>
              <a:tailEnd type="none" w="sm" len="sm"/>
            </a:ln>
          </p:spPr>
        </p:cxnSp>
        <p:sp>
          <p:nvSpPr>
            <p:cNvPr id="126" name="Google Shape;126;p29">
              <a:extLst>
                <a:ext uri="{FF2B5EF4-FFF2-40B4-BE49-F238E27FC236}">
                  <a16:creationId xmlns:a16="http://schemas.microsoft.com/office/drawing/2014/main" id="{5B58E183-4506-ED5C-B449-60BC6FC6D28F}"/>
                </a:ext>
              </a:extLst>
            </p:cNvPr>
            <p:cNvSpPr/>
            <p:nvPr/>
          </p:nvSpPr>
          <p:spPr>
            <a:xfrm>
              <a:off x="9196390" y="6601537"/>
              <a:ext cx="70446" cy="70446"/>
            </a:xfrm>
            <a:prstGeom prst="ellipse">
              <a:avLst/>
            </a:prstGeom>
            <a:solidFill>
              <a:srgbClr val="13294B"/>
            </a:solidFill>
            <a:ln>
              <a:noFill/>
            </a:ln>
          </p:spPr>
          <p:txBody>
            <a:bodyPr spcFirstLastPara="1" wrap="square" lIns="91425" tIns="45700" rIns="91425" bIns="45700" anchor="ctr" anchorCtr="0">
              <a:noAutofit/>
            </a:bodyPr>
            <a:lstStyle/>
            <a:p>
              <a:pPr marL="0" marR="0" lvl="0" indent="0" algn="ctr" rtl="0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None/>
              </a:pPr>
              <a:endParaRPr sz="1400" b="0" i="0" u="none" strike="noStrike" cap="none">
                <a:solidFill>
                  <a:srgbClr val="13294B"/>
                </a:solidFill>
                <a:latin typeface="Atkinson Hyperlegible Next"/>
                <a:ea typeface="Arial"/>
                <a:cs typeface="Arial"/>
                <a:sym typeface="Arial"/>
              </a:endParaRPr>
            </a:p>
          </p:txBody>
        </p:sp>
      </p:grpSp>
    </p:spTree>
    <p:extLst>
      <p:ext uri="{BB962C8B-B14F-4D97-AF65-F5344CB8AC3E}">
        <p14:creationId xmlns:p14="http://schemas.microsoft.com/office/powerpoint/2010/main" val="4263810036"/>
      </p:ext>
    </p:extLst>
  </p:cSld>
  <p:clrMapOvr>
    <a:masterClrMapping/>
  </p:clrMapOvr>
</p:sld>
</file>

<file path=ppt/slides/slide14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Shape 117">
          <a:extLst>
            <a:ext uri="{FF2B5EF4-FFF2-40B4-BE49-F238E27FC236}">
              <a16:creationId xmlns:a16="http://schemas.microsoft.com/office/drawing/2014/main" id="{B20F0EF0-9C72-2574-550B-51A640D6966D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18" name="Google Shape;118;p29">
            <a:extLst>
              <a:ext uri="{FF2B5EF4-FFF2-40B4-BE49-F238E27FC236}">
                <a16:creationId xmlns:a16="http://schemas.microsoft.com/office/drawing/2014/main" id="{22CC2D72-48DF-7031-8F5D-879528208FCF}"/>
              </a:ext>
            </a:extLst>
          </p:cNvPr>
          <p:cNvSpPr txBox="1">
            <a:spLocks noGrp="1"/>
          </p:cNvSpPr>
          <p:nvPr>
            <p:ph type="body" idx="1"/>
          </p:nvPr>
        </p:nvSpPr>
        <p:spPr>
          <a:xfrm>
            <a:off x="376809" y="1334279"/>
            <a:ext cx="11177401" cy="4821102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t" anchorCtr="0">
            <a:noAutofit/>
          </a:bodyPr>
          <a:lstStyle/>
          <a:p>
            <a:pPr marL="0" indent="0">
              <a:lnSpc>
                <a:spcPct val="100000"/>
              </a:lnSpc>
              <a:spcBef>
                <a:spcPts val="0"/>
              </a:spcBef>
              <a:buSzPts val="3000"/>
              <a:buNone/>
            </a:pPr>
            <a:r>
              <a:rPr lang="en-US" sz="1800" dirty="0">
                <a:latin typeface="Atkinson Hyperlegible Next"/>
                <a:ea typeface="Arial"/>
                <a:cs typeface="Arial"/>
                <a:sym typeface="Arial"/>
              </a:rPr>
              <a:t>There are problems that arise from writing directly to DAT</a:t>
            </a:r>
          </a:p>
          <a:p>
            <a:pPr marL="0" indent="0">
              <a:lnSpc>
                <a:spcPct val="100000"/>
              </a:lnSpc>
              <a:spcBef>
                <a:spcPts val="0"/>
              </a:spcBef>
              <a:buSzPts val="3000"/>
              <a:buNone/>
            </a:pPr>
            <a:endParaRPr lang="en-US" sz="1800" dirty="0">
              <a:latin typeface="Atkinson Hyperlegible Next"/>
              <a:ea typeface="Arial"/>
              <a:cs typeface="Arial"/>
              <a:sym typeface="Arial"/>
            </a:endParaRPr>
          </a:p>
          <a:p>
            <a:pPr marL="0" indent="0">
              <a:lnSpc>
                <a:spcPct val="100000"/>
              </a:lnSpc>
              <a:spcBef>
                <a:spcPts val="0"/>
              </a:spcBef>
              <a:buSzPts val="3000"/>
              <a:buNone/>
            </a:pPr>
            <a:r>
              <a:rPr lang="en-US" sz="1800" dirty="0">
                <a:latin typeface="Atkinson Hyperlegible Next"/>
                <a:ea typeface="Arial"/>
                <a:cs typeface="Arial"/>
                <a:sym typeface="Arial"/>
              </a:rPr>
              <a:t>Writing to DAT requires,</a:t>
            </a:r>
          </a:p>
          <a:p>
            <a:pPr marL="0" indent="0">
              <a:lnSpc>
                <a:spcPct val="100000"/>
              </a:lnSpc>
              <a:spcBef>
                <a:spcPts val="0"/>
              </a:spcBef>
              <a:buSzPts val="3000"/>
              <a:buNone/>
            </a:pPr>
            <a:endParaRPr lang="en-US" sz="1800" dirty="0">
              <a:latin typeface="Atkinson Hyperlegible Next"/>
              <a:ea typeface="Arial"/>
              <a:cs typeface="Arial"/>
              <a:sym typeface="Arial"/>
            </a:endParaRPr>
          </a:p>
          <a:p>
            <a:pPr marL="342900">
              <a:lnSpc>
                <a:spcPct val="100000"/>
              </a:lnSpc>
              <a:spcBef>
                <a:spcPts val="0"/>
              </a:spcBef>
              <a:buSzPts val="3000"/>
              <a:buAutoNum type="arabicPeriod"/>
            </a:pPr>
            <a:r>
              <a:rPr lang="en-US" sz="1800" dirty="0">
                <a:latin typeface="Atkinson Hyperlegible Next"/>
                <a:ea typeface="Arial"/>
                <a:cs typeface="Arial"/>
                <a:sym typeface="Arial"/>
              </a:rPr>
              <a:t>Read</a:t>
            </a:r>
          </a:p>
          <a:p>
            <a:pPr marL="342900">
              <a:lnSpc>
                <a:spcPct val="100000"/>
              </a:lnSpc>
              <a:spcBef>
                <a:spcPts val="0"/>
              </a:spcBef>
              <a:buSzPts val="3000"/>
              <a:buAutoNum type="arabicPeriod"/>
            </a:pPr>
            <a:r>
              <a:rPr lang="en-US" sz="1800" dirty="0">
                <a:latin typeface="Atkinson Hyperlegible Next"/>
                <a:ea typeface="Arial"/>
                <a:cs typeface="Arial"/>
                <a:sym typeface="Arial"/>
              </a:rPr>
              <a:t>Modify</a:t>
            </a:r>
          </a:p>
          <a:p>
            <a:pPr marL="342900">
              <a:lnSpc>
                <a:spcPct val="100000"/>
              </a:lnSpc>
              <a:spcBef>
                <a:spcPts val="0"/>
              </a:spcBef>
              <a:buSzPts val="3000"/>
              <a:buAutoNum type="arabicPeriod"/>
            </a:pPr>
            <a:r>
              <a:rPr lang="en-US" sz="1800" dirty="0">
                <a:latin typeface="Atkinson Hyperlegible Next"/>
                <a:ea typeface="Arial"/>
                <a:cs typeface="Arial"/>
                <a:sym typeface="Arial"/>
              </a:rPr>
              <a:t>Write</a:t>
            </a:r>
          </a:p>
          <a:p>
            <a:pPr marL="342900">
              <a:lnSpc>
                <a:spcPct val="100000"/>
              </a:lnSpc>
              <a:spcBef>
                <a:spcPts val="0"/>
              </a:spcBef>
              <a:buSzPts val="3000"/>
              <a:buAutoNum type="arabicPeriod"/>
            </a:pPr>
            <a:endParaRPr lang="en-US" sz="1800" dirty="0">
              <a:latin typeface="Atkinson Hyperlegible Next"/>
              <a:ea typeface="Arial"/>
              <a:cs typeface="Arial"/>
              <a:sym typeface="Arial"/>
            </a:endParaRPr>
          </a:p>
          <a:p>
            <a:pPr marL="0" indent="0">
              <a:lnSpc>
                <a:spcPct val="100000"/>
              </a:lnSpc>
              <a:spcBef>
                <a:spcPts val="0"/>
              </a:spcBef>
              <a:buSzPts val="3000"/>
              <a:buNone/>
            </a:pPr>
            <a:r>
              <a:rPr lang="en-US" sz="1800" dirty="0">
                <a:latin typeface="Atkinson Hyperlegible Next"/>
                <a:ea typeface="Arial"/>
                <a:cs typeface="Arial"/>
                <a:sym typeface="Arial"/>
              </a:rPr>
              <a:t>An interrupt ( code that runs on certain events ) can run between these steps and corrupt data</a:t>
            </a:r>
          </a:p>
          <a:p>
            <a:pPr marL="0" indent="0">
              <a:lnSpc>
                <a:spcPct val="100000"/>
              </a:lnSpc>
              <a:spcBef>
                <a:spcPts val="0"/>
              </a:spcBef>
              <a:buSzPts val="3000"/>
              <a:buNone/>
            </a:pPr>
            <a:endParaRPr lang="en-US" sz="1800" dirty="0">
              <a:latin typeface="Atkinson Hyperlegible Next"/>
              <a:ea typeface="Arial"/>
              <a:cs typeface="Arial"/>
              <a:sym typeface="Arial"/>
            </a:endParaRPr>
          </a:p>
          <a:p>
            <a:pPr marL="0" indent="0">
              <a:lnSpc>
                <a:spcPct val="100000"/>
              </a:lnSpc>
              <a:spcBef>
                <a:spcPts val="0"/>
              </a:spcBef>
              <a:buSzPts val="3000"/>
              <a:buNone/>
            </a:pPr>
            <a:r>
              <a:rPr lang="en-US" sz="1800" dirty="0">
                <a:latin typeface="Atkinson Hyperlegible Next"/>
                <a:ea typeface="Arial"/>
                <a:cs typeface="Arial"/>
                <a:sym typeface="Arial"/>
              </a:rPr>
              <a:t>SET / CLEAR registers avoid this by being </a:t>
            </a:r>
            <a:r>
              <a:rPr lang="en-US" sz="1800" b="1" dirty="0">
                <a:latin typeface="Atkinson Hyperlegible Next"/>
                <a:ea typeface="Arial"/>
                <a:cs typeface="Arial"/>
                <a:sym typeface="Arial"/>
              </a:rPr>
              <a:t>atomic </a:t>
            </a:r>
            <a:r>
              <a:rPr lang="en-US" sz="1800" dirty="0">
                <a:latin typeface="Atkinson Hyperlegible Next"/>
                <a:ea typeface="Arial"/>
                <a:cs typeface="Arial"/>
                <a:sym typeface="Arial"/>
              </a:rPr>
              <a:t>hardware operations.</a:t>
            </a:r>
          </a:p>
          <a:p>
            <a:pPr marL="0" indent="0">
              <a:lnSpc>
                <a:spcPct val="100000"/>
              </a:lnSpc>
              <a:spcBef>
                <a:spcPts val="0"/>
              </a:spcBef>
              <a:buSzPts val="3000"/>
              <a:buNone/>
            </a:pPr>
            <a:endParaRPr lang="en-US" sz="1800" dirty="0">
              <a:latin typeface="Atkinson Hyperlegible Next"/>
              <a:ea typeface="Arial"/>
              <a:cs typeface="Arial"/>
              <a:sym typeface="Arial"/>
            </a:endParaRPr>
          </a:p>
          <a:p>
            <a:pPr marL="0" indent="0">
              <a:lnSpc>
                <a:spcPct val="100000"/>
              </a:lnSpc>
              <a:spcBef>
                <a:spcPts val="0"/>
              </a:spcBef>
              <a:buSzPts val="3000"/>
              <a:buNone/>
            </a:pPr>
            <a:r>
              <a:rPr lang="en-US" sz="1800" dirty="0">
                <a:latin typeface="Atkinson Hyperlegible Next"/>
                <a:ea typeface="Arial"/>
                <a:cs typeface="Arial"/>
                <a:sym typeface="Arial"/>
              </a:rPr>
              <a:t>Atomic operations guarantee that a variable will be locked during the operations and cannot be modified by anyone else during that time.</a:t>
            </a:r>
          </a:p>
        </p:txBody>
      </p:sp>
      <p:sp>
        <p:nvSpPr>
          <p:cNvPr id="119" name="Google Shape;119;p29">
            <a:extLst>
              <a:ext uri="{FF2B5EF4-FFF2-40B4-BE49-F238E27FC236}">
                <a16:creationId xmlns:a16="http://schemas.microsoft.com/office/drawing/2014/main" id="{8936E051-310E-3991-1272-A29B50D7E422}"/>
              </a:ext>
            </a:extLst>
          </p:cNvPr>
          <p:cNvSpPr/>
          <p:nvPr/>
        </p:nvSpPr>
        <p:spPr>
          <a:xfrm rot="10800000" flipH="1">
            <a:off x="0" y="0"/>
            <a:ext cx="12192000" cy="868220"/>
          </a:xfrm>
          <a:prstGeom prst="rect">
            <a:avLst/>
          </a:prstGeom>
          <a:solidFill>
            <a:srgbClr val="13294B"/>
          </a:solidFill>
          <a:ln>
            <a:noFill/>
          </a:ln>
        </p:spPr>
        <p:txBody>
          <a:bodyPr spcFirstLastPara="1" wrap="square" lIns="91425" tIns="45700" rIns="91425" bIns="45700" anchor="ctr" anchorCtr="0">
            <a:noAutofit/>
          </a:bodyPr>
          <a:lstStyle/>
          <a:p>
            <a:pPr marL="0" marR="0" lvl="0" indent="0" algn="ctr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1800"/>
              <a:buFont typeface="Calibri"/>
              <a:buNone/>
            </a:pPr>
            <a:endParaRPr sz="1800" b="0" i="0" u="none" strike="noStrike" cap="none">
              <a:solidFill>
                <a:srgbClr val="13294B"/>
              </a:solidFill>
              <a:latin typeface="Atkinson Hyperlegible Next"/>
              <a:ea typeface="Calibri"/>
              <a:cs typeface="Calibri"/>
              <a:sym typeface="Calibri"/>
            </a:endParaRPr>
          </a:p>
        </p:txBody>
      </p:sp>
      <p:sp>
        <p:nvSpPr>
          <p:cNvPr id="120" name="Google Shape;120;p29">
            <a:extLst>
              <a:ext uri="{FF2B5EF4-FFF2-40B4-BE49-F238E27FC236}">
                <a16:creationId xmlns:a16="http://schemas.microsoft.com/office/drawing/2014/main" id="{9AE28FAC-3016-0DC7-47B2-7A1F7CF1F555}"/>
              </a:ext>
            </a:extLst>
          </p:cNvPr>
          <p:cNvSpPr txBox="1"/>
          <p:nvPr/>
        </p:nvSpPr>
        <p:spPr>
          <a:xfrm>
            <a:off x="376810" y="204051"/>
            <a:ext cx="10910026" cy="461624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t" anchorCtr="0">
            <a:spAutoFit/>
          </a:bodyPr>
          <a:lstStyle/>
          <a:p>
            <a:pPr marL="0" marR="0" lvl="0" indent="0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2400"/>
              <a:buFont typeface="Arial"/>
              <a:buNone/>
            </a:pPr>
            <a:r>
              <a:rPr lang="en-US" sz="2400" dirty="0">
                <a:solidFill>
                  <a:schemeClr val="lt1"/>
                </a:solidFill>
              </a:rPr>
              <a:t>Using DAT</a:t>
            </a:r>
            <a:endParaRPr sz="2400" b="0" i="0" u="none" strike="noStrike" cap="none" dirty="0">
              <a:solidFill>
                <a:schemeClr val="lt1"/>
              </a:solidFill>
              <a:latin typeface="Atkinson Hyperlegible Next"/>
              <a:ea typeface="Arial"/>
              <a:cs typeface="Arial"/>
              <a:sym typeface="Arial"/>
            </a:endParaRPr>
          </a:p>
        </p:txBody>
      </p:sp>
      <p:pic>
        <p:nvPicPr>
          <p:cNvPr id="121" name="Google Shape;121;p29">
            <a:extLst>
              <a:ext uri="{FF2B5EF4-FFF2-40B4-BE49-F238E27FC236}">
                <a16:creationId xmlns:a16="http://schemas.microsoft.com/office/drawing/2014/main" id="{F41376A5-18FF-9EE2-2AD5-86886DEE67F4}"/>
              </a:ext>
            </a:extLst>
          </p:cNvPr>
          <p:cNvPicPr preferRelativeResize="0"/>
          <p:nvPr/>
        </p:nvPicPr>
        <p:blipFill rotWithShape="1">
          <a:blip r:embed="rId3">
            <a:alphaModFix/>
          </a:blip>
          <a:srcRect/>
          <a:stretch/>
        </p:blipFill>
        <p:spPr>
          <a:xfrm>
            <a:off x="11557509" y="233819"/>
            <a:ext cx="271308" cy="389810"/>
          </a:xfrm>
          <a:prstGeom prst="rect">
            <a:avLst/>
          </a:prstGeom>
          <a:noFill/>
          <a:ln>
            <a:noFill/>
          </a:ln>
        </p:spPr>
      </p:pic>
      <p:sp>
        <p:nvSpPr>
          <p:cNvPr id="122" name="Google Shape;122;p29">
            <a:extLst>
              <a:ext uri="{FF2B5EF4-FFF2-40B4-BE49-F238E27FC236}">
                <a16:creationId xmlns:a16="http://schemas.microsoft.com/office/drawing/2014/main" id="{EAAFE4DC-246E-0B7A-1155-2834F156A3CE}"/>
              </a:ext>
            </a:extLst>
          </p:cNvPr>
          <p:cNvSpPr txBox="1"/>
          <p:nvPr/>
        </p:nvSpPr>
        <p:spPr>
          <a:xfrm>
            <a:off x="9335597" y="6524381"/>
            <a:ext cx="2473415" cy="230792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t" anchorCtr="0">
            <a:spAutoFit/>
          </a:bodyPr>
          <a:lstStyle/>
          <a:p>
            <a:pPr marL="0" marR="0" lvl="0" indent="0" algn="r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en-US" sz="900" b="0" i="0" u="none" strike="noStrike" cap="none">
                <a:solidFill>
                  <a:srgbClr val="13294B"/>
                </a:solidFill>
                <a:latin typeface="Atkinson Hyperlegible Next"/>
                <a:ea typeface="Arial"/>
                <a:cs typeface="Arial"/>
                <a:sym typeface="Arial"/>
              </a:rPr>
              <a:t>GRAINGER ENGINEERING</a:t>
            </a:r>
            <a:endParaRPr/>
          </a:p>
        </p:txBody>
      </p:sp>
      <p:sp>
        <p:nvSpPr>
          <p:cNvPr id="123" name="Google Shape;123;p29">
            <a:extLst>
              <a:ext uri="{FF2B5EF4-FFF2-40B4-BE49-F238E27FC236}">
                <a16:creationId xmlns:a16="http://schemas.microsoft.com/office/drawing/2014/main" id="{094D38B8-B1F2-F7F3-DD1F-960665E3648D}"/>
              </a:ext>
            </a:extLst>
          </p:cNvPr>
          <p:cNvSpPr txBox="1"/>
          <p:nvPr/>
        </p:nvSpPr>
        <p:spPr>
          <a:xfrm>
            <a:off x="376807" y="6524381"/>
            <a:ext cx="7991337" cy="230792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t" anchorCtr="0">
            <a:spAutoFit/>
          </a:bodyPr>
          <a:lstStyle/>
          <a:p>
            <a:pPr marL="0" marR="0" lvl="0" indent="0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en-US" sz="900" dirty="0">
                <a:solidFill>
                  <a:srgbClr val="13294B"/>
                </a:solidFill>
              </a:rPr>
              <a:t>SYSTEMS ENGINEERING </a:t>
            </a:r>
            <a:endParaRPr dirty="0"/>
          </a:p>
        </p:txBody>
      </p:sp>
      <p:grpSp>
        <p:nvGrpSpPr>
          <p:cNvPr id="124" name="Google Shape;124;p29">
            <a:extLst>
              <a:ext uri="{FF2B5EF4-FFF2-40B4-BE49-F238E27FC236}">
                <a16:creationId xmlns:a16="http://schemas.microsoft.com/office/drawing/2014/main" id="{5B5F70D6-8D81-C290-976A-3B9666E20E29}"/>
              </a:ext>
            </a:extLst>
          </p:cNvPr>
          <p:cNvGrpSpPr/>
          <p:nvPr/>
        </p:nvGrpSpPr>
        <p:grpSpPr>
          <a:xfrm>
            <a:off x="4066674" y="6601537"/>
            <a:ext cx="5233412" cy="70446"/>
            <a:chOff x="4033424" y="6601537"/>
            <a:chExt cx="5233412" cy="70446"/>
          </a:xfrm>
        </p:grpSpPr>
        <p:cxnSp>
          <p:nvCxnSpPr>
            <p:cNvPr id="125" name="Google Shape;125;p29">
              <a:extLst>
                <a:ext uri="{FF2B5EF4-FFF2-40B4-BE49-F238E27FC236}">
                  <a16:creationId xmlns:a16="http://schemas.microsoft.com/office/drawing/2014/main" id="{A60FE89C-F235-757E-FF80-D6E77047EA1D}"/>
                </a:ext>
              </a:extLst>
            </p:cNvPr>
            <p:cNvCxnSpPr/>
            <p:nvPr/>
          </p:nvCxnSpPr>
          <p:spPr>
            <a:xfrm rot="10800000">
              <a:off x="4033424" y="6639606"/>
              <a:ext cx="5164651" cy="0"/>
            </a:xfrm>
            <a:prstGeom prst="straightConnector1">
              <a:avLst/>
            </a:prstGeom>
            <a:noFill/>
            <a:ln w="9525" cap="flat" cmpd="sng">
              <a:solidFill>
                <a:srgbClr val="13294B"/>
              </a:solidFill>
              <a:prstDash val="solid"/>
              <a:round/>
              <a:headEnd type="none" w="sm" len="sm"/>
              <a:tailEnd type="none" w="sm" len="sm"/>
            </a:ln>
          </p:spPr>
        </p:cxnSp>
        <p:sp>
          <p:nvSpPr>
            <p:cNvPr id="126" name="Google Shape;126;p29">
              <a:extLst>
                <a:ext uri="{FF2B5EF4-FFF2-40B4-BE49-F238E27FC236}">
                  <a16:creationId xmlns:a16="http://schemas.microsoft.com/office/drawing/2014/main" id="{F1ABBF27-0B75-AFF9-68BE-7AA2A40A1044}"/>
                </a:ext>
              </a:extLst>
            </p:cNvPr>
            <p:cNvSpPr/>
            <p:nvPr/>
          </p:nvSpPr>
          <p:spPr>
            <a:xfrm>
              <a:off x="9196390" y="6601537"/>
              <a:ext cx="70446" cy="70446"/>
            </a:xfrm>
            <a:prstGeom prst="ellipse">
              <a:avLst/>
            </a:prstGeom>
            <a:solidFill>
              <a:srgbClr val="13294B"/>
            </a:solidFill>
            <a:ln>
              <a:noFill/>
            </a:ln>
          </p:spPr>
          <p:txBody>
            <a:bodyPr spcFirstLastPara="1" wrap="square" lIns="91425" tIns="45700" rIns="91425" bIns="45700" anchor="ctr" anchorCtr="0">
              <a:noAutofit/>
            </a:bodyPr>
            <a:lstStyle/>
            <a:p>
              <a:pPr marL="0" marR="0" lvl="0" indent="0" algn="ctr" rtl="0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None/>
              </a:pPr>
              <a:endParaRPr sz="1400" b="0" i="0" u="none" strike="noStrike" cap="none">
                <a:solidFill>
                  <a:srgbClr val="13294B"/>
                </a:solidFill>
                <a:latin typeface="Atkinson Hyperlegible Next"/>
                <a:ea typeface="Arial"/>
                <a:cs typeface="Arial"/>
                <a:sym typeface="Arial"/>
              </a:endParaRPr>
            </a:p>
          </p:txBody>
        </p:sp>
      </p:grpSp>
    </p:spTree>
    <p:extLst>
      <p:ext uri="{BB962C8B-B14F-4D97-AF65-F5344CB8AC3E}">
        <p14:creationId xmlns:p14="http://schemas.microsoft.com/office/powerpoint/2010/main" val="224128651"/>
      </p:ext>
    </p:extLst>
  </p:cSld>
  <p:clrMapOvr>
    <a:masterClrMapping/>
  </p:clrMapOvr>
</p:sld>
</file>

<file path=ppt/slides/slide15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Shape 117">
          <a:extLst>
            <a:ext uri="{FF2B5EF4-FFF2-40B4-BE49-F238E27FC236}">
              <a16:creationId xmlns:a16="http://schemas.microsoft.com/office/drawing/2014/main" id="{7B29A7ED-CD7B-066A-E85A-D2C7A4615E4A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18" name="Google Shape;118;p29">
            <a:extLst>
              <a:ext uri="{FF2B5EF4-FFF2-40B4-BE49-F238E27FC236}">
                <a16:creationId xmlns:a16="http://schemas.microsoft.com/office/drawing/2014/main" id="{8D669D54-ACA1-0C2B-8720-D54B2F1229D4}"/>
              </a:ext>
            </a:extLst>
          </p:cNvPr>
          <p:cNvSpPr txBox="1">
            <a:spLocks noGrp="1"/>
          </p:cNvSpPr>
          <p:nvPr>
            <p:ph type="body" idx="1"/>
          </p:nvPr>
        </p:nvSpPr>
        <p:spPr>
          <a:xfrm>
            <a:off x="376809" y="1334279"/>
            <a:ext cx="11177401" cy="4821102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t" anchorCtr="0">
            <a:noAutofit/>
          </a:bodyPr>
          <a:lstStyle/>
          <a:p>
            <a:pPr marL="0" indent="0">
              <a:lnSpc>
                <a:spcPct val="100000"/>
              </a:lnSpc>
              <a:spcBef>
                <a:spcPts val="0"/>
              </a:spcBef>
              <a:buSzPts val="3000"/>
              <a:buNone/>
            </a:pPr>
            <a:r>
              <a:rPr lang="en-US" sz="1800" dirty="0">
                <a:latin typeface="Atkinson Hyperlegible Next"/>
                <a:ea typeface="Arial"/>
                <a:cs typeface="Arial"/>
                <a:sym typeface="Arial"/>
              </a:rPr>
              <a:t>Each </a:t>
            </a:r>
            <a:r>
              <a:rPr lang="en-US" sz="1800" b="1" dirty="0">
                <a:latin typeface="Atkinson Hyperlegible Next"/>
                <a:ea typeface="Arial"/>
                <a:cs typeface="Arial"/>
                <a:sym typeface="Arial"/>
              </a:rPr>
              <a:t>physical </a:t>
            </a:r>
            <a:r>
              <a:rPr lang="en-US" sz="1800" dirty="0">
                <a:latin typeface="Atkinson Hyperlegible Next"/>
                <a:ea typeface="Arial"/>
                <a:cs typeface="Arial"/>
                <a:sym typeface="Arial"/>
              </a:rPr>
              <a:t>pin can serve </a:t>
            </a:r>
            <a:r>
              <a:rPr lang="en-US" sz="1800" b="1" dirty="0">
                <a:latin typeface="Atkinson Hyperlegible Next"/>
                <a:ea typeface="Arial"/>
                <a:cs typeface="Arial"/>
                <a:sym typeface="Arial"/>
                <a:hlinkClick r:id="rId3"/>
              </a:rPr>
              <a:t>multiple functions</a:t>
            </a:r>
            <a:endParaRPr lang="en-US" sz="1800" b="1" dirty="0">
              <a:latin typeface="Atkinson Hyperlegible Next"/>
              <a:ea typeface="Arial"/>
              <a:cs typeface="Arial"/>
              <a:sym typeface="Arial"/>
            </a:endParaRPr>
          </a:p>
          <a:p>
            <a:pPr marL="0" indent="0">
              <a:lnSpc>
                <a:spcPct val="100000"/>
              </a:lnSpc>
              <a:spcBef>
                <a:spcPts val="0"/>
              </a:spcBef>
              <a:buSzPts val="3000"/>
              <a:buNone/>
            </a:pPr>
            <a:endParaRPr lang="en-US" sz="1800" b="1" dirty="0">
              <a:latin typeface="Atkinson Hyperlegible Next"/>
              <a:ea typeface="Arial"/>
              <a:cs typeface="Arial"/>
              <a:sym typeface="Arial"/>
            </a:endParaRPr>
          </a:p>
          <a:p>
            <a:pPr marL="285750" indent="-285750">
              <a:lnSpc>
                <a:spcPct val="100000"/>
              </a:lnSpc>
              <a:spcBef>
                <a:spcPts val="0"/>
              </a:spcBef>
              <a:buSzPts val="3000"/>
            </a:pPr>
            <a:r>
              <a:rPr lang="en-US" sz="1800" dirty="0">
                <a:latin typeface="Atkinson Hyperlegible Next"/>
                <a:ea typeface="Arial"/>
                <a:cs typeface="Arial"/>
                <a:sym typeface="Arial"/>
              </a:rPr>
              <a:t>GPIO</a:t>
            </a:r>
          </a:p>
          <a:p>
            <a:pPr marL="285750" indent="-285750">
              <a:lnSpc>
                <a:spcPct val="100000"/>
              </a:lnSpc>
              <a:spcBef>
                <a:spcPts val="0"/>
              </a:spcBef>
              <a:buSzPts val="3000"/>
            </a:pPr>
            <a:r>
              <a:rPr lang="en-US" sz="1800" dirty="0">
                <a:latin typeface="Atkinson Hyperlegible Next"/>
                <a:ea typeface="Arial"/>
                <a:cs typeface="Arial"/>
                <a:sym typeface="Arial"/>
              </a:rPr>
              <a:t>PWM</a:t>
            </a:r>
          </a:p>
          <a:p>
            <a:pPr marL="285750" indent="-285750">
              <a:lnSpc>
                <a:spcPct val="100000"/>
              </a:lnSpc>
              <a:spcBef>
                <a:spcPts val="0"/>
              </a:spcBef>
              <a:buSzPts val="3000"/>
            </a:pPr>
            <a:r>
              <a:rPr lang="en-US" sz="1800" dirty="0">
                <a:latin typeface="Atkinson Hyperlegible Next"/>
                <a:ea typeface="Arial"/>
                <a:cs typeface="Arial"/>
                <a:sym typeface="Arial"/>
              </a:rPr>
              <a:t>SPI</a:t>
            </a:r>
          </a:p>
          <a:p>
            <a:pPr marL="285750" indent="-285750">
              <a:lnSpc>
                <a:spcPct val="100000"/>
              </a:lnSpc>
              <a:spcBef>
                <a:spcPts val="0"/>
              </a:spcBef>
              <a:buSzPts val="3000"/>
            </a:pPr>
            <a:r>
              <a:rPr lang="en-US" sz="1800" dirty="0">
                <a:latin typeface="Atkinson Hyperlegible Next"/>
                <a:ea typeface="Arial"/>
                <a:cs typeface="Arial"/>
                <a:sym typeface="Arial"/>
              </a:rPr>
              <a:t>SCI</a:t>
            </a:r>
          </a:p>
          <a:p>
            <a:pPr marL="285750" indent="-285750">
              <a:lnSpc>
                <a:spcPct val="100000"/>
              </a:lnSpc>
              <a:spcBef>
                <a:spcPts val="0"/>
              </a:spcBef>
              <a:buSzPts val="3000"/>
            </a:pPr>
            <a:r>
              <a:rPr lang="en-US" sz="1800" dirty="0">
                <a:latin typeface="Atkinson Hyperlegible Next"/>
                <a:ea typeface="Arial"/>
                <a:cs typeface="Arial"/>
                <a:sym typeface="Arial"/>
              </a:rPr>
              <a:t>CAN</a:t>
            </a:r>
          </a:p>
          <a:p>
            <a:pPr marL="285750" indent="-285750">
              <a:lnSpc>
                <a:spcPct val="100000"/>
              </a:lnSpc>
              <a:spcBef>
                <a:spcPts val="0"/>
              </a:spcBef>
              <a:buSzPts val="3000"/>
            </a:pPr>
            <a:endParaRPr lang="en-US" sz="1800" dirty="0">
              <a:latin typeface="Atkinson Hyperlegible Next"/>
              <a:ea typeface="Arial"/>
              <a:cs typeface="Arial"/>
              <a:sym typeface="Arial"/>
            </a:endParaRPr>
          </a:p>
          <a:p>
            <a:pPr marL="0" indent="0">
              <a:lnSpc>
                <a:spcPct val="100000"/>
              </a:lnSpc>
              <a:spcBef>
                <a:spcPts val="0"/>
              </a:spcBef>
              <a:buSzPts val="3000"/>
              <a:buNone/>
            </a:pPr>
            <a:r>
              <a:rPr lang="en-US" sz="1800" dirty="0">
                <a:latin typeface="Atkinson Hyperlegible Next"/>
                <a:ea typeface="Arial"/>
                <a:cs typeface="Arial"/>
                <a:sym typeface="Arial"/>
              </a:rPr>
              <a:t>You must first select the function</a:t>
            </a:r>
          </a:p>
          <a:p>
            <a:pPr marL="0" indent="0">
              <a:lnSpc>
                <a:spcPct val="100000"/>
              </a:lnSpc>
              <a:spcBef>
                <a:spcPts val="0"/>
              </a:spcBef>
              <a:buSzPts val="3000"/>
              <a:buNone/>
            </a:pPr>
            <a:endParaRPr lang="en-US" sz="1800" dirty="0">
              <a:latin typeface="Atkinson Hyperlegible Next"/>
              <a:ea typeface="Arial"/>
              <a:cs typeface="Arial"/>
              <a:sym typeface="Arial"/>
            </a:endParaRPr>
          </a:p>
          <a:p>
            <a:pPr marL="114300" indent="0" algn="l">
              <a:buNone/>
            </a:pPr>
            <a:r>
              <a:rPr lang="en-US" sz="1800" dirty="0" err="1">
                <a:solidFill>
                  <a:srgbClr val="642880"/>
                </a:solidFill>
                <a:latin typeface="Consolas" panose="020B0609020204030204" pitchFamily="49" charset="0"/>
              </a:rPr>
              <a:t>GPIO_SetupPinMux</a:t>
            </a:r>
            <a:r>
              <a:rPr lang="en-US" sz="1800" dirty="0">
                <a:solidFill>
                  <a:srgbClr val="000000"/>
                </a:solidFill>
                <a:latin typeface="Consolas" panose="020B0609020204030204" pitchFamily="49" charset="0"/>
              </a:rPr>
              <a:t>(31, GPIO_MUX_CPU1, 0);</a:t>
            </a:r>
          </a:p>
          <a:p>
            <a:pPr marL="114300" indent="0" algn="l">
              <a:buNone/>
            </a:pPr>
            <a:r>
              <a:rPr lang="en-US" sz="1800" dirty="0" err="1">
                <a:solidFill>
                  <a:srgbClr val="642880"/>
                </a:solidFill>
                <a:latin typeface="Consolas" panose="020B0609020204030204" pitchFamily="49" charset="0"/>
              </a:rPr>
              <a:t>GPIO_SetupPinOptions</a:t>
            </a:r>
            <a:r>
              <a:rPr lang="en-US" sz="1800" dirty="0">
                <a:solidFill>
                  <a:srgbClr val="000000"/>
                </a:solidFill>
                <a:latin typeface="Consolas" panose="020B0609020204030204" pitchFamily="49" charset="0"/>
              </a:rPr>
              <a:t>(31, GPIO_OUTPUT, GPIO_PUSHPULL);</a:t>
            </a:r>
            <a:endParaRPr lang="en-US" sz="1800" dirty="0">
              <a:latin typeface="Atkinson Hyperlegible Next"/>
              <a:ea typeface="Arial"/>
              <a:cs typeface="Arial"/>
              <a:sym typeface="Arial"/>
            </a:endParaRPr>
          </a:p>
          <a:p>
            <a:pPr marL="285750" indent="-285750">
              <a:lnSpc>
                <a:spcPct val="100000"/>
              </a:lnSpc>
              <a:spcBef>
                <a:spcPts val="0"/>
              </a:spcBef>
              <a:buSzPts val="3000"/>
            </a:pPr>
            <a:endParaRPr lang="en-US" sz="1800" b="1" dirty="0">
              <a:latin typeface="Atkinson Hyperlegible Next"/>
              <a:ea typeface="Arial"/>
              <a:cs typeface="Arial"/>
              <a:sym typeface="Arial"/>
            </a:endParaRPr>
          </a:p>
        </p:txBody>
      </p:sp>
      <p:sp>
        <p:nvSpPr>
          <p:cNvPr id="119" name="Google Shape;119;p29">
            <a:extLst>
              <a:ext uri="{FF2B5EF4-FFF2-40B4-BE49-F238E27FC236}">
                <a16:creationId xmlns:a16="http://schemas.microsoft.com/office/drawing/2014/main" id="{64FCB565-2A51-4FAB-F9CA-AA6C8868758C}"/>
              </a:ext>
            </a:extLst>
          </p:cNvPr>
          <p:cNvSpPr/>
          <p:nvPr/>
        </p:nvSpPr>
        <p:spPr>
          <a:xfrm rot="10800000" flipH="1">
            <a:off x="0" y="0"/>
            <a:ext cx="12192000" cy="868220"/>
          </a:xfrm>
          <a:prstGeom prst="rect">
            <a:avLst/>
          </a:prstGeom>
          <a:solidFill>
            <a:srgbClr val="13294B"/>
          </a:solidFill>
          <a:ln>
            <a:noFill/>
          </a:ln>
        </p:spPr>
        <p:txBody>
          <a:bodyPr spcFirstLastPara="1" wrap="square" lIns="91425" tIns="45700" rIns="91425" bIns="45700" anchor="ctr" anchorCtr="0">
            <a:noAutofit/>
          </a:bodyPr>
          <a:lstStyle/>
          <a:p>
            <a:pPr marL="0" marR="0" lvl="0" indent="0" algn="ctr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1800"/>
              <a:buFont typeface="Calibri"/>
              <a:buNone/>
            </a:pPr>
            <a:endParaRPr sz="1800" b="0" i="0" u="none" strike="noStrike" cap="none">
              <a:solidFill>
                <a:srgbClr val="13294B"/>
              </a:solidFill>
              <a:latin typeface="Atkinson Hyperlegible Next"/>
              <a:ea typeface="Calibri"/>
              <a:cs typeface="Calibri"/>
              <a:sym typeface="Calibri"/>
            </a:endParaRPr>
          </a:p>
        </p:txBody>
      </p:sp>
      <p:sp>
        <p:nvSpPr>
          <p:cNvPr id="120" name="Google Shape;120;p29">
            <a:extLst>
              <a:ext uri="{FF2B5EF4-FFF2-40B4-BE49-F238E27FC236}">
                <a16:creationId xmlns:a16="http://schemas.microsoft.com/office/drawing/2014/main" id="{C96F98EE-17CD-DAD4-D51B-0B9C2876FCA6}"/>
              </a:ext>
            </a:extLst>
          </p:cNvPr>
          <p:cNvSpPr txBox="1"/>
          <p:nvPr/>
        </p:nvSpPr>
        <p:spPr>
          <a:xfrm>
            <a:off x="376810" y="204051"/>
            <a:ext cx="10910026" cy="461624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t" anchorCtr="0">
            <a:spAutoFit/>
          </a:bodyPr>
          <a:lstStyle/>
          <a:p>
            <a:pPr marL="0" marR="0" lvl="0" indent="0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2400"/>
              <a:buFont typeface="Arial"/>
              <a:buNone/>
            </a:pPr>
            <a:r>
              <a:rPr lang="en-US" sz="2400" b="0" i="0" u="none" strike="noStrike" cap="none" dirty="0">
                <a:solidFill>
                  <a:schemeClr val="lt1"/>
                </a:solidFill>
                <a:latin typeface="Atkinson Hyperlegible Next"/>
                <a:ea typeface="Arial"/>
                <a:cs typeface="Arial"/>
                <a:sym typeface="Arial"/>
              </a:rPr>
              <a:t>Digital I/O (GPIO)</a:t>
            </a:r>
            <a:endParaRPr sz="2400" b="0" i="0" u="none" strike="noStrike" cap="none" dirty="0">
              <a:solidFill>
                <a:schemeClr val="lt1"/>
              </a:solidFill>
              <a:latin typeface="Atkinson Hyperlegible Next"/>
              <a:ea typeface="Arial"/>
              <a:cs typeface="Arial"/>
              <a:sym typeface="Arial"/>
            </a:endParaRPr>
          </a:p>
        </p:txBody>
      </p:sp>
      <p:pic>
        <p:nvPicPr>
          <p:cNvPr id="121" name="Google Shape;121;p29">
            <a:extLst>
              <a:ext uri="{FF2B5EF4-FFF2-40B4-BE49-F238E27FC236}">
                <a16:creationId xmlns:a16="http://schemas.microsoft.com/office/drawing/2014/main" id="{199AF3BA-929C-AE0B-08A8-01C74ECFB2C3}"/>
              </a:ext>
            </a:extLst>
          </p:cNvPr>
          <p:cNvPicPr preferRelativeResize="0"/>
          <p:nvPr/>
        </p:nvPicPr>
        <p:blipFill rotWithShape="1">
          <a:blip r:embed="rId4">
            <a:alphaModFix/>
          </a:blip>
          <a:srcRect/>
          <a:stretch/>
        </p:blipFill>
        <p:spPr>
          <a:xfrm>
            <a:off x="11557509" y="233819"/>
            <a:ext cx="271308" cy="389810"/>
          </a:xfrm>
          <a:prstGeom prst="rect">
            <a:avLst/>
          </a:prstGeom>
          <a:noFill/>
          <a:ln>
            <a:noFill/>
          </a:ln>
        </p:spPr>
      </p:pic>
      <p:sp>
        <p:nvSpPr>
          <p:cNvPr id="122" name="Google Shape;122;p29">
            <a:extLst>
              <a:ext uri="{FF2B5EF4-FFF2-40B4-BE49-F238E27FC236}">
                <a16:creationId xmlns:a16="http://schemas.microsoft.com/office/drawing/2014/main" id="{7A00601F-1A36-29A7-369C-0A27203E3466}"/>
              </a:ext>
            </a:extLst>
          </p:cNvPr>
          <p:cNvSpPr txBox="1"/>
          <p:nvPr/>
        </p:nvSpPr>
        <p:spPr>
          <a:xfrm>
            <a:off x="9335597" y="6524381"/>
            <a:ext cx="2473415" cy="230792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t" anchorCtr="0">
            <a:spAutoFit/>
          </a:bodyPr>
          <a:lstStyle/>
          <a:p>
            <a:pPr marL="0" marR="0" lvl="0" indent="0" algn="r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en-US" sz="900" b="0" i="0" u="none" strike="noStrike" cap="none">
                <a:solidFill>
                  <a:srgbClr val="13294B"/>
                </a:solidFill>
                <a:latin typeface="Atkinson Hyperlegible Next"/>
                <a:ea typeface="Arial"/>
                <a:cs typeface="Arial"/>
                <a:sym typeface="Arial"/>
              </a:rPr>
              <a:t>GRAINGER ENGINEERING</a:t>
            </a:r>
            <a:endParaRPr/>
          </a:p>
        </p:txBody>
      </p:sp>
      <p:sp>
        <p:nvSpPr>
          <p:cNvPr id="123" name="Google Shape;123;p29">
            <a:extLst>
              <a:ext uri="{FF2B5EF4-FFF2-40B4-BE49-F238E27FC236}">
                <a16:creationId xmlns:a16="http://schemas.microsoft.com/office/drawing/2014/main" id="{A3D80D43-4E8F-D1F2-D6A7-DA1A3882903D}"/>
              </a:ext>
            </a:extLst>
          </p:cNvPr>
          <p:cNvSpPr txBox="1"/>
          <p:nvPr/>
        </p:nvSpPr>
        <p:spPr>
          <a:xfrm>
            <a:off x="376807" y="6524381"/>
            <a:ext cx="7991337" cy="230792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t" anchorCtr="0">
            <a:spAutoFit/>
          </a:bodyPr>
          <a:lstStyle/>
          <a:p>
            <a:pPr marL="0" marR="0" lvl="0" indent="0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en-US" sz="900" dirty="0">
                <a:solidFill>
                  <a:srgbClr val="13294B"/>
                </a:solidFill>
              </a:rPr>
              <a:t>SYSTEMS ENGINEERING </a:t>
            </a:r>
            <a:endParaRPr dirty="0"/>
          </a:p>
        </p:txBody>
      </p:sp>
      <p:grpSp>
        <p:nvGrpSpPr>
          <p:cNvPr id="124" name="Google Shape;124;p29">
            <a:extLst>
              <a:ext uri="{FF2B5EF4-FFF2-40B4-BE49-F238E27FC236}">
                <a16:creationId xmlns:a16="http://schemas.microsoft.com/office/drawing/2014/main" id="{9A76F1D6-C729-98D5-5B26-91653D52E513}"/>
              </a:ext>
            </a:extLst>
          </p:cNvPr>
          <p:cNvGrpSpPr/>
          <p:nvPr/>
        </p:nvGrpSpPr>
        <p:grpSpPr>
          <a:xfrm>
            <a:off x="4066674" y="6601537"/>
            <a:ext cx="5233412" cy="70446"/>
            <a:chOff x="4033424" y="6601537"/>
            <a:chExt cx="5233412" cy="70446"/>
          </a:xfrm>
        </p:grpSpPr>
        <p:cxnSp>
          <p:nvCxnSpPr>
            <p:cNvPr id="125" name="Google Shape;125;p29">
              <a:extLst>
                <a:ext uri="{FF2B5EF4-FFF2-40B4-BE49-F238E27FC236}">
                  <a16:creationId xmlns:a16="http://schemas.microsoft.com/office/drawing/2014/main" id="{BC892BCB-4425-0FED-DE90-990DFBA18F28}"/>
                </a:ext>
              </a:extLst>
            </p:cNvPr>
            <p:cNvCxnSpPr/>
            <p:nvPr/>
          </p:nvCxnSpPr>
          <p:spPr>
            <a:xfrm rot="10800000">
              <a:off x="4033424" y="6639606"/>
              <a:ext cx="5164651" cy="0"/>
            </a:xfrm>
            <a:prstGeom prst="straightConnector1">
              <a:avLst/>
            </a:prstGeom>
            <a:noFill/>
            <a:ln w="9525" cap="flat" cmpd="sng">
              <a:solidFill>
                <a:srgbClr val="13294B"/>
              </a:solidFill>
              <a:prstDash val="solid"/>
              <a:round/>
              <a:headEnd type="none" w="sm" len="sm"/>
              <a:tailEnd type="none" w="sm" len="sm"/>
            </a:ln>
          </p:spPr>
        </p:cxnSp>
        <p:sp>
          <p:nvSpPr>
            <p:cNvPr id="126" name="Google Shape;126;p29">
              <a:extLst>
                <a:ext uri="{FF2B5EF4-FFF2-40B4-BE49-F238E27FC236}">
                  <a16:creationId xmlns:a16="http://schemas.microsoft.com/office/drawing/2014/main" id="{EA6AE1D4-767A-022A-A369-081CC884FB3E}"/>
                </a:ext>
              </a:extLst>
            </p:cNvPr>
            <p:cNvSpPr/>
            <p:nvPr/>
          </p:nvSpPr>
          <p:spPr>
            <a:xfrm>
              <a:off x="9196390" y="6601537"/>
              <a:ext cx="70446" cy="70446"/>
            </a:xfrm>
            <a:prstGeom prst="ellipse">
              <a:avLst/>
            </a:prstGeom>
            <a:solidFill>
              <a:srgbClr val="13294B"/>
            </a:solidFill>
            <a:ln>
              <a:noFill/>
            </a:ln>
          </p:spPr>
          <p:txBody>
            <a:bodyPr spcFirstLastPara="1" wrap="square" lIns="91425" tIns="45700" rIns="91425" bIns="45700" anchor="ctr" anchorCtr="0">
              <a:noAutofit/>
            </a:bodyPr>
            <a:lstStyle/>
            <a:p>
              <a:pPr marL="0" marR="0" lvl="0" indent="0" algn="ctr" rtl="0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None/>
              </a:pPr>
              <a:endParaRPr sz="1400" b="0" i="0" u="none" strike="noStrike" cap="none">
                <a:solidFill>
                  <a:srgbClr val="13294B"/>
                </a:solidFill>
                <a:latin typeface="Atkinson Hyperlegible Next"/>
                <a:ea typeface="Arial"/>
                <a:cs typeface="Arial"/>
                <a:sym typeface="Arial"/>
              </a:endParaRPr>
            </a:p>
          </p:txBody>
        </p:sp>
      </p:grpSp>
    </p:spTree>
    <p:extLst>
      <p:ext uri="{BB962C8B-B14F-4D97-AF65-F5344CB8AC3E}">
        <p14:creationId xmlns:p14="http://schemas.microsoft.com/office/powerpoint/2010/main" val="1415498429"/>
      </p:ext>
    </p:extLst>
  </p:cSld>
  <p:clrMapOvr>
    <a:masterClrMapping/>
  </p:clrMapOvr>
</p:sld>
</file>

<file path=ppt/slides/slide16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blipFill>
          <a:blip r:embed="rId3">
            <a:alphaModFix/>
          </a:blip>
          <a:stretch>
            <a:fillRect/>
          </a:stretch>
        </a:blipFill>
        <a:effectLst/>
      </p:bgPr>
    </p:bg>
    <p:spTree>
      <p:nvGrpSpPr>
        <p:cNvPr id="1" name="Shape 103">
          <a:extLst>
            <a:ext uri="{FF2B5EF4-FFF2-40B4-BE49-F238E27FC236}">
              <a16:creationId xmlns:a16="http://schemas.microsoft.com/office/drawing/2014/main" id="{8A84038E-8D38-7C8F-6FC0-455DCB7FB0D6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04" name="Google Shape;104;p28">
            <a:extLst>
              <a:ext uri="{FF2B5EF4-FFF2-40B4-BE49-F238E27FC236}">
                <a16:creationId xmlns:a16="http://schemas.microsoft.com/office/drawing/2014/main" id="{02AEC150-34E9-FD6F-9BAD-7E0659470285}"/>
              </a:ext>
            </a:extLst>
          </p:cNvPr>
          <p:cNvSpPr txBox="1"/>
          <p:nvPr/>
        </p:nvSpPr>
        <p:spPr>
          <a:xfrm>
            <a:off x="1295400" y="3225489"/>
            <a:ext cx="9601200" cy="78479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ctr" anchorCtr="0">
            <a:spAutoFit/>
          </a:bodyPr>
          <a:lstStyle/>
          <a:p>
            <a:pPr marL="0" marR="0" lvl="0" indent="0" algn="ctr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4500"/>
              <a:buFont typeface="Arial"/>
              <a:buNone/>
            </a:pPr>
            <a:r>
              <a:rPr lang="en-US" sz="4500" b="1" i="0" u="none" strike="noStrike" cap="none" dirty="0">
                <a:solidFill>
                  <a:srgbClr val="15264B"/>
                </a:solidFill>
                <a:latin typeface="Atkinson Hyperlegible Next"/>
                <a:ea typeface="Arial"/>
                <a:cs typeface="Arial"/>
                <a:sym typeface="Arial"/>
              </a:rPr>
              <a:t>Bits</a:t>
            </a:r>
            <a:endParaRPr dirty="0"/>
          </a:p>
        </p:txBody>
      </p:sp>
      <p:grpSp>
        <p:nvGrpSpPr>
          <p:cNvPr id="105" name="Google Shape;105;p28">
            <a:extLst>
              <a:ext uri="{FF2B5EF4-FFF2-40B4-BE49-F238E27FC236}">
                <a16:creationId xmlns:a16="http://schemas.microsoft.com/office/drawing/2014/main" id="{11C85305-70EB-14CE-364A-0ADCA1866DED}"/>
              </a:ext>
            </a:extLst>
          </p:cNvPr>
          <p:cNvGrpSpPr/>
          <p:nvPr/>
        </p:nvGrpSpPr>
        <p:grpSpPr>
          <a:xfrm>
            <a:off x="3943790" y="2676939"/>
            <a:ext cx="3861740" cy="322845"/>
            <a:chOff x="3943790" y="2676939"/>
            <a:chExt cx="3861740" cy="322845"/>
          </a:xfrm>
        </p:grpSpPr>
        <p:cxnSp>
          <p:nvCxnSpPr>
            <p:cNvPr id="106" name="Google Shape;106;p28">
              <a:extLst>
                <a:ext uri="{FF2B5EF4-FFF2-40B4-BE49-F238E27FC236}">
                  <a16:creationId xmlns:a16="http://schemas.microsoft.com/office/drawing/2014/main" id="{6C839739-8769-EAEF-9463-89E804E8E31E}"/>
                </a:ext>
              </a:extLst>
            </p:cNvPr>
            <p:cNvCxnSpPr/>
            <p:nvPr/>
          </p:nvCxnSpPr>
          <p:spPr>
            <a:xfrm>
              <a:off x="4426226" y="2676939"/>
              <a:ext cx="3379304" cy="0"/>
            </a:xfrm>
            <a:prstGeom prst="straightConnector1">
              <a:avLst/>
            </a:prstGeom>
            <a:noFill/>
            <a:ln w="19050" cap="flat" cmpd="sng">
              <a:solidFill>
                <a:schemeClr val="lt1"/>
              </a:solidFill>
              <a:prstDash val="solid"/>
              <a:round/>
              <a:headEnd type="none" w="sm" len="sm"/>
              <a:tailEnd type="none" w="sm" len="sm"/>
            </a:ln>
          </p:spPr>
        </p:cxnSp>
        <p:cxnSp>
          <p:nvCxnSpPr>
            <p:cNvPr id="107" name="Google Shape;107;p28">
              <a:extLst>
                <a:ext uri="{FF2B5EF4-FFF2-40B4-BE49-F238E27FC236}">
                  <a16:creationId xmlns:a16="http://schemas.microsoft.com/office/drawing/2014/main" id="{EB4FC774-FF75-C60A-20C4-F81634344E75}"/>
                </a:ext>
              </a:extLst>
            </p:cNvPr>
            <p:cNvCxnSpPr/>
            <p:nvPr/>
          </p:nvCxnSpPr>
          <p:spPr>
            <a:xfrm rot="10800000" flipH="1">
              <a:off x="3943790" y="2676939"/>
              <a:ext cx="482436" cy="322845"/>
            </a:xfrm>
            <a:prstGeom prst="straightConnector1">
              <a:avLst/>
            </a:prstGeom>
            <a:noFill/>
            <a:ln w="19050" cap="flat" cmpd="sng">
              <a:solidFill>
                <a:schemeClr val="lt1"/>
              </a:solidFill>
              <a:prstDash val="solid"/>
              <a:round/>
              <a:headEnd type="none" w="sm" len="sm"/>
              <a:tailEnd type="none" w="sm" len="sm"/>
            </a:ln>
          </p:spPr>
        </p:cxnSp>
      </p:grpSp>
      <p:pic>
        <p:nvPicPr>
          <p:cNvPr id="108" name="Google Shape;108;p28">
            <a:extLst>
              <a:ext uri="{FF2B5EF4-FFF2-40B4-BE49-F238E27FC236}">
                <a16:creationId xmlns:a16="http://schemas.microsoft.com/office/drawing/2014/main" id="{ECD9286F-6EB3-69F5-58DF-751E98ABD0C3}"/>
              </a:ext>
            </a:extLst>
          </p:cNvPr>
          <p:cNvPicPr preferRelativeResize="0"/>
          <p:nvPr/>
        </p:nvPicPr>
        <p:blipFill rotWithShape="1">
          <a:blip r:embed="rId4">
            <a:alphaModFix/>
          </a:blip>
          <a:srcRect/>
          <a:stretch/>
        </p:blipFill>
        <p:spPr>
          <a:xfrm>
            <a:off x="11557509" y="233819"/>
            <a:ext cx="271308" cy="389811"/>
          </a:xfrm>
          <a:prstGeom prst="rect">
            <a:avLst/>
          </a:prstGeom>
          <a:noFill/>
          <a:ln>
            <a:noFill/>
          </a:ln>
        </p:spPr>
      </p:pic>
      <p:sp>
        <p:nvSpPr>
          <p:cNvPr id="109" name="Google Shape;109;p28">
            <a:extLst>
              <a:ext uri="{FF2B5EF4-FFF2-40B4-BE49-F238E27FC236}">
                <a16:creationId xmlns:a16="http://schemas.microsoft.com/office/drawing/2014/main" id="{B569B4EB-2FD0-AD30-F50E-C241BA4DDEA3}"/>
              </a:ext>
            </a:extLst>
          </p:cNvPr>
          <p:cNvSpPr txBox="1"/>
          <p:nvPr/>
        </p:nvSpPr>
        <p:spPr>
          <a:xfrm>
            <a:off x="9335597" y="6524381"/>
            <a:ext cx="2473415" cy="230792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t" anchorCtr="0">
            <a:spAutoFit/>
          </a:bodyPr>
          <a:lstStyle/>
          <a:p>
            <a:pPr marL="0" marR="0" lvl="0" indent="0" algn="r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en-US" sz="900" b="0" i="0" u="none" strike="noStrike" cap="none">
                <a:solidFill>
                  <a:srgbClr val="13294B"/>
                </a:solidFill>
                <a:latin typeface="Atkinson Hyperlegible Next"/>
                <a:ea typeface="Arial"/>
                <a:cs typeface="Arial"/>
                <a:sym typeface="Arial"/>
              </a:rPr>
              <a:t>GRAINGER ENGINEERING</a:t>
            </a:r>
            <a:endParaRPr/>
          </a:p>
        </p:txBody>
      </p:sp>
      <p:sp>
        <p:nvSpPr>
          <p:cNvPr id="110" name="Google Shape;110;p28">
            <a:extLst>
              <a:ext uri="{FF2B5EF4-FFF2-40B4-BE49-F238E27FC236}">
                <a16:creationId xmlns:a16="http://schemas.microsoft.com/office/drawing/2014/main" id="{6B3C5720-5765-357C-A3EB-EFBB78656436}"/>
              </a:ext>
            </a:extLst>
          </p:cNvPr>
          <p:cNvSpPr txBox="1"/>
          <p:nvPr/>
        </p:nvSpPr>
        <p:spPr>
          <a:xfrm>
            <a:off x="376807" y="6524381"/>
            <a:ext cx="7991400" cy="23070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t" anchorCtr="0">
            <a:spAutoFit/>
          </a:bodyPr>
          <a:lstStyle/>
          <a:p>
            <a:pPr marL="0" marR="0" lvl="0" indent="0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en-US" sz="900" dirty="0">
                <a:solidFill>
                  <a:srgbClr val="13294B"/>
                </a:solidFill>
              </a:rPr>
              <a:t>SYSTEMS ENGINEERING</a:t>
            </a:r>
            <a:endParaRPr dirty="0"/>
          </a:p>
        </p:txBody>
      </p:sp>
      <p:grpSp>
        <p:nvGrpSpPr>
          <p:cNvPr id="111" name="Google Shape;111;p28">
            <a:extLst>
              <a:ext uri="{FF2B5EF4-FFF2-40B4-BE49-F238E27FC236}">
                <a16:creationId xmlns:a16="http://schemas.microsoft.com/office/drawing/2014/main" id="{679B5572-BDBA-D4B3-4612-D3C744E8AA6F}"/>
              </a:ext>
            </a:extLst>
          </p:cNvPr>
          <p:cNvGrpSpPr/>
          <p:nvPr/>
        </p:nvGrpSpPr>
        <p:grpSpPr>
          <a:xfrm>
            <a:off x="4066674" y="6601537"/>
            <a:ext cx="5233412" cy="70446"/>
            <a:chOff x="4033424" y="6601537"/>
            <a:chExt cx="5233412" cy="70446"/>
          </a:xfrm>
        </p:grpSpPr>
        <p:cxnSp>
          <p:nvCxnSpPr>
            <p:cNvPr id="112" name="Google Shape;112;p28">
              <a:extLst>
                <a:ext uri="{FF2B5EF4-FFF2-40B4-BE49-F238E27FC236}">
                  <a16:creationId xmlns:a16="http://schemas.microsoft.com/office/drawing/2014/main" id="{9A51ED6C-B8B5-7601-9873-F8E8B113733C}"/>
                </a:ext>
              </a:extLst>
            </p:cNvPr>
            <p:cNvCxnSpPr/>
            <p:nvPr/>
          </p:nvCxnSpPr>
          <p:spPr>
            <a:xfrm rot="10800000">
              <a:off x="4033424" y="6639606"/>
              <a:ext cx="5164651" cy="0"/>
            </a:xfrm>
            <a:prstGeom prst="straightConnector1">
              <a:avLst/>
            </a:prstGeom>
            <a:noFill/>
            <a:ln w="9525" cap="flat" cmpd="sng">
              <a:solidFill>
                <a:srgbClr val="13294B"/>
              </a:solidFill>
              <a:prstDash val="solid"/>
              <a:round/>
              <a:headEnd type="none" w="sm" len="sm"/>
              <a:tailEnd type="none" w="sm" len="sm"/>
            </a:ln>
          </p:spPr>
        </p:cxnSp>
        <p:sp>
          <p:nvSpPr>
            <p:cNvPr id="113" name="Google Shape;113;p28">
              <a:extLst>
                <a:ext uri="{FF2B5EF4-FFF2-40B4-BE49-F238E27FC236}">
                  <a16:creationId xmlns:a16="http://schemas.microsoft.com/office/drawing/2014/main" id="{FA69615E-6CAE-27C3-F85D-B218D9D6621D}"/>
                </a:ext>
              </a:extLst>
            </p:cNvPr>
            <p:cNvSpPr/>
            <p:nvPr/>
          </p:nvSpPr>
          <p:spPr>
            <a:xfrm>
              <a:off x="9196390" y="6601537"/>
              <a:ext cx="70446" cy="70446"/>
            </a:xfrm>
            <a:prstGeom prst="ellipse">
              <a:avLst/>
            </a:prstGeom>
            <a:solidFill>
              <a:srgbClr val="13294B"/>
            </a:solidFill>
            <a:ln>
              <a:noFill/>
            </a:ln>
          </p:spPr>
          <p:txBody>
            <a:bodyPr spcFirstLastPara="1" wrap="square" lIns="91425" tIns="45700" rIns="91425" bIns="45700" anchor="ctr" anchorCtr="0">
              <a:noAutofit/>
            </a:bodyPr>
            <a:lstStyle/>
            <a:p>
              <a:pPr marL="0" marR="0" lvl="0" indent="0" algn="ctr" rtl="0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None/>
              </a:pPr>
              <a:endParaRPr sz="1400" b="0" i="0" u="none" strike="noStrike" cap="none">
                <a:solidFill>
                  <a:srgbClr val="13294B"/>
                </a:solidFill>
                <a:latin typeface="Atkinson Hyperlegible Next"/>
                <a:ea typeface="Arial"/>
                <a:cs typeface="Arial"/>
                <a:sym typeface="Arial"/>
              </a:endParaRPr>
            </a:p>
          </p:txBody>
        </p:sp>
      </p:grpSp>
    </p:spTree>
    <p:extLst>
      <p:ext uri="{BB962C8B-B14F-4D97-AF65-F5344CB8AC3E}">
        <p14:creationId xmlns:p14="http://schemas.microsoft.com/office/powerpoint/2010/main" val="819229230"/>
      </p:ext>
    </p:extLst>
  </p:cSld>
  <p:clrMapOvr>
    <a:masterClrMapping/>
  </p:clrMapOvr>
</p:sld>
</file>

<file path=ppt/slides/slide17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Shape 117">
          <a:extLst>
            <a:ext uri="{FF2B5EF4-FFF2-40B4-BE49-F238E27FC236}">
              <a16:creationId xmlns:a16="http://schemas.microsoft.com/office/drawing/2014/main" id="{98DE9268-7945-FFE5-97A7-B45A0361D061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18" name="Google Shape;118;p29">
            <a:extLst>
              <a:ext uri="{FF2B5EF4-FFF2-40B4-BE49-F238E27FC236}">
                <a16:creationId xmlns:a16="http://schemas.microsoft.com/office/drawing/2014/main" id="{1661B06A-1C2E-6A1E-3C8D-8B2746C028E2}"/>
              </a:ext>
            </a:extLst>
          </p:cNvPr>
          <p:cNvSpPr txBox="1">
            <a:spLocks noGrp="1"/>
          </p:cNvSpPr>
          <p:nvPr>
            <p:ph type="body" idx="1"/>
          </p:nvPr>
        </p:nvSpPr>
        <p:spPr>
          <a:xfrm>
            <a:off x="376809" y="1334279"/>
            <a:ext cx="11177401" cy="2145521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t" anchorCtr="0">
            <a:noAutofit/>
          </a:bodyPr>
          <a:lstStyle/>
          <a:p>
            <a:pPr marL="0" lvl="0" indent="0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3000"/>
              <a:buNone/>
            </a:pPr>
            <a:r>
              <a:rPr lang="en-US" sz="1800" dirty="0">
                <a:solidFill>
                  <a:schemeClr val="dk1"/>
                </a:solidFill>
                <a:latin typeface="Atkinson Hyperlegible Next"/>
                <a:ea typeface="Arial"/>
                <a:cs typeface="Arial"/>
                <a:sym typeface="Arial"/>
              </a:rPr>
              <a:t>The CPU only reads binary, 1s or 0s; however, for humans it is difficult to understand long string of numbers.</a:t>
            </a:r>
          </a:p>
          <a:p>
            <a:pPr marL="0" lvl="0" indent="0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3000"/>
              <a:buNone/>
            </a:pPr>
            <a:endParaRPr lang="en-US" sz="1800" dirty="0">
              <a:latin typeface="Atkinson Hyperlegible Next"/>
              <a:ea typeface="Arial"/>
              <a:cs typeface="Arial"/>
              <a:sym typeface="Arial"/>
            </a:endParaRPr>
          </a:p>
          <a:p>
            <a:pPr marL="0" lvl="0" indent="0">
              <a:lnSpc>
                <a:spcPct val="100000"/>
              </a:lnSpc>
              <a:spcBef>
                <a:spcPts val="0"/>
              </a:spcBef>
              <a:buSzPts val="3000"/>
              <a:buNone/>
            </a:pPr>
            <a:r>
              <a:rPr lang="en-US" sz="1800" dirty="0">
                <a:solidFill>
                  <a:schemeClr val="dk1"/>
                </a:solidFill>
                <a:latin typeface="Atkinson Hyperlegible Next"/>
                <a:ea typeface="Arial"/>
                <a:cs typeface="Arial"/>
                <a:sym typeface="Arial"/>
              </a:rPr>
              <a:t>A 32-bit register could be represented as such with 32 bits </a:t>
            </a:r>
            <a:r>
              <a:rPr lang="en-US" sz="1800" dirty="0">
                <a:latin typeface="Atkinson Hyperlegible Next"/>
                <a:ea typeface="Arial"/>
                <a:cs typeface="Arial"/>
                <a:sym typeface="Arial"/>
              </a:rPr>
              <a:t>(unsigned 3,357,083,684):</a:t>
            </a:r>
            <a:endParaRPr lang="en-US" sz="1800" dirty="0">
              <a:solidFill>
                <a:schemeClr val="dk1"/>
              </a:solidFill>
              <a:latin typeface="Atkinson Hyperlegible Next"/>
              <a:ea typeface="Arial"/>
              <a:cs typeface="Arial"/>
              <a:sym typeface="Arial"/>
            </a:endParaRPr>
          </a:p>
          <a:p>
            <a:pPr marL="0" lvl="0" indent="0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3000"/>
              <a:buNone/>
            </a:pPr>
            <a:endParaRPr lang="en-US" sz="1800" dirty="0">
              <a:latin typeface="Atkinson Hyperlegible Next"/>
              <a:ea typeface="Arial"/>
              <a:cs typeface="Arial"/>
              <a:sym typeface="Arial"/>
            </a:endParaRPr>
          </a:p>
          <a:p>
            <a:pPr marL="0" lvl="0" indent="0" algn="ctr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3000"/>
              <a:buNone/>
            </a:pPr>
            <a:r>
              <a:rPr lang="en-US" sz="1800" dirty="0">
                <a:solidFill>
                  <a:srgbClr val="005032"/>
                </a:solidFill>
                <a:latin typeface="Consolas" panose="020B0609020204030204" pitchFamily="49" charset="0"/>
              </a:rPr>
              <a:t>int32_t</a:t>
            </a:r>
            <a:r>
              <a:rPr lang="en-US" sz="1800" dirty="0">
                <a:solidFill>
                  <a:srgbClr val="000000"/>
                </a:solidFill>
                <a:latin typeface="Consolas" panose="020B0609020204030204" pitchFamily="49" charset="0"/>
              </a:rPr>
              <a:t> x = 0b110010000001100100000100000100100;</a:t>
            </a:r>
          </a:p>
          <a:p>
            <a:pPr marL="0" lvl="0" indent="0" algn="ctr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3000"/>
              <a:buNone/>
            </a:pPr>
            <a:endParaRPr lang="en-US" sz="1800" dirty="0">
              <a:solidFill>
                <a:srgbClr val="000000"/>
              </a:solidFill>
              <a:latin typeface="Consolas" panose="020B0609020204030204" pitchFamily="49" charset="0"/>
              <a:ea typeface="Arial"/>
              <a:cs typeface="Arial"/>
              <a:sym typeface="Arial"/>
            </a:endParaRPr>
          </a:p>
          <a:p>
            <a:pPr marL="0" lvl="0" indent="0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3000"/>
              <a:buNone/>
            </a:pPr>
            <a:r>
              <a:rPr lang="en-US" sz="1800" dirty="0">
                <a:solidFill>
                  <a:schemeClr val="dk1"/>
                </a:solidFill>
                <a:latin typeface="Atkinson Hyperlegible Next"/>
                <a:ea typeface="Arial"/>
                <a:cs typeface="Arial"/>
                <a:sym typeface="Arial"/>
              </a:rPr>
              <a:t>What is a potential problem?</a:t>
            </a:r>
          </a:p>
        </p:txBody>
      </p:sp>
      <p:sp>
        <p:nvSpPr>
          <p:cNvPr id="119" name="Google Shape;119;p29">
            <a:extLst>
              <a:ext uri="{FF2B5EF4-FFF2-40B4-BE49-F238E27FC236}">
                <a16:creationId xmlns:a16="http://schemas.microsoft.com/office/drawing/2014/main" id="{0D648654-B8E7-6A7C-250D-7F8FA28ABC03}"/>
              </a:ext>
            </a:extLst>
          </p:cNvPr>
          <p:cNvSpPr/>
          <p:nvPr/>
        </p:nvSpPr>
        <p:spPr>
          <a:xfrm rot="10800000" flipH="1">
            <a:off x="0" y="0"/>
            <a:ext cx="12192000" cy="868220"/>
          </a:xfrm>
          <a:prstGeom prst="rect">
            <a:avLst/>
          </a:prstGeom>
          <a:solidFill>
            <a:srgbClr val="13294B"/>
          </a:solidFill>
          <a:ln>
            <a:noFill/>
          </a:ln>
        </p:spPr>
        <p:txBody>
          <a:bodyPr spcFirstLastPara="1" wrap="square" lIns="91425" tIns="45700" rIns="91425" bIns="45700" anchor="ctr" anchorCtr="0">
            <a:noAutofit/>
          </a:bodyPr>
          <a:lstStyle/>
          <a:p>
            <a:pPr marL="0" marR="0" lvl="0" indent="0" algn="ctr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1800"/>
              <a:buFont typeface="Calibri"/>
              <a:buNone/>
            </a:pPr>
            <a:endParaRPr sz="1800" b="0" i="0" u="none" strike="noStrike" cap="none">
              <a:solidFill>
                <a:srgbClr val="13294B"/>
              </a:solidFill>
              <a:latin typeface="Atkinson Hyperlegible Next"/>
              <a:ea typeface="Calibri"/>
              <a:cs typeface="Calibri"/>
              <a:sym typeface="Calibri"/>
            </a:endParaRPr>
          </a:p>
        </p:txBody>
      </p:sp>
      <p:sp>
        <p:nvSpPr>
          <p:cNvPr id="120" name="Google Shape;120;p29">
            <a:extLst>
              <a:ext uri="{FF2B5EF4-FFF2-40B4-BE49-F238E27FC236}">
                <a16:creationId xmlns:a16="http://schemas.microsoft.com/office/drawing/2014/main" id="{4C40AA82-D9BB-44C6-3DDA-87BE2D46BAB4}"/>
              </a:ext>
            </a:extLst>
          </p:cNvPr>
          <p:cNvSpPr txBox="1"/>
          <p:nvPr/>
        </p:nvSpPr>
        <p:spPr>
          <a:xfrm>
            <a:off x="376810" y="204051"/>
            <a:ext cx="10910026" cy="461624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t" anchorCtr="0">
            <a:spAutoFit/>
          </a:bodyPr>
          <a:lstStyle/>
          <a:p>
            <a:pPr marL="0" marR="0" lvl="0" indent="0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2400"/>
              <a:buFont typeface="Arial"/>
              <a:buNone/>
            </a:pPr>
            <a:r>
              <a:rPr lang="en-US" sz="2400" b="0" i="0" u="none" strike="noStrike" cap="none" dirty="0">
                <a:solidFill>
                  <a:schemeClr val="lt1"/>
                </a:solidFill>
                <a:latin typeface="Atkinson Hyperlegible Next"/>
                <a:ea typeface="Arial"/>
                <a:cs typeface="Arial"/>
                <a:sym typeface="Arial"/>
              </a:rPr>
              <a:t>Binary</a:t>
            </a:r>
            <a:endParaRPr sz="2400" b="0" i="0" u="none" strike="noStrike" cap="none" dirty="0">
              <a:solidFill>
                <a:schemeClr val="lt1"/>
              </a:solidFill>
              <a:latin typeface="Atkinson Hyperlegible Next"/>
              <a:ea typeface="Arial"/>
              <a:cs typeface="Arial"/>
              <a:sym typeface="Arial"/>
            </a:endParaRPr>
          </a:p>
        </p:txBody>
      </p:sp>
      <p:pic>
        <p:nvPicPr>
          <p:cNvPr id="121" name="Google Shape;121;p29">
            <a:extLst>
              <a:ext uri="{FF2B5EF4-FFF2-40B4-BE49-F238E27FC236}">
                <a16:creationId xmlns:a16="http://schemas.microsoft.com/office/drawing/2014/main" id="{2B63B481-F43D-6BB6-C538-88D354B70D89}"/>
              </a:ext>
            </a:extLst>
          </p:cNvPr>
          <p:cNvPicPr preferRelativeResize="0"/>
          <p:nvPr/>
        </p:nvPicPr>
        <p:blipFill rotWithShape="1">
          <a:blip r:embed="rId3">
            <a:alphaModFix/>
          </a:blip>
          <a:srcRect/>
          <a:stretch/>
        </p:blipFill>
        <p:spPr>
          <a:xfrm>
            <a:off x="11557509" y="233819"/>
            <a:ext cx="271308" cy="389810"/>
          </a:xfrm>
          <a:prstGeom prst="rect">
            <a:avLst/>
          </a:prstGeom>
          <a:noFill/>
          <a:ln>
            <a:noFill/>
          </a:ln>
        </p:spPr>
      </p:pic>
      <p:sp>
        <p:nvSpPr>
          <p:cNvPr id="122" name="Google Shape;122;p29">
            <a:extLst>
              <a:ext uri="{FF2B5EF4-FFF2-40B4-BE49-F238E27FC236}">
                <a16:creationId xmlns:a16="http://schemas.microsoft.com/office/drawing/2014/main" id="{4C6201E1-4BDA-B7D2-65A7-13DC9AF14350}"/>
              </a:ext>
            </a:extLst>
          </p:cNvPr>
          <p:cNvSpPr txBox="1"/>
          <p:nvPr/>
        </p:nvSpPr>
        <p:spPr>
          <a:xfrm>
            <a:off x="9335597" y="6524381"/>
            <a:ext cx="2473415" cy="230792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t" anchorCtr="0">
            <a:spAutoFit/>
          </a:bodyPr>
          <a:lstStyle/>
          <a:p>
            <a:pPr marL="0" marR="0" lvl="0" indent="0" algn="r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en-US" sz="900" b="0" i="0" u="none" strike="noStrike" cap="none">
                <a:solidFill>
                  <a:srgbClr val="13294B"/>
                </a:solidFill>
                <a:latin typeface="Atkinson Hyperlegible Next"/>
                <a:ea typeface="Arial"/>
                <a:cs typeface="Arial"/>
                <a:sym typeface="Arial"/>
              </a:rPr>
              <a:t>GRAINGER ENGINEERING</a:t>
            </a:r>
            <a:endParaRPr/>
          </a:p>
        </p:txBody>
      </p:sp>
      <p:sp>
        <p:nvSpPr>
          <p:cNvPr id="123" name="Google Shape;123;p29">
            <a:extLst>
              <a:ext uri="{FF2B5EF4-FFF2-40B4-BE49-F238E27FC236}">
                <a16:creationId xmlns:a16="http://schemas.microsoft.com/office/drawing/2014/main" id="{0EA1DB4E-6D4D-8DC9-AA3A-2D6B7E48AE07}"/>
              </a:ext>
            </a:extLst>
          </p:cNvPr>
          <p:cNvSpPr txBox="1"/>
          <p:nvPr/>
        </p:nvSpPr>
        <p:spPr>
          <a:xfrm>
            <a:off x="376807" y="6524381"/>
            <a:ext cx="7991337" cy="230792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t" anchorCtr="0">
            <a:spAutoFit/>
          </a:bodyPr>
          <a:lstStyle/>
          <a:p>
            <a:pPr marL="0" marR="0" lvl="0" indent="0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en-US" sz="900" dirty="0">
                <a:solidFill>
                  <a:srgbClr val="13294B"/>
                </a:solidFill>
              </a:rPr>
              <a:t>SYSTEMS ENGINEERING </a:t>
            </a:r>
            <a:endParaRPr dirty="0"/>
          </a:p>
        </p:txBody>
      </p:sp>
      <p:grpSp>
        <p:nvGrpSpPr>
          <p:cNvPr id="124" name="Google Shape;124;p29">
            <a:extLst>
              <a:ext uri="{FF2B5EF4-FFF2-40B4-BE49-F238E27FC236}">
                <a16:creationId xmlns:a16="http://schemas.microsoft.com/office/drawing/2014/main" id="{5797A9CE-6B2C-2500-46AD-16AECA730A51}"/>
              </a:ext>
            </a:extLst>
          </p:cNvPr>
          <p:cNvGrpSpPr/>
          <p:nvPr/>
        </p:nvGrpSpPr>
        <p:grpSpPr>
          <a:xfrm>
            <a:off x="4066674" y="6601537"/>
            <a:ext cx="5233412" cy="70446"/>
            <a:chOff x="4033424" y="6601537"/>
            <a:chExt cx="5233412" cy="70446"/>
          </a:xfrm>
        </p:grpSpPr>
        <p:cxnSp>
          <p:nvCxnSpPr>
            <p:cNvPr id="125" name="Google Shape;125;p29">
              <a:extLst>
                <a:ext uri="{FF2B5EF4-FFF2-40B4-BE49-F238E27FC236}">
                  <a16:creationId xmlns:a16="http://schemas.microsoft.com/office/drawing/2014/main" id="{7FF838EA-2E3A-B71E-A2FA-2BABE0621D29}"/>
                </a:ext>
              </a:extLst>
            </p:cNvPr>
            <p:cNvCxnSpPr/>
            <p:nvPr/>
          </p:nvCxnSpPr>
          <p:spPr>
            <a:xfrm rot="10800000">
              <a:off x="4033424" y="6639606"/>
              <a:ext cx="5164651" cy="0"/>
            </a:xfrm>
            <a:prstGeom prst="straightConnector1">
              <a:avLst/>
            </a:prstGeom>
            <a:noFill/>
            <a:ln w="9525" cap="flat" cmpd="sng">
              <a:solidFill>
                <a:srgbClr val="13294B"/>
              </a:solidFill>
              <a:prstDash val="solid"/>
              <a:round/>
              <a:headEnd type="none" w="sm" len="sm"/>
              <a:tailEnd type="none" w="sm" len="sm"/>
            </a:ln>
          </p:spPr>
        </p:cxnSp>
        <p:sp>
          <p:nvSpPr>
            <p:cNvPr id="126" name="Google Shape;126;p29">
              <a:extLst>
                <a:ext uri="{FF2B5EF4-FFF2-40B4-BE49-F238E27FC236}">
                  <a16:creationId xmlns:a16="http://schemas.microsoft.com/office/drawing/2014/main" id="{596DA638-7CF5-5C2A-F32C-FE089F744916}"/>
                </a:ext>
              </a:extLst>
            </p:cNvPr>
            <p:cNvSpPr/>
            <p:nvPr/>
          </p:nvSpPr>
          <p:spPr>
            <a:xfrm>
              <a:off x="9196390" y="6601537"/>
              <a:ext cx="70446" cy="70446"/>
            </a:xfrm>
            <a:prstGeom prst="ellipse">
              <a:avLst/>
            </a:prstGeom>
            <a:solidFill>
              <a:srgbClr val="13294B"/>
            </a:solidFill>
            <a:ln>
              <a:noFill/>
            </a:ln>
          </p:spPr>
          <p:txBody>
            <a:bodyPr spcFirstLastPara="1" wrap="square" lIns="91425" tIns="45700" rIns="91425" bIns="45700" anchor="ctr" anchorCtr="0">
              <a:noAutofit/>
            </a:bodyPr>
            <a:lstStyle/>
            <a:p>
              <a:pPr marL="0" marR="0" lvl="0" indent="0" algn="ctr" rtl="0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None/>
              </a:pPr>
              <a:endParaRPr sz="1400" b="0" i="0" u="none" strike="noStrike" cap="none">
                <a:solidFill>
                  <a:srgbClr val="13294B"/>
                </a:solidFill>
                <a:latin typeface="Atkinson Hyperlegible Next"/>
                <a:ea typeface="Arial"/>
                <a:cs typeface="Arial"/>
                <a:sym typeface="Arial"/>
              </a:endParaRPr>
            </a:p>
          </p:txBody>
        </p:sp>
      </p:grpSp>
      <p:sp>
        <p:nvSpPr>
          <p:cNvPr id="2" name="TextBox 1">
            <a:extLst>
              <a:ext uri="{FF2B5EF4-FFF2-40B4-BE49-F238E27FC236}">
                <a16:creationId xmlns:a16="http://schemas.microsoft.com/office/drawing/2014/main" id="{48F1AF25-5F21-2287-8C45-C570B7ECC68C}"/>
              </a:ext>
            </a:extLst>
          </p:cNvPr>
          <p:cNvSpPr txBox="1"/>
          <p:nvPr/>
        </p:nvSpPr>
        <p:spPr>
          <a:xfrm>
            <a:off x="376807" y="4254500"/>
            <a:ext cx="11180702" cy="923330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marL="0" marR="0" lvl="0" indent="0" algn="l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3000"/>
              <a:buFont typeface="Arial"/>
              <a:buNone/>
              <a:tabLst/>
              <a:defRPr/>
            </a:pPr>
            <a:r>
              <a:rPr kumimoji="0" lang="en-US" sz="1800" b="0" i="0" u="none" strike="noStrike" kern="0" cap="none" spc="0" normalizeH="0" baseline="0" noProof="0" dirty="0">
                <a:ln>
                  <a:noFill/>
                </a:ln>
                <a:solidFill>
                  <a:srgbClr val="000000"/>
                </a:solidFill>
                <a:effectLst/>
                <a:uLnTx/>
                <a:uFillTx/>
                <a:latin typeface="Atkinson Hyperlegible Next"/>
                <a:ea typeface="Arial"/>
                <a:cs typeface="Arial"/>
                <a:sym typeface="Arial"/>
              </a:rPr>
              <a:t>Prone to make mistakes if you need to manually type this out! For example, there are </a:t>
            </a:r>
            <a:r>
              <a:rPr kumimoji="0" lang="en-US" sz="1800" b="1" i="0" u="none" strike="noStrike" kern="0" cap="none" spc="0" normalizeH="0" baseline="0" noProof="0" dirty="0">
                <a:ln>
                  <a:noFill/>
                </a:ln>
                <a:solidFill>
                  <a:srgbClr val="000000"/>
                </a:solidFill>
                <a:effectLst/>
                <a:uLnTx/>
                <a:uFillTx/>
                <a:latin typeface="Atkinson Hyperlegible Next"/>
                <a:ea typeface="Arial"/>
                <a:cs typeface="Arial"/>
                <a:sym typeface="Arial"/>
              </a:rPr>
              <a:t>33-bits </a:t>
            </a:r>
            <a:r>
              <a:rPr kumimoji="0" lang="en-US" sz="1800" b="0" i="0" u="none" strike="noStrike" kern="0" cap="none" spc="0" normalizeH="0" baseline="0" noProof="0" dirty="0">
                <a:ln>
                  <a:noFill/>
                </a:ln>
                <a:solidFill>
                  <a:srgbClr val="000000"/>
                </a:solidFill>
                <a:effectLst/>
                <a:uLnTx/>
                <a:uFillTx/>
                <a:latin typeface="Atkinson Hyperlegible Next"/>
                <a:ea typeface="Arial"/>
                <a:cs typeface="Arial"/>
                <a:sym typeface="Arial"/>
              </a:rPr>
              <a:t>above, not 32!</a:t>
            </a:r>
          </a:p>
          <a:p>
            <a:pPr marL="0" marR="0" lvl="0" indent="0" algn="l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3000"/>
              <a:buFont typeface="Arial"/>
              <a:buNone/>
              <a:tabLst/>
              <a:defRPr/>
            </a:pPr>
            <a:endParaRPr kumimoji="0" lang="en-US" sz="1800" b="0" i="0" u="none" strike="noStrike" kern="0" cap="none" spc="0" normalizeH="0" baseline="0" noProof="0" dirty="0">
              <a:ln>
                <a:noFill/>
              </a:ln>
              <a:solidFill>
                <a:srgbClr val="000000"/>
              </a:solidFill>
              <a:effectLst/>
              <a:uLnTx/>
              <a:uFillTx/>
              <a:latin typeface="Atkinson Hyperlegible Next"/>
              <a:ea typeface="Arial"/>
              <a:cs typeface="Arial"/>
              <a:sym typeface="Arial"/>
            </a:endParaRPr>
          </a:p>
          <a:p>
            <a:pPr marL="0" marR="0" lvl="0" indent="0" algn="l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3000"/>
              <a:buFont typeface="Arial"/>
              <a:buNone/>
              <a:tabLst/>
              <a:defRPr/>
            </a:pPr>
            <a:r>
              <a:rPr kumimoji="0" lang="en-US" sz="1800" b="0" i="0" u="none" strike="noStrike" kern="0" cap="none" spc="0" normalizeH="0" baseline="0" noProof="0" dirty="0">
                <a:ln>
                  <a:noFill/>
                </a:ln>
                <a:solidFill>
                  <a:srgbClr val="000000"/>
                </a:solidFill>
                <a:effectLst/>
                <a:uLnTx/>
                <a:uFillTx/>
                <a:latin typeface="Atkinson Hyperlegible Next"/>
                <a:ea typeface="Arial"/>
                <a:cs typeface="Arial"/>
                <a:sym typeface="Arial"/>
              </a:rPr>
              <a:t>Why not use Decimal system? Not as simple to convert from decimal to binary!</a:t>
            </a:r>
          </a:p>
        </p:txBody>
      </p:sp>
    </p:spTree>
    <p:extLst>
      <p:ext uri="{BB962C8B-B14F-4D97-AF65-F5344CB8AC3E}">
        <p14:creationId xmlns:p14="http://schemas.microsoft.com/office/powerpoint/2010/main" val="947783931"/>
      </p:ext>
    </p:extLst>
  </p:cSld>
  <p:clrMapOvr>
    <a:masterClrMapping/>
  </p:clrMapOvr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2" grpId="0"/>
    </p:bldLst>
  </p:timing>
</p:sld>
</file>

<file path=ppt/slides/slide18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Shape 117">
          <a:extLst>
            <a:ext uri="{FF2B5EF4-FFF2-40B4-BE49-F238E27FC236}">
              <a16:creationId xmlns:a16="http://schemas.microsoft.com/office/drawing/2014/main" id="{9935D5C0-4C41-ED87-68EA-17ABC178F6F8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18" name="Google Shape;118;p29">
            <a:extLst>
              <a:ext uri="{FF2B5EF4-FFF2-40B4-BE49-F238E27FC236}">
                <a16:creationId xmlns:a16="http://schemas.microsoft.com/office/drawing/2014/main" id="{F2428BFA-1E18-359E-4492-E6DEADED63B5}"/>
              </a:ext>
            </a:extLst>
          </p:cNvPr>
          <p:cNvSpPr txBox="1">
            <a:spLocks noGrp="1"/>
          </p:cNvSpPr>
          <p:nvPr>
            <p:ph type="body" idx="1"/>
          </p:nvPr>
        </p:nvSpPr>
        <p:spPr>
          <a:xfrm>
            <a:off x="376809" y="1334279"/>
            <a:ext cx="11177401" cy="1052055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t" anchorCtr="0">
            <a:noAutofit/>
          </a:bodyPr>
          <a:lstStyle/>
          <a:p>
            <a:pPr marL="0" indent="0">
              <a:lnSpc>
                <a:spcPct val="100000"/>
              </a:lnSpc>
              <a:spcBef>
                <a:spcPts val="0"/>
              </a:spcBef>
              <a:buSzPts val="3000"/>
              <a:buNone/>
            </a:pPr>
            <a:r>
              <a:rPr lang="en-US" sz="1800" dirty="0">
                <a:latin typeface="Atkinson Hyperlegible Next"/>
                <a:ea typeface="Arial"/>
                <a:cs typeface="Arial"/>
                <a:sym typeface="Arial"/>
              </a:rPr>
              <a:t>Instead of base 10, let’s explore base 16, i.e., hexadecimal base system</a:t>
            </a:r>
          </a:p>
          <a:p>
            <a:pPr marL="0" indent="0">
              <a:lnSpc>
                <a:spcPct val="100000"/>
              </a:lnSpc>
              <a:spcBef>
                <a:spcPts val="0"/>
              </a:spcBef>
              <a:buSzPts val="3000"/>
              <a:buNone/>
            </a:pPr>
            <a:endParaRPr lang="en-US" sz="1800" dirty="0">
              <a:latin typeface="Atkinson Hyperlegible Next"/>
              <a:ea typeface="Arial"/>
              <a:cs typeface="Arial"/>
              <a:sym typeface="Arial"/>
            </a:endParaRPr>
          </a:p>
          <a:p>
            <a:pPr marL="0" indent="0">
              <a:lnSpc>
                <a:spcPct val="100000"/>
              </a:lnSpc>
              <a:spcBef>
                <a:spcPts val="0"/>
              </a:spcBef>
              <a:buSzPts val="3000"/>
              <a:buNone/>
            </a:pPr>
            <a:r>
              <a:rPr lang="en-US" sz="1800" dirty="0">
                <a:latin typeface="Atkinson Hyperlegible Next"/>
                <a:ea typeface="Arial"/>
                <a:cs typeface="Arial"/>
                <a:sym typeface="Arial"/>
              </a:rPr>
              <a:t>Very easy to convert binary to hex (0-9 then A-F):</a:t>
            </a:r>
          </a:p>
          <a:p>
            <a:pPr marL="0" indent="0">
              <a:lnSpc>
                <a:spcPct val="100000"/>
              </a:lnSpc>
              <a:spcBef>
                <a:spcPts val="0"/>
              </a:spcBef>
              <a:buSzPts val="3000"/>
              <a:buNone/>
            </a:pPr>
            <a:endParaRPr lang="en-US" sz="1800" dirty="0">
              <a:latin typeface="Atkinson Hyperlegible Next"/>
              <a:ea typeface="Arial"/>
              <a:cs typeface="Arial"/>
              <a:sym typeface="Arial"/>
            </a:endParaRPr>
          </a:p>
          <a:p>
            <a:pPr marL="0" indent="0">
              <a:lnSpc>
                <a:spcPct val="100000"/>
              </a:lnSpc>
              <a:spcBef>
                <a:spcPts val="0"/>
              </a:spcBef>
              <a:buSzPts val="3000"/>
              <a:buNone/>
            </a:pPr>
            <a:endParaRPr lang="en-US" sz="1800" dirty="0">
              <a:latin typeface="Atkinson Hyperlegible Next"/>
              <a:ea typeface="Arial"/>
              <a:cs typeface="Arial"/>
              <a:sym typeface="Arial"/>
            </a:endParaRPr>
          </a:p>
          <a:p>
            <a:pPr marL="0" indent="0">
              <a:lnSpc>
                <a:spcPct val="100000"/>
              </a:lnSpc>
              <a:spcBef>
                <a:spcPts val="0"/>
              </a:spcBef>
              <a:buSzPts val="3000"/>
              <a:buNone/>
            </a:pPr>
            <a:endParaRPr lang="en-US" sz="1800" dirty="0">
              <a:latin typeface="Atkinson Hyperlegible Next"/>
              <a:ea typeface="Arial"/>
              <a:cs typeface="Arial"/>
              <a:sym typeface="Arial"/>
            </a:endParaRPr>
          </a:p>
          <a:p>
            <a:pPr marL="0" indent="0">
              <a:lnSpc>
                <a:spcPct val="100000"/>
              </a:lnSpc>
              <a:spcBef>
                <a:spcPts val="0"/>
              </a:spcBef>
              <a:buSzPts val="3000"/>
              <a:buNone/>
            </a:pPr>
            <a:endParaRPr lang="en-US" sz="1800" dirty="0">
              <a:latin typeface="Atkinson Hyperlegible Next"/>
              <a:ea typeface="Arial"/>
              <a:cs typeface="Arial"/>
              <a:sym typeface="Arial"/>
            </a:endParaRPr>
          </a:p>
          <a:p>
            <a:pPr marL="0" indent="0">
              <a:lnSpc>
                <a:spcPct val="100000"/>
              </a:lnSpc>
              <a:spcBef>
                <a:spcPts val="0"/>
              </a:spcBef>
              <a:buSzPts val="3000"/>
              <a:buNone/>
            </a:pPr>
            <a:endParaRPr lang="en-US" sz="1800" dirty="0">
              <a:latin typeface="Atkinson Hyperlegible Next"/>
              <a:ea typeface="Arial"/>
              <a:cs typeface="Arial"/>
              <a:sym typeface="Arial"/>
            </a:endParaRPr>
          </a:p>
          <a:p>
            <a:pPr marL="0" indent="0">
              <a:lnSpc>
                <a:spcPct val="100000"/>
              </a:lnSpc>
              <a:spcBef>
                <a:spcPts val="0"/>
              </a:spcBef>
              <a:buSzPts val="3000"/>
              <a:buNone/>
            </a:pPr>
            <a:endParaRPr lang="en-US" sz="1800" dirty="0">
              <a:latin typeface="Atkinson Hyperlegible Next"/>
              <a:ea typeface="Arial"/>
              <a:cs typeface="Arial"/>
              <a:sym typeface="Arial"/>
            </a:endParaRPr>
          </a:p>
          <a:p>
            <a:pPr marL="0" indent="0">
              <a:lnSpc>
                <a:spcPct val="100000"/>
              </a:lnSpc>
              <a:spcBef>
                <a:spcPts val="0"/>
              </a:spcBef>
              <a:buSzPts val="3000"/>
              <a:buNone/>
            </a:pPr>
            <a:endParaRPr lang="en-US" sz="1800" dirty="0">
              <a:latin typeface="Atkinson Hyperlegible Next"/>
              <a:ea typeface="Arial"/>
              <a:cs typeface="Arial"/>
              <a:sym typeface="Arial"/>
            </a:endParaRPr>
          </a:p>
          <a:p>
            <a:pPr marL="0" indent="0">
              <a:lnSpc>
                <a:spcPct val="100000"/>
              </a:lnSpc>
              <a:spcBef>
                <a:spcPts val="0"/>
              </a:spcBef>
              <a:buSzPts val="3000"/>
              <a:buNone/>
            </a:pPr>
            <a:endParaRPr lang="en-US" sz="1800" dirty="0">
              <a:latin typeface="Atkinson Hyperlegible Next"/>
              <a:ea typeface="Arial"/>
              <a:cs typeface="Arial"/>
              <a:sym typeface="Arial"/>
            </a:endParaRPr>
          </a:p>
          <a:p>
            <a:pPr marL="0" indent="0">
              <a:lnSpc>
                <a:spcPct val="100000"/>
              </a:lnSpc>
              <a:spcBef>
                <a:spcPts val="0"/>
              </a:spcBef>
              <a:buSzPts val="3000"/>
              <a:buNone/>
            </a:pPr>
            <a:endParaRPr lang="en-US" sz="1800" dirty="0">
              <a:latin typeface="Atkinson Hyperlegible Next"/>
              <a:ea typeface="Arial"/>
              <a:cs typeface="Arial"/>
              <a:sym typeface="Arial"/>
            </a:endParaRPr>
          </a:p>
        </p:txBody>
      </p:sp>
      <p:sp>
        <p:nvSpPr>
          <p:cNvPr id="119" name="Google Shape;119;p29">
            <a:extLst>
              <a:ext uri="{FF2B5EF4-FFF2-40B4-BE49-F238E27FC236}">
                <a16:creationId xmlns:a16="http://schemas.microsoft.com/office/drawing/2014/main" id="{974EAF3B-345F-0479-2706-C5F0561339D4}"/>
              </a:ext>
            </a:extLst>
          </p:cNvPr>
          <p:cNvSpPr/>
          <p:nvPr/>
        </p:nvSpPr>
        <p:spPr>
          <a:xfrm rot="10800000" flipH="1">
            <a:off x="0" y="0"/>
            <a:ext cx="12192000" cy="868220"/>
          </a:xfrm>
          <a:prstGeom prst="rect">
            <a:avLst/>
          </a:prstGeom>
          <a:solidFill>
            <a:srgbClr val="13294B"/>
          </a:solidFill>
          <a:ln>
            <a:noFill/>
          </a:ln>
        </p:spPr>
        <p:txBody>
          <a:bodyPr spcFirstLastPara="1" wrap="square" lIns="91425" tIns="45700" rIns="91425" bIns="45700" anchor="ctr" anchorCtr="0">
            <a:noAutofit/>
          </a:bodyPr>
          <a:lstStyle/>
          <a:p>
            <a:pPr marL="0" marR="0" lvl="0" indent="0" algn="ctr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1800"/>
              <a:buFont typeface="Calibri"/>
              <a:buNone/>
            </a:pPr>
            <a:endParaRPr sz="1800" b="0" i="0" u="none" strike="noStrike" cap="none">
              <a:solidFill>
                <a:srgbClr val="13294B"/>
              </a:solidFill>
              <a:latin typeface="Atkinson Hyperlegible Next"/>
              <a:ea typeface="Calibri"/>
              <a:cs typeface="Calibri"/>
              <a:sym typeface="Calibri"/>
            </a:endParaRPr>
          </a:p>
        </p:txBody>
      </p:sp>
      <p:sp>
        <p:nvSpPr>
          <p:cNvPr id="120" name="Google Shape;120;p29">
            <a:extLst>
              <a:ext uri="{FF2B5EF4-FFF2-40B4-BE49-F238E27FC236}">
                <a16:creationId xmlns:a16="http://schemas.microsoft.com/office/drawing/2014/main" id="{EBF0E4D0-E790-23C2-2C5D-D24797444929}"/>
              </a:ext>
            </a:extLst>
          </p:cNvPr>
          <p:cNvSpPr txBox="1"/>
          <p:nvPr/>
        </p:nvSpPr>
        <p:spPr>
          <a:xfrm>
            <a:off x="376810" y="204051"/>
            <a:ext cx="10910026" cy="461624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t" anchorCtr="0">
            <a:spAutoFit/>
          </a:bodyPr>
          <a:lstStyle/>
          <a:p>
            <a:pPr marL="0" marR="0" lvl="0" indent="0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2400"/>
              <a:buFont typeface="Arial"/>
              <a:buNone/>
            </a:pPr>
            <a:r>
              <a:rPr lang="en-US" sz="2400" b="0" i="0" u="none" strike="noStrike" cap="none" dirty="0">
                <a:solidFill>
                  <a:schemeClr val="lt1"/>
                </a:solidFill>
                <a:latin typeface="Atkinson Hyperlegible Next"/>
                <a:ea typeface="Arial"/>
                <a:cs typeface="Arial"/>
                <a:sym typeface="Arial"/>
              </a:rPr>
              <a:t>Hexadecimal</a:t>
            </a:r>
            <a:endParaRPr sz="2400" b="0" i="0" u="none" strike="noStrike" cap="none" dirty="0">
              <a:solidFill>
                <a:schemeClr val="lt1"/>
              </a:solidFill>
              <a:latin typeface="Atkinson Hyperlegible Next"/>
              <a:ea typeface="Arial"/>
              <a:cs typeface="Arial"/>
              <a:sym typeface="Arial"/>
            </a:endParaRPr>
          </a:p>
        </p:txBody>
      </p:sp>
      <p:pic>
        <p:nvPicPr>
          <p:cNvPr id="121" name="Google Shape;121;p29">
            <a:extLst>
              <a:ext uri="{FF2B5EF4-FFF2-40B4-BE49-F238E27FC236}">
                <a16:creationId xmlns:a16="http://schemas.microsoft.com/office/drawing/2014/main" id="{8BF71259-9DE7-40F5-630A-E5129BC53E3F}"/>
              </a:ext>
            </a:extLst>
          </p:cNvPr>
          <p:cNvPicPr preferRelativeResize="0"/>
          <p:nvPr/>
        </p:nvPicPr>
        <p:blipFill rotWithShape="1">
          <a:blip r:embed="rId3">
            <a:alphaModFix/>
          </a:blip>
          <a:srcRect/>
          <a:stretch/>
        </p:blipFill>
        <p:spPr>
          <a:xfrm>
            <a:off x="11557509" y="233819"/>
            <a:ext cx="271308" cy="389810"/>
          </a:xfrm>
          <a:prstGeom prst="rect">
            <a:avLst/>
          </a:prstGeom>
          <a:noFill/>
          <a:ln>
            <a:noFill/>
          </a:ln>
        </p:spPr>
      </p:pic>
      <p:sp>
        <p:nvSpPr>
          <p:cNvPr id="122" name="Google Shape;122;p29">
            <a:extLst>
              <a:ext uri="{FF2B5EF4-FFF2-40B4-BE49-F238E27FC236}">
                <a16:creationId xmlns:a16="http://schemas.microsoft.com/office/drawing/2014/main" id="{41BB80D2-43E6-240C-FB51-71CBF8BC68E6}"/>
              </a:ext>
            </a:extLst>
          </p:cNvPr>
          <p:cNvSpPr txBox="1"/>
          <p:nvPr/>
        </p:nvSpPr>
        <p:spPr>
          <a:xfrm>
            <a:off x="9335597" y="6524381"/>
            <a:ext cx="2473415" cy="230792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t" anchorCtr="0">
            <a:spAutoFit/>
          </a:bodyPr>
          <a:lstStyle/>
          <a:p>
            <a:pPr marL="0" marR="0" lvl="0" indent="0" algn="r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en-US" sz="900" b="0" i="0" u="none" strike="noStrike" cap="none">
                <a:solidFill>
                  <a:srgbClr val="13294B"/>
                </a:solidFill>
                <a:latin typeface="Atkinson Hyperlegible Next"/>
                <a:ea typeface="Arial"/>
                <a:cs typeface="Arial"/>
                <a:sym typeface="Arial"/>
              </a:rPr>
              <a:t>GRAINGER ENGINEERING</a:t>
            </a:r>
            <a:endParaRPr/>
          </a:p>
        </p:txBody>
      </p:sp>
      <p:sp>
        <p:nvSpPr>
          <p:cNvPr id="123" name="Google Shape;123;p29">
            <a:extLst>
              <a:ext uri="{FF2B5EF4-FFF2-40B4-BE49-F238E27FC236}">
                <a16:creationId xmlns:a16="http://schemas.microsoft.com/office/drawing/2014/main" id="{044F356B-6FEC-7187-AA59-9515521CB6FD}"/>
              </a:ext>
            </a:extLst>
          </p:cNvPr>
          <p:cNvSpPr txBox="1"/>
          <p:nvPr/>
        </p:nvSpPr>
        <p:spPr>
          <a:xfrm>
            <a:off x="376807" y="6524381"/>
            <a:ext cx="7991337" cy="230792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t" anchorCtr="0">
            <a:spAutoFit/>
          </a:bodyPr>
          <a:lstStyle/>
          <a:p>
            <a:pPr marL="0" marR="0" lvl="0" indent="0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en-US" sz="900" dirty="0">
                <a:solidFill>
                  <a:srgbClr val="13294B"/>
                </a:solidFill>
              </a:rPr>
              <a:t>SYSTEMS ENGINEERING </a:t>
            </a:r>
            <a:endParaRPr dirty="0"/>
          </a:p>
        </p:txBody>
      </p:sp>
      <p:grpSp>
        <p:nvGrpSpPr>
          <p:cNvPr id="124" name="Google Shape;124;p29">
            <a:extLst>
              <a:ext uri="{FF2B5EF4-FFF2-40B4-BE49-F238E27FC236}">
                <a16:creationId xmlns:a16="http://schemas.microsoft.com/office/drawing/2014/main" id="{C60CB545-D058-A201-A7DE-B0CAB3EF6472}"/>
              </a:ext>
            </a:extLst>
          </p:cNvPr>
          <p:cNvGrpSpPr/>
          <p:nvPr/>
        </p:nvGrpSpPr>
        <p:grpSpPr>
          <a:xfrm>
            <a:off x="4066674" y="6601537"/>
            <a:ext cx="5233412" cy="70446"/>
            <a:chOff x="4033424" y="6601537"/>
            <a:chExt cx="5233412" cy="70446"/>
          </a:xfrm>
        </p:grpSpPr>
        <p:cxnSp>
          <p:nvCxnSpPr>
            <p:cNvPr id="125" name="Google Shape;125;p29">
              <a:extLst>
                <a:ext uri="{FF2B5EF4-FFF2-40B4-BE49-F238E27FC236}">
                  <a16:creationId xmlns:a16="http://schemas.microsoft.com/office/drawing/2014/main" id="{1476572C-1F90-D6F3-6426-1CC4D407A542}"/>
                </a:ext>
              </a:extLst>
            </p:cNvPr>
            <p:cNvCxnSpPr/>
            <p:nvPr/>
          </p:nvCxnSpPr>
          <p:spPr>
            <a:xfrm rot="10800000">
              <a:off x="4033424" y="6639606"/>
              <a:ext cx="5164651" cy="0"/>
            </a:xfrm>
            <a:prstGeom prst="straightConnector1">
              <a:avLst/>
            </a:prstGeom>
            <a:noFill/>
            <a:ln w="9525" cap="flat" cmpd="sng">
              <a:solidFill>
                <a:srgbClr val="13294B"/>
              </a:solidFill>
              <a:prstDash val="solid"/>
              <a:round/>
              <a:headEnd type="none" w="sm" len="sm"/>
              <a:tailEnd type="none" w="sm" len="sm"/>
            </a:ln>
          </p:spPr>
        </p:cxnSp>
        <p:sp>
          <p:nvSpPr>
            <p:cNvPr id="126" name="Google Shape;126;p29">
              <a:extLst>
                <a:ext uri="{FF2B5EF4-FFF2-40B4-BE49-F238E27FC236}">
                  <a16:creationId xmlns:a16="http://schemas.microsoft.com/office/drawing/2014/main" id="{90FDA6F1-B24E-B555-7032-50C75058682A}"/>
                </a:ext>
              </a:extLst>
            </p:cNvPr>
            <p:cNvSpPr/>
            <p:nvPr/>
          </p:nvSpPr>
          <p:spPr>
            <a:xfrm>
              <a:off x="9196390" y="6601537"/>
              <a:ext cx="70446" cy="70446"/>
            </a:xfrm>
            <a:prstGeom prst="ellipse">
              <a:avLst/>
            </a:prstGeom>
            <a:solidFill>
              <a:srgbClr val="13294B"/>
            </a:solidFill>
            <a:ln>
              <a:noFill/>
            </a:ln>
          </p:spPr>
          <p:txBody>
            <a:bodyPr spcFirstLastPara="1" wrap="square" lIns="91425" tIns="45700" rIns="91425" bIns="45700" anchor="ctr" anchorCtr="0">
              <a:noAutofit/>
            </a:bodyPr>
            <a:lstStyle/>
            <a:p>
              <a:pPr marL="0" marR="0" lvl="0" indent="0" algn="ctr" rtl="0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None/>
              </a:pPr>
              <a:endParaRPr sz="1400" b="0" i="0" u="none" strike="noStrike" cap="none">
                <a:solidFill>
                  <a:srgbClr val="13294B"/>
                </a:solidFill>
                <a:latin typeface="Atkinson Hyperlegible Next"/>
                <a:ea typeface="Arial"/>
                <a:cs typeface="Arial"/>
                <a:sym typeface="Arial"/>
              </a:endParaRPr>
            </a:p>
          </p:txBody>
        </p:sp>
      </p:grpSp>
      <p:graphicFrame>
        <p:nvGraphicFramePr>
          <p:cNvPr id="3" name="Table 2">
            <a:extLst>
              <a:ext uri="{FF2B5EF4-FFF2-40B4-BE49-F238E27FC236}">
                <a16:creationId xmlns:a16="http://schemas.microsoft.com/office/drawing/2014/main" id="{312A5808-068D-5FB9-19E9-65DFB027BC68}"/>
              </a:ext>
            </a:extLst>
          </p:cNvPr>
          <p:cNvGraphicFramePr>
            <a:graphicFrameLocks noGrp="1"/>
          </p:cNvGraphicFramePr>
          <p:nvPr>
            <p:extLst>
              <p:ext uri="{D42A27DB-BD31-4B8C-83A1-F6EECF244321}">
                <p14:modId xmlns:p14="http://schemas.microsoft.com/office/powerpoint/2010/main" val="3618201903"/>
              </p:ext>
            </p:extLst>
          </p:nvPr>
        </p:nvGraphicFramePr>
        <p:xfrm>
          <a:off x="1720850" y="2501900"/>
          <a:ext cx="8127999" cy="1854200"/>
        </p:xfrm>
        <a:graphic>
          <a:graphicData uri="http://schemas.openxmlformats.org/drawingml/2006/table">
            <a:tbl>
              <a:tblPr firstRow="1" bandRow="1">
                <a:tableStyleId>{5C22544A-7EE6-4342-B048-85BDC9FD1C3A}</a:tableStyleId>
              </a:tblPr>
              <a:tblGrid>
                <a:gridCol w="2709333">
                  <a:extLst>
                    <a:ext uri="{9D8B030D-6E8A-4147-A177-3AD203B41FA5}">
                      <a16:colId xmlns:a16="http://schemas.microsoft.com/office/drawing/2014/main" val="1207646052"/>
                    </a:ext>
                  </a:extLst>
                </a:gridCol>
                <a:gridCol w="2709333">
                  <a:extLst>
                    <a:ext uri="{9D8B030D-6E8A-4147-A177-3AD203B41FA5}">
                      <a16:colId xmlns:a16="http://schemas.microsoft.com/office/drawing/2014/main" val="2445483742"/>
                    </a:ext>
                  </a:extLst>
                </a:gridCol>
                <a:gridCol w="2709333">
                  <a:extLst>
                    <a:ext uri="{9D8B030D-6E8A-4147-A177-3AD203B41FA5}">
                      <a16:colId xmlns:a16="http://schemas.microsoft.com/office/drawing/2014/main" val="2026562162"/>
                    </a:ext>
                  </a:extLst>
                </a:gridCol>
              </a:tblGrid>
              <a:tr h="370840">
                <a:tc>
                  <a:txBody>
                    <a:bodyPr/>
                    <a:lstStyle/>
                    <a:p>
                      <a:r>
                        <a:rPr lang="en-US" dirty="0"/>
                        <a:t>Binary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r>
                        <a:rPr lang="en-US" dirty="0" err="1"/>
                        <a:t>Hexidecimal</a:t>
                      </a:r>
                      <a:endParaRPr lang="en-US" dirty="0"/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r>
                        <a:rPr lang="en-US" dirty="0"/>
                        <a:t>Decimal</a:t>
                      </a:r>
                    </a:p>
                  </a:txBody>
                  <a:tcPr/>
                </a:tc>
                <a:extLst>
                  <a:ext uri="{0D108BD9-81ED-4DB2-BD59-A6C34878D82A}">
                    <a16:rowId xmlns:a16="http://schemas.microsoft.com/office/drawing/2014/main" val="3944417571"/>
                  </a:ext>
                </a:extLst>
              </a:tr>
              <a:tr h="370840">
                <a:tc>
                  <a:txBody>
                    <a:bodyPr/>
                    <a:lstStyle/>
                    <a:p>
                      <a:r>
                        <a:rPr lang="en-US" dirty="0"/>
                        <a:t>0000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r>
                        <a:rPr lang="en-US" dirty="0"/>
                        <a:t>0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r>
                        <a:rPr lang="en-US" dirty="0"/>
                        <a:t>0</a:t>
                      </a:r>
                    </a:p>
                  </a:txBody>
                  <a:tcPr/>
                </a:tc>
                <a:extLst>
                  <a:ext uri="{0D108BD9-81ED-4DB2-BD59-A6C34878D82A}">
                    <a16:rowId xmlns:a16="http://schemas.microsoft.com/office/drawing/2014/main" val="3275023116"/>
                  </a:ext>
                </a:extLst>
              </a:tr>
              <a:tr h="370840">
                <a:tc>
                  <a:txBody>
                    <a:bodyPr/>
                    <a:lstStyle/>
                    <a:p>
                      <a:r>
                        <a:rPr lang="en-US" dirty="0"/>
                        <a:t>0001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r>
                        <a:rPr lang="en-US" dirty="0"/>
                        <a:t>1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r>
                        <a:rPr lang="en-US" dirty="0"/>
                        <a:t>1</a:t>
                      </a:r>
                    </a:p>
                  </a:txBody>
                  <a:tcPr/>
                </a:tc>
                <a:extLst>
                  <a:ext uri="{0D108BD9-81ED-4DB2-BD59-A6C34878D82A}">
                    <a16:rowId xmlns:a16="http://schemas.microsoft.com/office/drawing/2014/main" val="2984900594"/>
                  </a:ext>
                </a:extLst>
              </a:tr>
              <a:tr h="370840">
                <a:tc>
                  <a:txBody>
                    <a:bodyPr/>
                    <a:lstStyle/>
                    <a:p>
                      <a:r>
                        <a:rPr lang="en-US" dirty="0"/>
                        <a:t>1010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r>
                        <a:rPr lang="en-US" dirty="0"/>
                        <a:t>A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r>
                        <a:rPr lang="en-US" dirty="0"/>
                        <a:t>10</a:t>
                      </a:r>
                    </a:p>
                  </a:txBody>
                  <a:tcPr/>
                </a:tc>
                <a:extLst>
                  <a:ext uri="{0D108BD9-81ED-4DB2-BD59-A6C34878D82A}">
                    <a16:rowId xmlns:a16="http://schemas.microsoft.com/office/drawing/2014/main" val="2480441898"/>
                  </a:ext>
                </a:extLst>
              </a:tr>
              <a:tr h="370840">
                <a:tc>
                  <a:txBody>
                    <a:bodyPr/>
                    <a:lstStyle/>
                    <a:p>
                      <a:r>
                        <a:rPr lang="en-US" dirty="0"/>
                        <a:t>1111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r>
                        <a:rPr lang="en-US" dirty="0"/>
                        <a:t>F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r>
                        <a:rPr lang="en-US" dirty="0"/>
                        <a:t>15</a:t>
                      </a:r>
                    </a:p>
                  </a:txBody>
                  <a:tcPr/>
                </a:tc>
                <a:extLst>
                  <a:ext uri="{0D108BD9-81ED-4DB2-BD59-A6C34878D82A}">
                    <a16:rowId xmlns:a16="http://schemas.microsoft.com/office/drawing/2014/main" val="1219560062"/>
                  </a:ext>
                </a:extLst>
              </a:tr>
            </a:tbl>
          </a:graphicData>
        </a:graphic>
      </p:graphicFrame>
      <p:sp>
        <p:nvSpPr>
          <p:cNvPr id="4" name="TextBox 3">
            <a:extLst>
              <a:ext uri="{FF2B5EF4-FFF2-40B4-BE49-F238E27FC236}">
                <a16:creationId xmlns:a16="http://schemas.microsoft.com/office/drawing/2014/main" id="{2BEE2F4C-2FDB-0B1E-F74F-1A67D3C37081}"/>
              </a:ext>
            </a:extLst>
          </p:cNvPr>
          <p:cNvSpPr txBox="1"/>
          <p:nvPr/>
        </p:nvSpPr>
        <p:spPr>
          <a:xfrm>
            <a:off x="376807" y="4597400"/>
            <a:ext cx="10910029" cy="1754326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en-US" sz="1800" dirty="0"/>
              <a:t>E</a:t>
            </a:r>
            <a:r>
              <a:rPr kumimoji="0" lang="en-US" sz="1800" b="0" i="0" u="none" strike="noStrike" kern="0" cap="none" spc="0" normalizeH="0" baseline="0" noProof="0" dirty="0">
                <a:ln>
                  <a:noFill/>
                </a:ln>
                <a:solidFill>
                  <a:srgbClr val="000000"/>
                </a:solidFill>
                <a:effectLst/>
                <a:uLnTx/>
                <a:uFillTx/>
                <a:latin typeface="Atkinson Hyperlegible Next"/>
                <a:ea typeface="Arial"/>
                <a:cs typeface="Arial"/>
                <a:sym typeface="Arial"/>
              </a:rPr>
              <a:t>very 4-bits = 1 hex value, makes things much easier to compress, much easier to look at!</a:t>
            </a:r>
          </a:p>
          <a:p>
            <a:endParaRPr lang="en-US" sz="1800" dirty="0"/>
          </a:p>
          <a:p>
            <a:r>
              <a:rPr lang="en-US" sz="1800" dirty="0">
                <a:solidFill>
                  <a:srgbClr val="005032"/>
                </a:solidFill>
                <a:latin typeface="Consolas" panose="020B0609020204030204" pitchFamily="49" charset="0"/>
              </a:rPr>
              <a:t>int32_t</a:t>
            </a:r>
            <a:r>
              <a:rPr lang="en-US" sz="1800" dirty="0">
                <a:solidFill>
                  <a:srgbClr val="000000"/>
                </a:solidFill>
                <a:latin typeface="Consolas" panose="020B0609020204030204" pitchFamily="49" charset="0"/>
              </a:rPr>
              <a:t> x = 0xC8190824;</a:t>
            </a:r>
          </a:p>
          <a:p>
            <a:pPr marL="0" marR="0" lvl="0" indent="0" algn="l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Tx/>
              <a:buFont typeface="Arial"/>
              <a:buNone/>
              <a:tabLst/>
              <a:defRPr/>
            </a:pPr>
            <a:r>
              <a:rPr kumimoji="0" lang="en-US" sz="1800" b="0" i="0" u="none" strike="noStrike" kern="0" cap="none" spc="0" normalizeH="0" baseline="0" noProof="0" dirty="0">
                <a:ln>
                  <a:noFill/>
                </a:ln>
                <a:solidFill>
                  <a:srgbClr val="005032"/>
                </a:solidFill>
                <a:effectLst/>
                <a:uLnTx/>
                <a:uFillTx/>
                <a:latin typeface="Consolas" panose="020B0609020204030204" pitchFamily="49" charset="0"/>
                <a:cs typeface="Arial"/>
                <a:sym typeface="Arial"/>
              </a:rPr>
              <a:t>int16_t</a:t>
            </a:r>
            <a:r>
              <a:rPr kumimoji="0" lang="en-US" sz="1800" b="0" i="0" u="none" strike="noStrike" kern="0" cap="none" spc="0" normalizeH="0" baseline="0" noProof="0" dirty="0">
                <a:ln>
                  <a:noFill/>
                </a:ln>
                <a:solidFill>
                  <a:srgbClr val="000000"/>
                </a:solidFill>
                <a:effectLst/>
                <a:uLnTx/>
                <a:uFillTx/>
                <a:latin typeface="Consolas" panose="020B0609020204030204" pitchFamily="49" charset="0"/>
                <a:cs typeface="Arial"/>
                <a:sym typeface="Arial"/>
              </a:rPr>
              <a:t> x = 0x0824;</a:t>
            </a:r>
          </a:p>
          <a:p>
            <a:pPr marL="0" marR="0" lvl="0" indent="0" algn="l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Tx/>
              <a:buFont typeface="Arial"/>
              <a:buNone/>
              <a:tabLst/>
              <a:defRPr/>
            </a:pPr>
            <a:endParaRPr lang="en-US" sz="1800" dirty="0">
              <a:latin typeface="Consolas" panose="020B0609020204030204" pitchFamily="49" charset="0"/>
            </a:endParaRPr>
          </a:p>
          <a:p>
            <a:pPr lvl="0">
              <a:defRPr/>
            </a:pPr>
            <a:r>
              <a:rPr lang="en-US" sz="1800" dirty="0"/>
              <a:t>Windows Calculator set to programming mode can easily do the conversion!</a:t>
            </a:r>
            <a:endParaRPr kumimoji="0" lang="en-US" sz="1800" b="0" i="0" u="none" strike="noStrike" kern="0" cap="none" spc="0" normalizeH="0" baseline="0" noProof="0" dirty="0">
              <a:ln>
                <a:noFill/>
              </a:ln>
              <a:solidFill>
                <a:srgbClr val="000000"/>
              </a:solidFill>
              <a:effectLst/>
              <a:uLnTx/>
              <a:uFillTx/>
              <a:latin typeface="Consolas" panose="020B0609020204030204" pitchFamily="49" charset="0"/>
              <a:cs typeface="Arial"/>
              <a:sym typeface="Arial"/>
            </a:endParaRPr>
          </a:p>
        </p:txBody>
      </p:sp>
    </p:spTree>
    <p:extLst>
      <p:ext uri="{BB962C8B-B14F-4D97-AF65-F5344CB8AC3E}">
        <p14:creationId xmlns:p14="http://schemas.microsoft.com/office/powerpoint/2010/main" val="2769463025"/>
      </p:ext>
    </p:extLst>
  </p:cSld>
  <p:clrMapOvr>
    <a:masterClrMapping/>
  </p:clrMapOvr>
</p:sld>
</file>

<file path=ppt/slides/slide19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Shape 117">
          <a:extLst>
            <a:ext uri="{FF2B5EF4-FFF2-40B4-BE49-F238E27FC236}">
              <a16:creationId xmlns:a16="http://schemas.microsoft.com/office/drawing/2014/main" id="{74056B78-B910-A511-41E5-DB6A25780D63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18" name="Google Shape;118;p29">
            <a:extLst>
              <a:ext uri="{FF2B5EF4-FFF2-40B4-BE49-F238E27FC236}">
                <a16:creationId xmlns:a16="http://schemas.microsoft.com/office/drawing/2014/main" id="{1DA402EC-2306-AEDB-4671-C167E6DF7391}"/>
              </a:ext>
            </a:extLst>
          </p:cNvPr>
          <p:cNvSpPr txBox="1">
            <a:spLocks noGrp="1"/>
          </p:cNvSpPr>
          <p:nvPr>
            <p:ph type="body" idx="1"/>
          </p:nvPr>
        </p:nvSpPr>
        <p:spPr>
          <a:xfrm>
            <a:off x="376809" y="1334279"/>
            <a:ext cx="11177401" cy="4945509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t" anchorCtr="0">
            <a:noAutofit/>
          </a:bodyPr>
          <a:lstStyle/>
          <a:p>
            <a:pPr marL="0" indent="0">
              <a:lnSpc>
                <a:spcPct val="100000"/>
              </a:lnSpc>
              <a:spcBef>
                <a:spcPts val="0"/>
              </a:spcBef>
              <a:buSzPts val="3000"/>
              <a:buNone/>
            </a:pPr>
            <a:r>
              <a:rPr lang="en-US" sz="1800" dirty="0">
                <a:latin typeface="Atkinson Hyperlegible Next"/>
                <a:ea typeface="Arial"/>
                <a:cs typeface="Arial"/>
                <a:sym typeface="Arial"/>
              </a:rPr>
              <a:t>Bit number starts at 0</a:t>
            </a:r>
          </a:p>
          <a:p>
            <a:pPr marL="0" indent="0">
              <a:lnSpc>
                <a:spcPct val="100000"/>
              </a:lnSpc>
              <a:spcBef>
                <a:spcPts val="0"/>
              </a:spcBef>
              <a:buSzPts val="3000"/>
              <a:buNone/>
            </a:pPr>
            <a:endParaRPr lang="en-US" sz="1800" dirty="0">
              <a:latin typeface="Atkinson Hyperlegible Next"/>
              <a:ea typeface="Arial"/>
              <a:cs typeface="Arial"/>
              <a:sym typeface="Arial"/>
            </a:endParaRPr>
          </a:p>
          <a:p>
            <a:pPr marL="0" indent="0">
              <a:lnSpc>
                <a:spcPct val="100000"/>
              </a:lnSpc>
              <a:spcBef>
                <a:spcPts val="0"/>
              </a:spcBef>
              <a:buSzPts val="3000"/>
              <a:buNone/>
            </a:pPr>
            <a:r>
              <a:rPr lang="en-US" sz="1800" dirty="0">
                <a:latin typeface="Atkinson Hyperlegible Next"/>
                <a:ea typeface="Arial"/>
                <a:cs typeface="Arial"/>
                <a:sym typeface="Arial"/>
              </a:rPr>
              <a:t>Bit 0 → 2</a:t>
            </a:r>
            <a:r>
              <a:rPr lang="en-US" sz="1800" baseline="30000" dirty="0">
                <a:latin typeface="Atkinson Hyperlegible Next"/>
                <a:ea typeface="Arial"/>
                <a:cs typeface="Arial"/>
                <a:sym typeface="Arial"/>
              </a:rPr>
              <a:t>0</a:t>
            </a:r>
          </a:p>
          <a:p>
            <a:pPr marL="0" indent="0">
              <a:lnSpc>
                <a:spcPct val="100000"/>
              </a:lnSpc>
              <a:spcBef>
                <a:spcPts val="0"/>
              </a:spcBef>
              <a:buSzPts val="3000"/>
              <a:buNone/>
            </a:pPr>
            <a:r>
              <a:rPr lang="en-US" sz="1800" dirty="0">
                <a:latin typeface="Atkinson Hyperlegible Next"/>
                <a:ea typeface="Arial"/>
                <a:cs typeface="Arial"/>
                <a:sym typeface="Arial"/>
              </a:rPr>
              <a:t>Bit 1 → 2</a:t>
            </a:r>
            <a:r>
              <a:rPr lang="en-US" sz="1800" baseline="30000" dirty="0">
                <a:latin typeface="Atkinson Hyperlegible Next"/>
                <a:ea typeface="Arial"/>
                <a:cs typeface="Arial"/>
                <a:sym typeface="Arial"/>
              </a:rPr>
              <a:t>1</a:t>
            </a:r>
          </a:p>
          <a:p>
            <a:pPr marL="0" indent="0">
              <a:lnSpc>
                <a:spcPct val="100000"/>
              </a:lnSpc>
              <a:spcBef>
                <a:spcPts val="0"/>
              </a:spcBef>
              <a:buSzPts val="3000"/>
              <a:buNone/>
            </a:pPr>
            <a:r>
              <a:rPr lang="en-US" sz="1800" dirty="0">
                <a:latin typeface="Atkinson Hyperlegible Next"/>
                <a:ea typeface="Arial"/>
                <a:cs typeface="Arial"/>
                <a:sym typeface="Arial"/>
              </a:rPr>
              <a:t>Bit 5 → 2</a:t>
            </a:r>
            <a:r>
              <a:rPr lang="en-US" sz="1800" baseline="30000" dirty="0">
                <a:latin typeface="Atkinson Hyperlegible Next"/>
                <a:ea typeface="Arial"/>
                <a:cs typeface="Arial"/>
                <a:sym typeface="Arial"/>
              </a:rPr>
              <a:t>5</a:t>
            </a:r>
            <a:r>
              <a:rPr lang="en-US" sz="1800" dirty="0">
                <a:latin typeface="Atkinson Hyperlegible Next"/>
                <a:ea typeface="Arial"/>
                <a:cs typeface="Arial"/>
                <a:sym typeface="Arial"/>
              </a:rPr>
              <a:t> = 32 = 0x20</a:t>
            </a:r>
          </a:p>
          <a:p>
            <a:pPr marL="0" indent="0">
              <a:lnSpc>
                <a:spcPct val="100000"/>
              </a:lnSpc>
              <a:spcBef>
                <a:spcPts val="0"/>
              </a:spcBef>
              <a:buSzPts val="3000"/>
              <a:buNone/>
            </a:pPr>
            <a:endParaRPr lang="en-US" sz="1800" dirty="0">
              <a:latin typeface="Atkinson Hyperlegible Next"/>
              <a:ea typeface="Arial"/>
              <a:cs typeface="Arial"/>
              <a:sym typeface="Arial"/>
            </a:endParaRPr>
          </a:p>
          <a:p>
            <a:pPr marL="0" indent="0">
              <a:lnSpc>
                <a:spcPct val="100000"/>
              </a:lnSpc>
              <a:spcBef>
                <a:spcPts val="0"/>
              </a:spcBef>
              <a:buSzPts val="3000"/>
              <a:buNone/>
            </a:pPr>
            <a:r>
              <a:rPr lang="en-US" sz="1800" dirty="0">
                <a:latin typeface="Atkinson Hyperlegible Next"/>
                <a:ea typeface="Arial"/>
                <a:cs typeface="Arial"/>
                <a:sym typeface="Arial"/>
              </a:rPr>
              <a:t>Creating a bit shifting:</a:t>
            </a:r>
          </a:p>
          <a:p>
            <a:pPr marL="0" indent="0">
              <a:lnSpc>
                <a:spcPct val="100000"/>
              </a:lnSpc>
              <a:spcBef>
                <a:spcPts val="0"/>
              </a:spcBef>
              <a:buSzPts val="3000"/>
              <a:buNone/>
            </a:pPr>
            <a:endParaRPr lang="en-US" sz="1800" dirty="0">
              <a:latin typeface="Atkinson Hyperlegible Next"/>
              <a:ea typeface="Arial"/>
              <a:cs typeface="Arial"/>
              <a:sym typeface="Arial"/>
            </a:endParaRPr>
          </a:p>
          <a:p>
            <a:pPr marL="285750" indent="-285750">
              <a:lnSpc>
                <a:spcPct val="100000"/>
              </a:lnSpc>
              <a:spcBef>
                <a:spcPts val="0"/>
              </a:spcBef>
              <a:buSzPts val="3000"/>
            </a:pPr>
            <a:r>
              <a:rPr lang="en-US" sz="1800" dirty="0">
                <a:latin typeface="Atkinson Hyperlegible Next"/>
                <a:ea typeface="Arial"/>
                <a:cs typeface="Arial"/>
                <a:sym typeface="Arial"/>
              </a:rPr>
              <a:t>Left shifting: </a:t>
            </a:r>
            <a:r>
              <a:rPr lang="en-US" sz="1800" dirty="0">
                <a:solidFill>
                  <a:srgbClr val="000000"/>
                </a:solidFill>
                <a:latin typeface="Consolas" panose="020B0609020204030204" pitchFamily="49" charset="0"/>
              </a:rPr>
              <a:t>x &lt;&lt; n</a:t>
            </a:r>
            <a:r>
              <a:rPr lang="en-US" sz="1800" dirty="0">
                <a:latin typeface="Atkinson Hyperlegible Next"/>
                <a:ea typeface="Arial"/>
                <a:cs typeface="Arial"/>
                <a:sym typeface="Arial"/>
              </a:rPr>
              <a:t>, shifts bits in x to the left by n. </a:t>
            </a:r>
            <a:r>
              <a:rPr lang="en-US" sz="1800" dirty="0">
                <a:solidFill>
                  <a:srgbClr val="000000"/>
                </a:solidFill>
                <a:latin typeface="Consolas" panose="020B0609020204030204" pitchFamily="49" charset="0"/>
              </a:rPr>
              <a:t>0b01 &lt;&lt; 1 = 0b10</a:t>
            </a:r>
            <a:endParaRPr lang="en-US" sz="1800" dirty="0">
              <a:latin typeface="Atkinson Hyperlegible Next"/>
              <a:ea typeface="Arial"/>
              <a:cs typeface="Arial"/>
              <a:sym typeface="Arial"/>
            </a:endParaRPr>
          </a:p>
          <a:p>
            <a:pPr marL="285750" indent="-285750">
              <a:lnSpc>
                <a:spcPct val="100000"/>
              </a:lnSpc>
              <a:spcBef>
                <a:spcPts val="0"/>
              </a:spcBef>
              <a:buSzPts val="3000"/>
            </a:pPr>
            <a:r>
              <a:rPr lang="en-US" sz="1800" dirty="0">
                <a:latin typeface="Atkinson Hyperlegible Next"/>
                <a:ea typeface="Arial"/>
                <a:cs typeface="Arial"/>
                <a:sym typeface="Arial"/>
              </a:rPr>
              <a:t>Right shifting: </a:t>
            </a:r>
            <a:r>
              <a:rPr lang="en-US" sz="1800" dirty="0">
                <a:solidFill>
                  <a:srgbClr val="000000"/>
                </a:solidFill>
                <a:latin typeface="Consolas" panose="020B0609020204030204" pitchFamily="49" charset="0"/>
              </a:rPr>
              <a:t>x &gt;&gt; n</a:t>
            </a:r>
            <a:r>
              <a:rPr lang="en-US" sz="1800" dirty="0">
                <a:latin typeface="Atkinson Hyperlegible Next"/>
                <a:ea typeface="Arial"/>
                <a:cs typeface="Arial"/>
                <a:sym typeface="Arial"/>
              </a:rPr>
              <a:t>, shifts bits in x to the right by n. </a:t>
            </a:r>
            <a:r>
              <a:rPr lang="en-US" sz="1800" dirty="0">
                <a:solidFill>
                  <a:srgbClr val="000000"/>
                </a:solidFill>
                <a:latin typeface="Consolas" panose="020B0609020204030204" pitchFamily="49" charset="0"/>
              </a:rPr>
              <a:t>0b10 &gt;&gt; 1 = 0b01</a:t>
            </a:r>
            <a:endParaRPr lang="en-US" sz="1800" dirty="0">
              <a:latin typeface="Atkinson Hyperlegible Next"/>
              <a:ea typeface="Arial"/>
              <a:cs typeface="Arial"/>
              <a:sym typeface="Arial"/>
            </a:endParaRPr>
          </a:p>
          <a:p>
            <a:pPr marL="0" indent="0">
              <a:lnSpc>
                <a:spcPct val="100000"/>
              </a:lnSpc>
              <a:spcBef>
                <a:spcPts val="0"/>
              </a:spcBef>
              <a:buSzPts val="3000"/>
              <a:buNone/>
            </a:pPr>
            <a:endParaRPr lang="en-US" sz="1800" dirty="0">
              <a:latin typeface="Atkinson Hyperlegible Next"/>
              <a:ea typeface="Arial"/>
              <a:cs typeface="Arial"/>
              <a:sym typeface="Arial"/>
            </a:endParaRPr>
          </a:p>
          <a:p>
            <a:pPr marL="0" indent="0">
              <a:lnSpc>
                <a:spcPct val="100000"/>
              </a:lnSpc>
              <a:spcBef>
                <a:spcPts val="0"/>
              </a:spcBef>
              <a:buSzPts val="3000"/>
              <a:buNone/>
            </a:pPr>
            <a:r>
              <a:rPr lang="en-US" sz="1800" dirty="0">
                <a:latin typeface="Atkinson Hyperlegible Next"/>
                <a:ea typeface="Arial"/>
                <a:cs typeface="Arial"/>
                <a:sym typeface="Arial"/>
              </a:rPr>
              <a:t>Commonly used to create bit “masks”:</a:t>
            </a:r>
          </a:p>
          <a:p>
            <a:pPr marL="0" indent="0">
              <a:lnSpc>
                <a:spcPct val="100000"/>
              </a:lnSpc>
              <a:spcBef>
                <a:spcPts val="0"/>
              </a:spcBef>
              <a:buSzPts val="3000"/>
              <a:buNone/>
            </a:pPr>
            <a:endParaRPr lang="en-US" sz="1800" dirty="0">
              <a:latin typeface="Atkinson Hyperlegible Next"/>
              <a:ea typeface="Arial"/>
              <a:cs typeface="Arial"/>
              <a:sym typeface="Arial"/>
            </a:endParaRPr>
          </a:p>
          <a:p>
            <a:pPr marL="0" indent="0">
              <a:lnSpc>
                <a:spcPct val="100000"/>
              </a:lnSpc>
              <a:spcBef>
                <a:spcPts val="0"/>
              </a:spcBef>
              <a:buSzPts val="3000"/>
              <a:buNone/>
            </a:pPr>
            <a:r>
              <a:rPr lang="en-US" sz="1800" dirty="0">
                <a:solidFill>
                  <a:srgbClr val="005032"/>
                </a:solidFill>
                <a:latin typeface="Consolas" panose="020B0609020204030204" pitchFamily="49" charset="0"/>
              </a:rPr>
              <a:t>int32_t</a:t>
            </a:r>
            <a:r>
              <a:rPr lang="en-US" sz="1800" dirty="0">
                <a:solidFill>
                  <a:srgbClr val="000000"/>
                </a:solidFill>
                <a:latin typeface="Consolas" panose="020B0609020204030204" pitchFamily="49" charset="0"/>
              </a:rPr>
              <a:t> bit5Mask = 1 &lt;&lt; 5; </a:t>
            </a:r>
            <a:r>
              <a:rPr lang="en-US" sz="1800" dirty="0">
                <a:solidFill>
                  <a:srgbClr val="3F7F5F"/>
                </a:solidFill>
                <a:latin typeface="Consolas" panose="020B0609020204030204" pitchFamily="49" charset="0"/>
              </a:rPr>
              <a:t>// 0x20, sets only bit 5 to 1!</a:t>
            </a:r>
            <a:endParaRPr lang="en-US" sz="1800" dirty="0">
              <a:latin typeface="Atkinson Hyperlegible Next"/>
              <a:ea typeface="Arial"/>
              <a:cs typeface="Arial"/>
              <a:sym typeface="Arial"/>
            </a:endParaRPr>
          </a:p>
          <a:p>
            <a:pPr marL="0" indent="0">
              <a:lnSpc>
                <a:spcPct val="100000"/>
              </a:lnSpc>
              <a:spcBef>
                <a:spcPts val="0"/>
              </a:spcBef>
              <a:buSzPts val="3000"/>
              <a:buNone/>
            </a:pPr>
            <a:endParaRPr lang="en-US" sz="1800" dirty="0">
              <a:latin typeface="Atkinson Hyperlegible Next"/>
              <a:ea typeface="Arial"/>
              <a:cs typeface="Arial"/>
              <a:sym typeface="Arial"/>
            </a:endParaRPr>
          </a:p>
          <a:p>
            <a:pPr marL="0" indent="0">
              <a:lnSpc>
                <a:spcPct val="100000"/>
              </a:lnSpc>
              <a:spcBef>
                <a:spcPts val="0"/>
              </a:spcBef>
              <a:buSzPts val="3000"/>
              <a:buNone/>
            </a:pPr>
            <a:endParaRPr lang="en-US" sz="1800" dirty="0">
              <a:latin typeface="Atkinson Hyperlegible Next"/>
              <a:ea typeface="Arial"/>
              <a:cs typeface="Arial"/>
              <a:sym typeface="Arial"/>
            </a:endParaRPr>
          </a:p>
          <a:p>
            <a:pPr marL="0" indent="0">
              <a:lnSpc>
                <a:spcPct val="100000"/>
              </a:lnSpc>
              <a:spcBef>
                <a:spcPts val="0"/>
              </a:spcBef>
              <a:buSzPts val="3000"/>
              <a:buNone/>
            </a:pPr>
            <a:r>
              <a:rPr lang="en-US" sz="1800" dirty="0">
                <a:latin typeface="Atkinson Hyperlegible Next"/>
                <a:ea typeface="Arial"/>
                <a:cs typeface="Arial"/>
                <a:sym typeface="Arial"/>
              </a:rPr>
              <a:t>What are masks? What are they used for?</a:t>
            </a:r>
          </a:p>
        </p:txBody>
      </p:sp>
      <p:sp>
        <p:nvSpPr>
          <p:cNvPr id="119" name="Google Shape;119;p29">
            <a:extLst>
              <a:ext uri="{FF2B5EF4-FFF2-40B4-BE49-F238E27FC236}">
                <a16:creationId xmlns:a16="http://schemas.microsoft.com/office/drawing/2014/main" id="{693A4AA0-51AE-E163-7FE7-4739E99772F4}"/>
              </a:ext>
            </a:extLst>
          </p:cNvPr>
          <p:cNvSpPr/>
          <p:nvPr/>
        </p:nvSpPr>
        <p:spPr>
          <a:xfrm rot="10800000" flipH="1">
            <a:off x="0" y="0"/>
            <a:ext cx="12192000" cy="868220"/>
          </a:xfrm>
          <a:prstGeom prst="rect">
            <a:avLst/>
          </a:prstGeom>
          <a:solidFill>
            <a:srgbClr val="13294B"/>
          </a:solidFill>
          <a:ln>
            <a:noFill/>
          </a:ln>
        </p:spPr>
        <p:txBody>
          <a:bodyPr spcFirstLastPara="1" wrap="square" lIns="91425" tIns="45700" rIns="91425" bIns="45700" anchor="ctr" anchorCtr="0">
            <a:noAutofit/>
          </a:bodyPr>
          <a:lstStyle/>
          <a:p>
            <a:pPr marL="0" marR="0" lvl="0" indent="0" algn="ctr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1800"/>
              <a:buFont typeface="Calibri"/>
              <a:buNone/>
            </a:pPr>
            <a:endParaRPr sz="1800" b="0" i="0" u="none" strike="noStrike" cap="none">
              <a:solidFill>
                <a:srgbClr val="13294B"/>
              </a:solidFill>
              <a:latin typeface="Atkinson Hyperlegible Next"/>
              <a:ea typeface="Calibri"/>
              <a:cs typeface="Calibri"/>
              <a:sym typeface="Calibri"/>
            </a:endParaRPr>
          </a:p>
        </p:txBody>
      </p:sp>
      <p:sp>
        <p:nvSpPr>
          <p:cNvPr id="120" name="Google Shape;120;p29">
            <a:extLst>
              <a:ext uri="{FF2B5EF4-FFF2-40B4-BE49-F238E27FC236}">
                <a16:creationId xmlns:a16="http://schemas.microsoft.com/office/drawing/2014/main" id="{556AF272-8944-188B-D036-8C03798A0C01}"/>
              </a:ext>
            </a:extLst>
          </p:cNvPr>
          <p:cNvSpPr txBox="1"/>
          <p:nvPr/>
        </p:nvSpPr>
        <p:spPr>
          <a:xfrm>
            <a:off x="376810" y="204051"/>
            <a:ext cx="10910026" cy="461624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t" anchorCtr="0">
            <a:spAutoFit/>
          </a:bodyPr>
          <a:lstStyle/>
          <a:p>
            <a:pPr marL="0" marR="0" lvl="0" indent="0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2400"/>
              <a:buFont typeface="Arial"/>
              <a:buNone/>
            </a:pPr>
            <a:r>
              <a:rPr lang="en-US" sz="2400" b="0" i="0" u="none" strike="noStrike" cap="none" dirty="0">
                <a:solidFill>
                  <a:schemeClr val="lt1"/>
                </a:solidFill>
                <a:latin typeface="Atkinson Hyperlegible Next"/>
                <a:ea typeface="Arial"/>
                <a:cs typeface="Arial"/>
                <a:sym typeface="Arial"/>
              </a:rPr>
              <a:t>Bits, Bit Positions and Masks</a:t>
            </a:r>
            <a:endParaRPr sz="2400" b="0" i="0" u="none" strike="noStrike" cap="none" dirty="0">
              <a:solidFill>
                <a:schemeClr val="lt1"/>
              </a:solidFill>
              <a:latin typeface="Atkinson Hyperlegible Next"/>
              <a:ea typeface="Arial"/>
              <a:cs typeface="Arial"/>
              <a:sym typeface="Arial"/>
            </a:endParaRPr>
          </a:p>
        </p:txBody>
      </p:sp>
      <p:pic>
        <p:nvPicPr>
          <p:cNvPr id="121" name="Google Shape;121;p29">
            <a:extLst>
              <a:ext uri="{FF2B5EF4-FFF2-40B4-BE49-F238E27FC236}">
                <a16:creationId xmlns:a16="http://schemas.microsoft.com/office/drawing/2014/main" id="{FF25E2F6-45BA-674E-90E9-B88C0123EA6B}"/>
              </a:ext>
            </a:extLst>
          </p:cNvPr>
          <p:cNvPicPr preferRelativeResize="0"/>
          <p:nvPr/>
        </p:nvPicPr>
        <p:blipFill rotWithShape="1">
          <a:blip r:embed="rId3">
            <a:alphaModFix/>
          </a:blip>
          <a:srcRect/>
          <a:stretch/>
        </p:blipFill>
        <p:spPr>
          <a:xfrm>
            <a:off x="11557509" y="233819"/>
            <a:ext cx="271308" cy="389810"/>
          </a:xfrm>
          <a:prstGeom prst="rect">
            <a:avLst/>
          </a:prstGeom>
          <a:noFill/>
          <a:ln>
            <a:noFill/>
          </a:ln>
        </p:spPr>
      </p:pic>
      <p:sp>
        <p:nvSpPr>
          <p:cNvPr id="122" name="Google Shape;122;p29">
            <a:extLst>
              <a:ext uri="{FF2B5EF4-FFF2-40B4-BE49-F238E27FC236}">
                <a16:creationId xmlns:a16="http://schemas.microsoft.com/office/drawing/2014/main" id="{A5EB83C3-4FD0-688C-29E9-9B77646B9757}"/>
              </a:ext>
            </a:extLst>
          </p:cNvPr>
          <p:cNvSpPr txBox="1"/>
          <p:nvPr/>
        </p:nvSpPr>
        <p:spPr>
          <a:xfrm>
            <a:off x="9335597" y="6524381"/>
            <a:ext cx="2473415" cy="230792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t" anchorCtr="0">
            <a:spAutoFit/>
          </a:bodyPr>
          <a:lstStyle/>
          <a:p>
            <a:pPr marL="0" marR="0" lvl="0" indent="0" algn="r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en-US" sz="900" b="0" i="0" u="none" strike="noStrike" cap="none">
                <a:solidFill>
                  <a:srgbClr val="13294B"/>
                </a:solidFill>
                <a:latin typeface="Atkinson Hyperlegible Next"/>
                <a:ea typeface="Arial"/>
                <a:cs typeface="Arial"/>
                <a:sym typeface="Arial"/>
              </a:rPr>
              <a:t>GRAINGER ENGINEERING</a:t>
            </a:r>
            <a:endParaRPr/>
          </a:p>
        </p:txBody>
      </p:sp>
      <p:sp>
        <p:nvSpPr>
          <p:cNvPr id="123" name="Google Shape;123;p29">
            <a:extLst>
              <a:ext uri="{FF2B5EF4-FFF2-40B4-BE49-F238E27FC236}">
                <a16:creationId xmlns:a16="http://schemas.microsoft.com/office/drawing/2014/main" id="{091CB886-30B5-E16B-7512-0FECF2C8185E}"/>
              </a:ext>
            </a:extLst>
          </p:cNvPr>
          <p:cNvSpPr txBox="1"/>
          <p:nvPr/>
        </p:nvSpPr>
        <p:spPr>
          <a:xfrm>
            <a:off x="376807" y="6524381"/>
            <a:ext cx="7991337" cy="230792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t" anchorCtr="0">
            <a:spAutoFit/>
          </a:bodyPr>
          <a:lstStyle/>
          <a:p>
            <a:pPr marL="0" marR="0" lvl="0" indent="0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en-US" sz="900" dirty="0">
                <a:solidFill>
                  <a:srgbClr val="13294B"/>
                </a:solidFill>
              </a:rPr>
              <a:t>SYSTEMS ENGINEERING </a:t>
            </a:r>
            <a:endParaRPr dirty="0"/>
          </a:p>
        </p:txBody>
      </p:sp>
      <p:grpSp>
        <p:nvGrpSpPr>
          <p:cNvPr id="124" name="Google Shape;124;p29">
            <a:extLst>
              <a:ext uri="{FF2B5EF4-FFF2-40B4-BE49-F238E27FC236}">
                <a16:creationId xmlns:a16="http://schemas.microsoft.com/office/drawing/2014/main" id="{8AD6C8AB-ABE1-F2D9-C049-FDE2FB2BBD7F}"/>
              </a:ext>
            </a:extLst>
          </p:cNvPr>
          <p:cNvGrpSpPr/>
          <p:nvPr/>
        </p:nvGrpSpPr>
        <p:grpSpPr>
          <a:xfrm>
            <a:off x="4066674" y="6601537"/>
            <a:ext cx="5233412" cy="70446"/>
            <a:chOff x="4033424" y="6601537"/>
            <a:chExt cx="5233412" cy="70446"/>
          </a:xfrm>
        </p:grpSpPr>
        <p:cxnSp>
          <p:nvCxnSpPr>
            <p:cNvPr id="125" name="Google Shape;125;p29">
              <a:extLst>
                <a:ext uri="{FF2B5EF4-FFF2-40B4-BE49-F238E27FC236}">
                  <a16:creationId xmlns:a16="http://schemas.microsoft.com/office/drawing/2014/main" id="{ABD3231A-0FE1-6F0A-EE9E-99664EA2DBDA}"/>
                </a:ext>
              </a:extLst>
            </p:cNvPr>
            <p:cNvCxnSpPr/>
            <p:nvPr/>
          </p:nvCxnSpPr>
          <p:spPr>
            <a:xfrm rot="10800000">
              <a:off x="4033424" y="6639606"/>
              <a:ext cx="5164651" cy="0"/>
            </a:xfrm>
            <a:prstGeom prst="straightConnector1">
              <a:avLst/>
            </a:prstGeom>
            <a:noFill/>
            <a:ln w="9525" cap="flat" cmpd="sng">
              <a:solidFill>
                <a:srgbClr val="13294B"/>
              </a:solidFill>
              <a:prstDash val="solid"/>
              <a:round/>
              <a:headEnd type="none" w="sm" len="sm"/>
              <a:tailEnd type="none" w="sm" len="sm"/>
            </a:ln>
          </p:spPr>
        </p:cxnSp>
        <p:sp>
          <p:nvSpPr>
            <p:cNvPr id="126" name="Google Shape;126;p29">
              <a:extLst>
                <a:ext uri="{FF2B5EF4-FFF2-40B4-BE49-F238E27FC236}">
                  <a16:creationId xmlns:a16="http://schemas.microsoft.com/office/drawing/2014/main" id="{01546CA3-3362-FBB5-200A-AEB28D21F31F}"/>
                </a:ext>
              </a:extLst>
            </p:cNvPr>
            <p:cNvSpPr/>
            <p:nvPr/>
          </p:nvSpPr>
          <p:spPr>
            <a:xfrm>
              <a:off x="9196390" y="6601537"/>
              <a:ext cx="70446" cy="70446"/>
            </a:xfrm>
            <a:prstGeom prst="ellipse">
              <a:avLst/>
            </a:prstGeom>
            <a:solidFill>
              <a:srgbClr val="13294B"/>
            </a:solidFill>
            <a:ln>
              <a:noFill/>
            </a:ln>
          </p:spPr>
          <p:txBody>
            <a:bodyPr spcFirstLastPara="1" wrap="square" lIns="91425" tIns="45700" rIns="91425" bIns="45700" anchor="ctr" anchorCtr="0">
              <a:noAutofit/>
            </a:bodyPr>
            <a:lstStyle/>
            <a:p>
              <a:pPr marL="0" marR="0" lvl="0" indent="0" algn="ctr" rtl="0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None/>
              </a:pPr>
              <a:endParaRPr sz="1400" b="0" i="0" u="none" strike="noStrike" cap="none">
                <a:solidFill>
                  <a:srgbClr val="13294B"/>
                </a:solidFill>
                <a:latin typeface="Atkinson Hyperlegible Next"/>
                <a:ea typeface="Arial"/>
                <a:cs typeface="Arial"/>
                <a:sym typeface="Arial"/>
              </a:endParaRPr>
            </a:p>
          </p:txBody>
        </p:sp>
      </p:grpSp>
    </p:spTree>
    <p:extLst>
      <p:ext uri="{BB962C8B-B14F-4D97-AF65-F5344CB8AC3E}">
        <p14:creationId xmlns:p14="http://schemas.microsoft.com/office/powerpoint/2010/main" val="3814717361"/>
      </p:ext>
    </p:extLst>
  </p:cSld>
  <p:clrMapOvr>
    <a:masterClrMapping/>
  </p:clrMapOvr>
</p:sld>
</file>

<file path=ppt/slides/slide20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Shape 117">
          <a:extLst>
            <a:ext uri="{FF2B5EF4-FFF2-40B4-BE49-F238E27FC236}">
              <a16:creationId xmlns:a16="http://schemas.microsoft.com/office/drawing/2014/main" id="{C1A38449-2004-E61B-C218-BE4EBA47131F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18" name="Google Shape;118;p29">
            <a:extLst>
              <a:ext uri="{FF2B5EF4-FFF2-40B4-BE49-F238E27FC236}">
                <a16:creationId xmlns:a16="http://schemas.microsoft.com/office/drawing/2014/main" id="{DFC668CE-8DFA-F2AA-A3DC-923F02B37474}"/>
              </a:ext>
            </a:extLst>
          </p:cNvPr>
          <p:cNvSpPr txBox="1">
            <a:spLocks noGrp="1"/>
          </p:cNvSpPr>
          <p:nvPr>
            <p:ph type="body" idx="1"/>
          </p:nvPr>
        </p:nvSpPr>
        <p:spPr>
          <a:xfrm>
            <a:off x="376809" y="1334279"/>
            <a:ext cx="5173091" cy="2933021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t" anchorCtr="0">
            <a:noAutofit/>
          </a:bodyPr>
          <a:lstStyle/>
          <a:p>
            <a:pPr marL="0" indent="0">
              <a:lnSpc>
                <a:spcPct val="100000"/>
              </a:lnSpc>
              <a:spcBef>
                <a:spcPts val="0"/>
              </a:spcBef>
              <a:buSzPts val="3000"/>
              <a:buNone/>
            </a:pPr>
            <a:r>
              <a:rPr lang="en-US" sz="1800" b="1" dirty="0">
                <a:solidFill>
                  <a:srgbClr val="15264B"/>
                </a:solidFill>
                <a:latin typeface="Atkinson Hyperlegible Next"/>
                <a:ea typeface="Arial"/>
                <a:cs typeface="Arial"/>
                <a:sym typeface="Arial"/>
              </a:rPr>
              <a:t>AND (&amp;) – Masking</a:t>
            </a:r>
          </a:p>
          <a:p>
            <a:pPr marL="114300" indent="0" algn="l">
              <a:buNone/>
            </a:pPr>
            <a:endParaRPr lang="en-US" sz="1800" b="1" dirty="0">
              <a:solidFill>
                <a:srgbClr val="15264B"/>
              </a:solidFill>
              <a:latin typeface="Atkinson Hyperlegible Next"/>
              <a:cs typeface="Arial"/>
              <a:sym typeface="Arial"/>
            </a:endParaRPr>
          </a:p>
          <a:p>
            <a:pPr marL="114300" indent="0" algn="l">
              <a:buNone/>
            </a:pPr>
            <a:r>
              <a:rPr lang="en-US" sz="1800" b="1" dirty="0">
                <a:solidFill>
                  <a:srgbClr val="7F0055"/>
                </a:solidFill>
                <a:latin typeface="Consolas" panose="020B0609020204030204" pitchFamily="49" charset="0"/>
              </a:rPr>
              <a:t>if</a:t>
            </a:r>
            <a:r>
              <a:rPr lang="en-US" sz="1800" b="1" dirty="0">
                <a:solidFill>
                  <a:srgbClr val="000000"/>
                </a:solidFill>
                <a:latin typeface="Consolas" panose="020B0609020204030204" pitchFamily="49" charset="0"/>
              </a:rPr>
              <a:t> (reg &amp; (1 &lt;&lt; 3)) {</a:t>
            </a:r>
          </a:p>
          <a:p>
            <a:pPr marL="114300" indent="0" algn="l">
              <a:buNone/>
            </a:pPr>
            <a:r>
              <a:rPr lang="en-US" sz="1800" dirty="0">
                <a:solidFill>
                  <a:srgbClr val="000000"/>
                </a:solidFill>
                <a:latin typeface="Consolas" panose="020B0609020204030204" pitchFamily="49" charset="0"/>
              </a:rPr>
              <a:t>    </a:t>
            </a:r>
            <a:r>
              <a:rPr lang="en-US" sz="1800" dirty="0">
                <a:solidFill>
                  <a:srgbClr val="3F7F5F"/>
                </a:solidFill>
                <a:latin typeface="Consolas" panose="020B0609020204030204" pitchFamily="49" charset="0"/>
              </a:rPr>
              <a:t>// Bit 3 is set</a:t>
            </a:r>
          </a:p>
          <a:p>
            <a:pPr marL="0" marR="0" lvl="0" indent="0" algn="l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3000"/>
              <a:buFont typeface="Arial"/>
              <a:buNone/>
              <a:tabLst/>
              <a:defRPr/>
            </a:pPr>
            <a:r>
              <a:rPr lang="en-US" sz="1800" b="1" dirty="0">
                <a:solidFill>
                  <a:srgbClr val="000000"/>
                </a:solidFill>
                <a:latin typeface="Consolas" panose="020B0609020204030204" pitchFamily="49" charset="0"/>
                <a:ea typeface="Arial"/>
                <a:cs typeface="Arial"/>
                <a:sym typeface="Arial"/>
              </a:rPr>
              <a:t>}</a:t>
            </a:r>
            <a:r>
              <a:rPr kumimoji="0" lang="en-US" sz="1800" b="1" i="0" u="none" strike="noStrike" kern="0" cap="none" spc="0" normalizeH="0" baseline="0" noProof="0" dirty="0">
                <a:ln>
                  <a:noFill/>
                </a:ln>
                <a:solidFill>
                  <a:srgbClr val="15264B"/>
                </a:solidFill>
                <a:effectLst/>
                <a:uLnTx/>
                <a:uFillTx/>
                <a:latin typeface="Atkinson Hyperlegible Next"/>
                <a:ea typeface="Arial"/>
                <a:cs typeface="Arial"/>
                <a:sym typeface="Arial"/>
              </a:rPr>
              <a:t> </a:t>
            </a:r>
          </a:p>
          <a:p>
            <a:pPr marL="0" marR="0" lvl="0" indent="0" algn="l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3000"/>
              <a:buFont typeface="Arial"/>
              <a:buNone/>
              <a:tabLst/>
              <a:defRPr/>
            </a:pPr>
            <a:endParaRPr lang="en-US" sz="1800" b="1" dirty="0">
              <a:solidFill>
                <a:srgbClr val="15264B"/>
              </a:solidFill>
              <a:latin typeface="Atkinson Hyperlegible Next"/>
              <a:ea typeface="Arial"/>
              <a:cs typeface="Arial"/>
              <a:sym typeface="Arial"/>
            </a:endParaRPr>
          </a:p>
          <a:p>
            <a:pPr marL="0" marR="0" lvl="0" indent="0" algn="l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3000"/>
              <a:buFont typeface="Arial"/>
              <a:buNone/>
              <a:tabLst/>
              <a:defRPr/>
            </a:pPr>
            <a:r>
              <a:rPr kumimoji="0" lang="en-US" sz="1800" b="1" i="0" u="none" strike="noStrike" kern="0" cap="none" spc="0" normalizeH="0" baseline="0" noProof="0" dirty="0">
                <a:ln>
                  <a:noFill/>
                </a:ln>
                <a:solidFill>
                  <a:srgbClr val="15264B"/>
                </a:solidFill>
                <a:effectLst/>
                <a:uLnTx/>
                <a:uFillTx/>
                <a:latin typeface="Atkinson Hyperlegible Next"/>
                <a:ea typeface="Arial"/>
                <a:cs typeface="Arial"/>
                <a:sym typeface="Arial"/>
              </a:rPr>
              <a:t>OR    (|)  – Setting Bits</a:t>
            </a:r>
          </a:p>
          <a:p>
            <a:pPr marL="0" marR="0" lvl="0" indent="0" algn="l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3000"/>
              <a:buFont typeface="Arial"/>
              <a:buNone/>
              <a:tabLst/>
              <a:defRPr/>
            </a:pPr>
            <a:endParaRPr kumimoji="0" lang="en-US" sz="1800" b="1" i="0" u="none" strike="noStrike" kern="0" cap="none" spc="0" normalizeH="0" baseline="0" noProof="0" dirty="0">
              <a:ln>
                <a:noFill/>
              </a:ln>
              <a:solidFill>
                <a:srgbClr val="15264B"/>
              </a:solidFill>
              <a:effectLst/>
              <a:uLnTx/>
              <a:uFillTx/>
              <a:latin typeface="Atkinson Hyperlegible Next"/>
              <a:ea typeface="Arial"/>
              <a:cs typeface="Arial"/>
              <a:sym typeface="Arial"/>
            </a:endParaRPr>
          </a:p>
          <a:p>
            <a:pPr marL="0" marR="0" lvl="0" indent="0" algn="l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3000"/>
              <a:buFont typeface="Arial"/>
              <a:buNone/>
              <a:tabLst/>
              <a:defRPr/>
            </a:pPr>
            <a:r>
              <a:rPr kumimoji="0" lang="en-US" sz="1800" b="0" i="0" u="none" strike="noStrike" kern="0" cap="none" spc="0" normalizeH="0" baseline="0" noProof="0" dirty="0">
                <a:ln>
                  <a:noFill/>
                </a:ln>
                <a:solidFill>
                  <a:srgbClr val="000000"/>
                </a:solidFill>
                <a:effectLst/>
                <a:uLnTx/>
                <a:uFillTx/>
                <a:latin typeface="Consolas" panose="020B0609020204030204" pitchFamily="49" charset="0"/>
                <a:ea typeface="Calibri"/>
                <a:cs typeface="Calibri"/>
                <a:sym typeface="Calibri"/>
              </a:rPr>
              <a:t>reg |= (1 &lt;&lt; 3);</a:t>
            </a:r>
          </a:p>
          <a:p>
            <a:pPr marL="114300" indent="0" algn="l">
              <a:buNone/>
            </a:pPr>
            <a:endParaRPr lang="en-US" sz="1800" b="1" dirty="0">
              <a:solidFill>
                <a:srgbClr val="000000"/>
              </a:solidFill>
              <a:latin typeface="Consolas" panose="020B0609020204030204" pitchFamily="49" charset="0"/>
              <a:ea typeface="Arial"/>
              <a:cs typeface="Arial"/>
              <a:sym typeface="Arial"/>
            </a:endParaRPr>
          </a:p>
          <a:p>
            <a:pPr marL="114300" indent="0" algn="l">
              <a:buNone/>
            </a:pPr>
            <a:endParaRPr lang="en-US" sz="1800" b="1" dirty="0">
              <a:solidFill>
                <a:srgbClr val="000000"/>
              </a:solidFill>
              <a:latin typeface="Consolas" panose="020B0609020204030204" pitchFamily="49" charset="0"/>
              <a:ea typeface="Arial"/>
              <a:cs typeface="Arial"/>
              <a:sym typeface="Arial"/>
            </a:endParaRPr>
          </a:p>
          <a:p>
            <a:pPr marL="114300" indent="0" algn="l">
              <a:buNone/>
            </a:pPr>
            <a:endParaRPr lang="en-US" sz="1800" b="1" dirty="0">
              <a:solidFill>
                <a:srgbClr val="15264B"/>
              </a:solidFill>
              <a:latin typeface="Atkinson Hyperlegible Next"/>
              <a:ea typeface="Arial"/>
              <a:cs typeface="Arial"/>
              <a:sym typeface="Arial"/>
            </a:endParaRPr>
          </a:p>
          <a:p>
            <a:pPr marL="0" indent="0">
              <a:lnSpc>
                <a:spcPct val="100000"/>
              </a:lnSpc>
              <a:spcBef>
                <a:spcPts val="0"/>
              </a:spcBef>
              <a:buSzPts val="3000"/>
              <a:buNone/>
            </a:pPr>
            <a:endParaRPr lang="en-US" sz="1800" b="1" dirty="0">
              <a:solidFill>
                <a:srgbClr val="15264B"/>
              </a:solidFill>
              <a:latin typeface="Atkinson Hyperlegible Next"/>
              <a:ea typeface="Arial"/>
              <a:cs typeface="Arial"/>
              <a:sym typeface="Arial"/>
            </a:endParaRPr>
          </a:p>
          <a:p>
            <a:pPr marL="0" indent="0">
              <a:lnSpc>
                <a:spcPct val="100000"/>
              </a:lnSpc>
              <a:spcBef>
                <a:spcPts val="0"/>
              </a:spcBef>
              <a:buSzPts val="3000"/>
              <a:buNone/>
            </a:pPr>
            <a:endParaRPr lang="en-US" sz="1800" b="1" dirty="0">
              <a:solidFill>
                <a:srgbClr val="15264B"/>
              </a:solidFill>
              <a:latin typeface="Atkinson Hyperlegible Next"/>
              <a:ea typeface="Arial"/>
              <a:cs typeface="Arial"/>
              <a:sym typeface="Arial"/>
            </a:endParaRPr>
          </a:p>
          <a:p>
            <a:pPr marL="0" indent="0">
              <a:lnSpc>
                <a:spcPct val="100000"/>
              </a:lnSpc>
              <a:spcBef>
                <a:spcPts val="0"/>
              </a:spcBef>
              <a:buSzPts val="3000"/>
              <a:buNone/>
            </a:pPr>
            <a:endParaRPr lang="en-US" sz="1800" b="1" dirty="0">
              <a:solidFill>
                <a:srgbClr val="15264B"/>
              </a:solidFill>
              <a:latin typeface="Atkinson Hyperlegible Next"/>
              <a:ea typeface="Arial"/>
              <a:cs typeface="Arial"/>
              <a:sym typeface="Arial"/>
            </a:endParaRPr>
          </a:p>
        </p:txBody>
      </p:sp>
      <p:sp>
        <p:nvSpPr>
          <p:cNvPr id="119" name="Google Shape;119;p29">
            <a:extLst>
              <a:ext uri="{FF2B5EF4-FFF2-40B4-BE49-F238E27FC236}">
                <a16:creationId xmlns:a16="http://schemas.microsoft.com/office/drawing/2014/main" id="{AF91230B-08CD-0D0C-39AF-E0ACCC0A41E4}"/>
              </a:ext>
            </a:extLst>
          </p:cNvPr>
          <p:cNvSpPr/>
          <p:nvPr/>
        </p:nvSpPr>
        <p:spPr>
          <a:xfrm rot="10800000" flipH="1">
            <a:off x="0" y="0"/>
            <a:ext cx="12192000" cy="868220"/>
          </a:xfrm>
          <a:prstGeom prst="rect">
            <a:avLst/>
          </a:prstGeom>
          <a:solidFill>
            <a:srgbClr val="13294B"/>
          </a:solidFill>
          <a:ln>
            <a:noFill/>
          </a:ln>
        </p:spPr>
        <p:txBody>
          <a:bodyPr spcFirstLastPara="1" wrap="square" lIns="91425" tIns="45700" rIns="91425" bIns="45700" anchor="ctr" anchorCtr="0">
            <a:noAutofit/>
          </a:bodyPr>
          <a:lstStyle/>
          <a:p>
            <a:pPr marL="0" marR="0" lvl="0" indent="0" algn="ctr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1800"/>
              <a:buFont typeface="Calibri"/>
              <a:buNone/>
            </a:pPr>
            <a:endParaRPr sz="1800" b="0" i="0" u="none" strike="noStrike" cap="none">
              <a:solidFill>
                <a:srgbClr val="13294B"/>
              </a:solidFill>
              <a:latin typeface="Atkinson Hyperlegible Next"/>
              <a:ea typeface="Calibri"/>
              <a:cs typeface="Calibri"/>
              <a:sym typeface="Calibri"/>
            </a:endParaRPr>
          </a:p>
        </p:txBody>
      </p:sp>
      <p:sp>
        <p:nvSpPr>
          <p:cNvPr id="120" name="Google Shape;120;p29">
            <a:extLst>
              <a:ext uri="{FF2B5EF4-FFF2-40B4-BE49-F238E27FC236}">
                <a16:creationId xmlns:a16="http://schemas.microsoft.com/office/drawing/2014/main" id="{2B54473D-21A5-A5D5-D97D-E711034807A0}"/>
              </a:ext>
            </a:extLst>
          </p:cNvPr>
          <p:cNvSpPr txBox="1"/>
          <p:nvPr/>
        </p:nvSpPr>
        <p:spPr>
          <a:xfrm>
            <a:off x="376810" y="204051"/>
            <a:ext cx="10910026" cy="461624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t" anchorCtr="0">
            <a:spAutoFit/>
          </a:bodyPr>
          <a:lstStyle/>
          <a:p>
            <a:pPr marL="0" marR="0" lvl="0" indent="0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2400"/>
              <a:buFont typeface="Arial"/>
              <a:buNone/>
            </a:pPr>
            <a:r>
              <a:rPr lang="en-US" sz="2400" dirty="0">
                <a:solidFill>
                  <a:schemeClr val="lt1"/>
                </a:solidFill>
              </a:rPr>
              <a:t>Bitwise Operations</a:t>
            </a:r>
            <a:endParaRPr sz="2400" b="0" i="0" u="none" strike="noStrike" cap="none" dirty="0">
              <a:solidFill>
                <a:schemeClr val="lt1"/>
              </a:solidFill>
              <a:latin typeface="Atkinson Hyperlegible Next"/>
              <a:ea typeface="Arial"/>
              <a:cs typeface="Arial"/>
              <a:sym typeface="Arial"/>
            </a:endParaRPr>
          </a:p>
        </p:txBody>
      </p:sp>
      <p:pic>
        <p:nvPicPr>
          <p:cNvPr id="121" name="Google Shape;121;p29">
            <a:extLst>
              <a:ext uri="{FF2B5EF4-FFF2-40B4-BE49-F238E27FC236}">
                <a16:creationId xmlns:a16="http://schemas.microsoft.com/office/drawing/2014/main" id="{281BB5D4-2A0F-5D14-FF14-E9D5E53A7135}"/>
              </a:ext>
            </a:extLst>
          </p:cNvPr>
          <p:cNvPicPr preferRelativeResize="0"/>
          <p:nvPr/>
        </p:nvPicPr>
        <p:blipFill rotWithShape="1">
          <a:blip r:embed="rId3">
            <a:alphaModFix/>
          </a:blip>
          <a:srcRect/>
          <a:stretch/>
        </p:blipFill>
        <p:spPr>
          <a:xfrm>
            <a:off x="11557509" y="233819"/>
            <a:ext cx="271308" cy="389810"/>
          </a:xfrm>
          <a:prstGeom prst="rect">
            <a:avLst/>
          </a:prstGeom>
          <a:noFill/>
          <a:ln>
            <a:noFill/>
          </a:ln>
        </p:spPr>
      </p:pic>
      <p:sp>
        <p:nvSpPr>
          <p:cNvPr id="122" name="Google Shape;122;p29">
            <a:extLst>
              <a:ext uri="{FF2B5EF4-FFF2-40B4-BE49-F238E27FC236}">
                <a16:creationId xmlns:a16="http://schemas.microsoft.com/office/drawing/2014/main" id="{2A7FD24E-CA58-4011-2DD0-1DDAEA2FAE69}"/>
              </a:ext>
            </a:extLst>
          </p:cNvPr>
          <p:cNvSpPr txBox="1"/>
          <p:nvPr/>
        </p:nvSpPr>
        <p:spPr>
          <a:xfrm>
            <a:off x="9335597" y="6524381"/>
            <a:ext cx="2473415" cy="230792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t" anchorCtr="0">
            <a:spAutoFit/>
          </a:bodyPr>
          <a:lstStyle/>
          <a:p>
            <a:pPr marL="0" marR="0" lvl="0" indent="0" algn="r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en-US" sz="900" b="0" i="0" u="none" strike="noStrike" cap="none">
                <a:solidFill>
                  <a:srgbClr val="13294B"/>
                </a:solidFill>
                <a:latin typeface="Atkinson Hyperlegible Next"/>
                <a:ea typeface="Arial"/>
                <a:cs typeface="Arial"/>
                <a:sym typeface="Arial"/>
              </a:rPr>
              <a:t>GRAINGER ENGINEERING</a:t>
            </a:r>
            <a:endParaRPr/>
          </a:p>
        </p:txBody>
      </p:sp>
      <p:sp>
        <p:nvSpPr>
          <p:cNvPr id="123" name="Google Shape;123;p29">
            <a:extLst>
              <a:ext uri="{FF2B5EF4-FFF2-40B4-BE49-F238E27FC236}">
                <a16:creationId xmlns:a16="http://schemas.microsoft.com/office/drawing/2014/main" id="{61EF9A49-48D0-C667-07E1-C31D1B6E7E24}"/>
              </a:ext>
            </a:extLst>
          </p:cNvPr>
          <p:cNvSpPr txBox="1"/>
          <p:nvPr/>
        </p:nvSpPr>
        <p:spPr>
          <a:xfrm>
            <a:off x="376807" y="6524381"/>
            <a:ext cx="7991337" cy="230792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t" anchorCtr="0">
            <a:spAutoFit/>
          </a:bodyPr>
          <a:lstStyle/>
          <a:p>
            <a:pPr marL="0" marR="0" lvl="0" indent="0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en-US" sz="900" dirty="0">
                <a:solidFill>
                  <a:srgbClr val="13294B"/>
                </a:solidFill>
              </a:rPr>
              <a:t>SYSTEMS ENGINEERING </a:t>
            </a:r>
            <a:endParaRPr dirty="0"/>
          </a:p>
        </p:txBody>
      </p:sp>
      <p:grpSp>
        <p:nvGrpSpPr>
          <p:cNvPr id="124" name="Google Shape;124;p29">
            <a:extLst>
              <a:ext uri="{FF2B5EF4-FFF2-40B4-BE49-F238E27FC236}">
                <a16:creationId xmlns:a16="http://schemas.microsoft.com/office/drawing/2014/main" id="{C14475F2-CF4E-32CE-BF08-6EF0332A8D21}"/>
              </a:ext>
            </a:extLst>
          </p:cNvPr>
          <p:cNvGrpSpPr/>
          <p:nvPr/>
        </p:nvGrpSpPr>
        <p:grpSpPr>
          <a:xfrm>
            <a:off x="4066674" y="6601537"/>
            <a:ext cx="5233412" cy="70446"/>
            <a:chOff x="4033424" y="6601537"/>
            <a:chExt cx="5233412" cy="70446"/>
          </a:xfrm>
        </p:grpSpPr>
        <p:cxnSp>
          <p:nvCxnSpPr>
            <p:cNvPr id="125" name="Google Shape;125;p29">
              <a:extLst>
                <a:ext uri="{FF2B5EF4-FFF2-40B4-BE49-F238E27FC236}">
                  <a16:creationId xmlns:a16="http://schemas.microsoft.com/office/drawing/2014/main" id="{6753C5C0-D2D3-C5AC-42C6-64CDE684B4C5}"/>
                </a:ext>
              </a:extLst>
            </p:cNvPr>
            <p:cNvCxnSpPr/>
            <p:nvPr/>
          </p:nvCxnSpPr>
          <p:spPr>
            <a:xfrm rot="10800000">
              <a:off x="4033424" y="6639606"/>
              <a:ext cx="5164651" cy="0"/>
            </a:xfrm>
            <a:prstGeom prst="straightConnector1">
              <a:avLst/>
            </a:prstGeom>
            <a:noFill/>
            <a:ln w="9525" cap="flat" cmpd="sng">
              <a:solidFill>
                <a:srgbClr val="13294B"/>
              </a:solidFill>
              <a:prstDash val="solid"/>
              <a:round/>
              <a:headEnd type="none" w="sm" len="sm"/>
              <a:tailEnd type="none" w="sm" len="sm"/>
            </a:ln>
          </p:spPr>
        </p:cxnSp>
        <p:sp>
          <p:nvSpPr>
            <p:cNvPr id="126" name="Google Shape;126;p29">
              <a:extLst>
                <a:ext uri="{FF2B5EF4-FFF2-40B4-BE49-F238E27FC236}">
                  <a16:creationId xmlns:a16="http://schemas.microsoft.com/office/drawing/2014/main" id="{B7FD99DA-8DF4-9904-C8A3-D6D3C78FA78A}"/>
                </a:ext>
              </a:extLst>
            </p:cNvPr>
            <p:cNvSpPr/>
            <p:nvPr/>
          </p:nvSpPr>
          <p:spPr>
            <a:xfrm>
              <a:off x="9196390" y="6601537"/>
              <a:ext cx="70446" cy="70446"/>
            </a:xfrm>
            <a:prstGeom prst="ellipse">
              <a:avLst/>
            </a:prstGeom>
            <a:solidFill>
              <a:srgbClr val="13294B"/>
            </a:solidFill>
            <a:ln>
              <a:noFill/>
            </a:ln>
          </p:spPr>
          <p:txBody>
            <a:bodyPr spcFirstLastPara="1" wrap="square" lIns="91425" tIns="45700" rIns="91425" bIns="45700" anchor="ctr" anchorCtr="0">
              <a:noAutofit/>
            </a:bodyPr>
            <a:lstStyle/>
            <a:p>
              <a:pPr marL="0" marR="0" lvl="0" indent="0" algn="ctr" rtl="0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None/>
              </a:pPr>
              <a:endParaRPr sz="1400" b="0" i="0" u="none" strike="noStrike" cap="none">
                <a:solidFill>
                  <a:srgbClr val="13294B"/>
                </a:solidFill>
                <a:latin typeface="Atkinson Hyperlegible Next"/>
                <a:ea typeface="Arial"/>
                <a:cs typeface="Arial"/>
                <a:sym typeface="Arial"/>
              </a:endParaRPr>
            </a:p>
          </p:txBody>
        </p:sp>
      </p:grpSp>
      <p:sp>
        <p:nvSpPr>
          <p:cNvPr id="2" name="Google Shape;118;p29">
            <a:extLst>
              <a:ext uri="{FF2B5EF4-FFF2-40B4-BE49-F238E27FC236}">
                <a16:creationId xmlns:a16="http://schemas.microsoft.com/office/drawing/2014/main" id="{7C5046C5-1945-C6F3-E883-8DDDD61834C0}"/>
              </a:ext>
            </a:extLst>
          </p:cNvPr>
          <p:cNvSpPr txBox="1">
            <a:spLocks/>
          </p:cNvSpPr>
          <p:nvPr/>
        </p:nvSpPr>
        <p:spPr>
          <a:xfrm>
            <a:off x="6713540" y="1334279"/>
            <a:ext cx="5173091" cy="4945509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t" anchorCtr="0">
            <a:noAutofit/>
          </a:bodyPr>
          <a:lstStyle>
            <a:defPPr marR="0" lvl="0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defPPr>
            <a:lvl1pPr marL="457200" marR="0" lvl="0" indent="-342900" algn="l" rtl="0">
              <a:lnSpc>
                <a:spcPct val="90000"/>
              </a:lnSpc>
              <a:spcBef>
                <a:spcPts val="1000"/>
              </a:spcBef>
              <a:spcAft>
                <a:spcPts val="0"/>
              </a:spcAft>
              <a:buClr>
                <a:schemeClr val="dk1"/>
              </a:buClr>
              <a:buSzPts val="1800"/>
              <a:buFont typeface="Arial"/>
              <a:buChar char="•"/>
              <a:defRPr sz="2800" b="0" i="0" u="none" strike="noStrike" cap="none">
                <a:solidFill>
                  <a:schemeClr val="dk1"/>
                </a:solidFill>
                <a:latin typeface="Atkinson Hyperlegible Next"/>
                <a:ea typeface="Calibri"/>
                <a:cs typeface="Calibri"/>
                <a:sym typeface="Calibri"/>
              </a:defRPr>
            </a:lvl1pPr>
            <a:lvl2pPr marL="914400" marR="0" lvl="1" indent="-342900" algn="l" rtl="0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800"/>
              <a:buFont typeface="Arial"/>
              <a:buChar char="•"/>
              <a:defRPr sz="2400" b="0" i="0" u="none" strike="noStrike" cap="none">
                <a:solidFill>
                  <a:schemeClr val="dk1"/>
                </a:solidFill>
                <a:latin typeface="Atkinson Hyperlegible Next"/>
                <a:ea typeface="Calibri"/>
                <a:cs typeface="Calibri"/>
                <a:sym typeface="Calibri"/>
              </a:defRPr>
            </a:lvl2pPr>
            <a:lvl3pPr marL="1371600" marR="0" lvl="2" indent="-342900" algn="l" rtl="0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800"/>
              <a:buFont typeface="Arial"/>
              <a:buChar char="•"/>
              <a:defRPr sz="2000" b="0" i="0" u="none" strike="noStrike" cap="none">
                <a:solidFill>
                  <a:schemeClr val="dk1"/>
                </a:solidFill>
                <a:latin typeface="Atkinson Hyperlegible Next"/>
                <a:ea typeface="Calibri"/>
                <a:cs typeface="Calibri"/>
                <a:sym typeface="Calibri"/>
              </a:defRPr>
            </a:lvl3pPr>
            <a:lvl4pPr marL="1828800" marR="0" lvl="3" indent="-342900" algn="l" rtl="0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800"/>
              <a:buFont typeface="Arial"/>
              <a:buChar char="•"/>
              <a:defRPr sz="1800" b="0" i="0" u="none" strike="noStrike" cap="none">
                <a:solidFill>
                  <a:schemeClr val="dk1"/>
                </a:solidFill>
                <a:latin typeface="Atkinson Hyperlegible Next"/>
                <a:ea typeface="Calibri"/>
                <a:cs typeface="Calibri"/>
                <a:sym typeface="Calibri"/>
              </a:defRPr>
            </a:lvl4pPr>
            <a:lvl5pPr marL="2286000" marR="0" lvl="4" indent="-342900" algn="l" rtl="0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800"/>
              <a:buFont typeface="Arial"/>
              <a:buChar char="•"/>
              <a:defRPr sz="1800" b="0" i="0" u="none" strike="noStrike" cap="none">
                <a:solidFill>
                  <a:schemeClr val="dk1"/>
                </a:solidFill>
                <a:latin typeface="Atkinson Hyperlegible Next"/>
                <a:ea typeface="Calibri"/>
                <a:cs typeface="Calibri"/>
                <a:sym typeface="Calibri"/>
              </a:defRPr>
            </a:lvl5pPr>
            <a:lvl6pPr marL="2743200" marR="0" lvl="5" indent="-342900" algn="l" rtl="0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800"/>
              <a:buFont typeface="Arial"/>
              <a:buChar char="•"/>
              <a:defRPr sz="1800" b="0" i="0" u="none" strike="noStrike" cap="none">
                <a:solidFill>
                  <a:schemeClr val="dk1"/>
                </a:solidFill>
                <a:latin typeface="Atkinson Hyperlegible Next"/>
                <a:ea typeface="Calibri"/>
                <a:cs typeface="Calibri"/>
                <a:sym typeface="Calibri"/>
              </a:defRPr>
            </a:lvl6pPr>
            <a:lvl7pPr marL="3200400" marR="0" lvl="6" indent="-342900" algn="l" rtl="0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800"/>
              <a:buFont typeface="Arial"/>
              <a:buChar char="•"/>
              <a:defRPr sz="1800" b="0" i="0" u="none" strike="noStrike" cap="none">
                <a:solidFill>
                  <a:schemeClr val="dk1"/>
                </a:solidFill>
                <a:latin typeface="Atkinson Hyperlegible Next"/>
                <a:ea typeface="Calibri"/>
                <a:cs typeface="Calibri"/>
                <a:sym typeface="Calibri"/>
              </a:defRPr>
            </a:lvl7pPr>
            <a:lvl8pPr marL="3657600" marR="0" lvl="7" indent="-342900" algn="l" rtl="0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800"/>
              <a:buFont typeface="Arial"/>
              <a:buChar char="•"/>
              <a:defRPr sz="1800" b="0" i="0" u="none" strike="noStrike" cap="none">
                <a:solidFill>
                  <a:schemeClr val="dk1"/>
                </a:solidFill>
                <a:latin typeface="Atkinson Hyperlegible Next"/>
                <a:ea typeface="Calibri"/>
                <a:cs typeface="Calibri"/>
                <a:sym typeface="Calibri"/>
              </a:defRPr>
            </a:lvl8pPr>
            <a:lvl9pPr marL="4114800" marR="0" lvl="8" indent="-342900" algn="l" rtl="0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800"/>
              <a:buFont typeface="Arial"/>
              <a:buChar char="•"/>
              <a:defRPr sz="1800" b="0" i="0" u="none" strike="noStrike" cap="none">
                <a:solidFill>
                  <a:schemeClr val="dk1"/>
                </a:solidFill>
                <a:latin typeface="Atkinson Hyperlegible Next"/>
                <a:ea typeface="Calibri"/>
                <a:cs typeface="Calibri"/>
                <a:sym typeface="Calibri"/>
              </a:defRPr>
            </a:lvl9pPr>
          </a:lstStyle>
          <a:p>
            <a:pPr marL="0" indent="0">
              <a:lnSpc>
                <a:spcPct val="100000"/>
              </a:lnSpc>
              <a:spcBef>
                <a:spcPts val="0"/>
              </a:spcBef>
              <a:buSzPts val="3000"/>
              <a:buFont typeface="Arial"/>
              <a:buNone/>
            </a:pPr>
            <a:r>
              <a:rPr lang="en-US" sz="1800" b="1" dirty="0">
                <a:solidFill>
                  <a:srgbClr val="15264B"/>
                </a:solidFill>
                <a:latin typeface="Atkinson Hyperlegible Next"/>
                <a:ea typeface="Arial"/>
                <a:cs typeface="Arial"/>
                <a:sym typeface="Arial"/>
              </a:rPr>
              <a:t>NOT (~) – Clearing Bits</a:t>
            </a:r>
          </a:p>
          <a:p>
            <a:pPr marL="0" indent="0">
              <a:lnSpc>
                <a:spcPct val="100000"/>
              </a:lnSpc>
              <a:spcBef>
                <a:spcPts val="0"/>
              </a:spcBef>
              <a:buSzPts val="3000"/>
              <a:buFont typeface="Arial"/>
              <a:buNone/>
            </a:pPr>
            <a:endParaRPr lang="en-US" sz="1800" b="1" dirty="0">
              <a:solidFill>
                <a:srgbClr val="15264B"/>
              </a:solidFill>
              <a:latin typeface="Atkinson Hyperlegible Next"/>
              <a:ea typeface="Arial"/>
              <a:cs typeface="Arial"/>
              <a:sym typeface="Arial"/>
            </a:endParaRPr>
          </a:p>
          <a:p>
            <a:pPr marL="0" indent="0">
              <a:lnSpc>
                <a:spcPct val="100000"/>
              </a:lnSpc>
              <a:spcBef>
                <a:spcPts val="0"/>
              </a:spcBef>
              <a:buSzPts val="3000"/>
              <a:buNone/>
            </a:pPr>
            <a:r>
              <a:rPr lang="en-US" sz="1800" dirty="0">
                <a:solidFill>
                  <a:srgbClr val="000000"/>
                </a:solidFill>
                <a:latin typeface="Consolas" panose="020B0609020204030204" pitchFamily="49" charset="0"/>
              </a:rPr>
              <a:t>reg &amp;= ~(1 &lt;&lt; 3);</a:t>
            </a:r>
          </a:p>
          <a:p>
            <a:pPr marL="0" indent="0">
              <a:lnSpc>
                <a:spcPct val="100000"/>
              </a:lnSpc>
              <a:spcBef>
                <a:spcPts val="0"/>
              </a:spcBef>
              <a:buSzPts val="3000"/>
              <a:buFont typeface="Arial"/>
              <a:buNone/>
            </a:pPr>
            <a:endParaRPr lang="en-US" sz="1800" b="1" dirty="0">
              <a:solidFill>
                <a:srgbClr val="15264B"/>
              </a:solidFill>
              <a:latin typeface="Atkinson Hyperlegible Next"/>
              <a:ea typeface="Arial"/>
              <a:cs typeface="Arial"/>
              <a:sym typeface="Arial"/>
            </a:endParaRPr>
          </a:p>
          <a:p>
            <a:pPr marL="0" indent="0">
              <a:lnSpc>
                <a:spcPct val="100000"/>
              </a:lnSpc>
              <a:spcBef>
                <a:spcPts val="0"/>
              </a:spcBef>
              <a:buSzPts val="3000"/>
              <a:buFont typeface="Arial"/>
              <a:buNone/>
            </a:pPr>
            <a:endParaRPr lang="en-US" sz="1800" b="1" dirty="0">
              <a:solidFill>
                <a:srgbClr val="15264B"/>
              </a:solidFill>
              <a:latin typeface="Atkinson Hyperlegible Next"/>
              <a:ea typeface="Arial"/>
              <a:cs typeface="Arial"/>
              <a:sym typeface="Arial"/>
            </a:endParaRPr>
          </a:p>
          <a:p>
            <a:pPr marL="0" indent="0">
              <a:lnSpc>
                <a:spcPct val="100000"/>
              </a:lnSpc>
              <a:spcBef>
                <a:spcPts val="0"/>
              </a:spcBef>
              <a:buSzPts val="3000"/>
              <a:buFont typeface="Arial"/>
              <a:buNone/>
            </a:pPr>
            <a:r>
              <a:rPr lang="en-US" sz="1800" b="1" dirty="0">
                <a:solidFill>
                  <a:srgbClr val="15264B"/>
                </a:solidFill>
                <a:latin typeface="Atkinson Hyperlegible Next"/>
                <a:ea typeface="Arial"/>
                <a:cs typeface="Arial"/>
                <a:sym typeface="Arial"/>
              </a:rPr>
              <a:t>XOR (^) – Toggling Bits</a:t>
            </a:r>
          </a:p>
          <a:p>
            <a:pPr marL="0" indent="0">
              <a:lnSpc>
                <a:spcPct val="100000"/>
              </a:lnSpc>
              <a:spcBef>
                <a:spcPts val="0"/>
              </a:spcBef>
              <a:buSzPts val="3000"/>
              <a:buFont typeface="Arial"/>
              <a:buNone/>
            </a:pPr>
            <a:endParaRPr lang="en-US" sz="1800" b="1" dirty="0">
              <a:solidFill>
                <a:srgbClr val="15264B"/>
              </a:solidFill>
              <a:latin typeface="Atkinson Hyperlegible Next"/>
              <a:ea typeface="Arial"/>
              <a:cs typeface="Arial"/>
              <a:sym typeface="Arial"/>
            </a:endParaRPr>
          </a:p>
          <a:p>
            <a:pPr marL="0" indent="0">
              <a:lnSpc>
                <a:spcPct val="100000"/>
              </a:lnSpc>
              <a:spcBef>
                <a:spcPts val="0"/>
              </a:spcBef>
              <a:buSzPts val="3000"/>
              <a:buNone/>
            </a:pPr>
            <a:r>
              <a:rPr lang="en-US" sz="1800" dirty="0">
                <a:solidFill>
                  <a:srgbClr val="000000"/>
                </a:solidFill>
                <a:latin typeface="Consolas" panose="020B0609020204030204" pitchFamily="49" charset="0"/>
              </a:rPr>
              <a:t>reg ^= (1 &lt;&lt; 3);</a:t>
            </a:r>
            <a:endParaRPr lang="en-US" sz="1800" b="1" dirty="0">
              <a:solidFill>
                <a:srgbClr val="15264B"/>
              </a:solidFill>
              <a:latin typeface="Atkinson Hyperlegible Next"/>
              <a:ea typeface="Arial"/>
              <a:cs typeface="Arial"/>
              <a:sym typeface="Arial"/>
            </a:endParaRPr>
          </a:p>
          <a:p>
            <a:pPr marL="0" indent="0">
              <a:lnSpc>
                <a:spcPct val="100000"/>
              </a:lnSpc>
              <a:spcBef>
                <a:spcPts val="0"/>
              </a:spcBef>
              <a:buSzPts val="3000"/>
              <a:buFont typeface="Arial"/>
              <a:buNone/>
            </a:pPr>
            <a:endParaRPr lang="en-US" sz="1800" b="1" dirty="0">
              <a:solidFill>
                <a:srgbClr val="15264B"/>
              </a:solidFill>
              <a:latin typeface="Atkinson Hyperlegible Next"/>
              <a:ea typeface="Arial"/>
              <a:cs typeface="Arial"/>
              <a:sym typeface="Arial"/>
            </a:endParaRPr>
          </a:p>
        </p:txBody>
      </p:sp>
      <p:graphicFrame>
        <p:nvGraphicFramePr>
          <p:cNvPr id="3" name="Table 2">
            <a:extLst>
              <a:ext uri="{FF2B5EF4-FFF2-40B4-BE49-F238E27FC236}">
                <a16:creationId xmlns:a16="http://schemas.microsoft.com/office/drawing/2014/main" id="{1EE3DE62-4E85-1C4E-5AB7-A55EFC150E57}"/>
              </a:ext>
            </a:extLst>
          </p:cNvPr>
          <p:cNvGraphicFramePr>
            <a:graphicFrameLocks noGrp="1"/>
          </p:cNvGraphicFramePr>
          <p:nvPr>
            <p:extLst>
              <p:ext uri="{D42A27DB-BD31-4B8C-83A1-F6EECF244321}">
                <p14:modId xmlns:p14="http://schemas.microsoft.com/office/powerpoint/2010/main" val="2016186720"/>
              </p:ext>
            </p:extLst>
          </p:nvPr>
        </p:nvGraphicFramePr>
        <p:xfrm>
          <a:off x="1925640" y="4448044"/>
          <a:ext cx="3624260" cy="1524000"/>
        </p:xfrm>
        <a:graphic>
          <a:graphicData uri="http://schemas.openxmlformats.org/drawingml/2006/table">
            <a:tbl>
              <a:tblPr firstRow="1" bandRow="1">
                <a:tableStyleId>{5C22544A-7EE6-4342-B048-85BDC9FD1C3A}</a:tableStyleId>
              </a:tblPr>
              <a:tblGrid>
                <a:gridCol w="724852">
                  <a:extLst>
                    <a:ext uri="{9D8B030D-6E8A-4147-A177-3AD203B41FA5}">
                      <a16:colId xmlns:a16="http://schemas.microsoft.com/office/drawing/2014/main" val="346855582"/>
                    </a:ext>
                  </a:extLst>
                </a:gridCol>
                <a:gridCol w="724852">
                  <a:extLst>
                    <a:ext uri="{9D8B030D-6E8A-4147-A177-3AD203B41FA5}">
                      <a16:colId xmlns:a16="http://schemas.microsoft.com/office/drawing/2014/main" val="1592488445"/>
                    </a:ext>
                  </a:extLst>
                </a:gridCol>
                <a:gridCol w="724852">
                  <a:extLst>
                    <a:ext uri="{9D8B030D-6E8A-4147-A177-3AD203B41FA5}">
                      <a16:colId xmlns:a16="http://schemas.microsoft.com/office/drawing/2014/main" val="3403376714"/>
                    </a:ext>
                  </a:extLst>
                </a:gridCol>
                <a:gridCol w="724852">
                  <a:extLst>
                    <a:ext uri="{9D8B030D-6E8A-4147-A177-3AD203B41FA5}">
                      <a16:colId xmlns:a16="http://schemas.microsoft.com/office/drawing/2014/main" val="903622980"/>
                    </a:ext>
                  </a:extLst>
                </a:gridCol>
                <a:gridCol w="724852">
                  <a:extLst>
                    <a:ext uri="{9D8B030D-6E8A-4147-A177-3AD203B41FA5}">
                      <a16:colId xmlns:a16="http://schemas.microsoft.com/office/drawing/2014/main" val="4093562064"/>
                    </a:ext>
                  </a:extLst>
                </a:gridCol>
              </a:tblGrid>
              <a:tr h="298856">
                <a:tc>
                  <a:txBody>
                    <a:bodyPr/>
                    <a:lstStyle/>
                    <a:p>
                      <a:r>
                        <a:rPr lang="en-US" dirty="0"/>
                        <a:t>REG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r>
                        <a:rPr lang="en-US" dirty="0"/>
                        <a:t>MASK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r>
                        <a:rPr lang="en-US" dirty="0"/>
                        <a:t>AND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r>
                        <a:rPr lang="en-US" dirty="0"/>
                        <a:t>OR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r>
                        <a:rPr lang="en-US" dirty="0"/>
                        <a:t>XOR</a:t>
                      </a:r>
                    </a:p>
                  </a:txBody>
                  <a:tcPr/>
                </a:tc>
                <a:extLst>
                  <a:ext uri="{0D108BD9-81ED-4DB2-BD59-A6C34878D82A}">
                    <a16:rowId xmlns:a16="http://schemas.microsoft.com/office/drawing/2014/main" val="3071070923"/>
                  </a:ext>
                </a:extLst>
              </a:tr>
              <a:tr h="298856">
                <a:tc>
                  <a:txBody>
                    <a:bodyPr/>
                    <a:lstStyle/>
                    <a:p>
                      <a:r>
                        <a:rPr lang="en-US" dirty="0"/>
                        <a:t>0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r>
                        <a:rPr lang="en-US" dirty="0"/>
                        <a:t>0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r>
                        <a:rPr lang="en-US" dirty="0"/>
                        <a:t>0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r>
                        <a:rPr lang="en-US" dirty="0"/>
                        <a:t>0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r>
                        <a:rPr lang="en-US" dirty="0"/>
                        <a:t>0</a:t>
                      </a:r>
                    </a:p>
                  </a:txBody>
                  <a:tcPr/>
                </a:tc>
                <a:extLst>
                  <a:ext uri="{0D108BD9-81ED-4DB2-BD59-A6C34878D82A}">
                    <a16:rowId xmlns:a16="http://schemas.microsoft.com/office/drawing/2014/main" val="2591078293"/>
                  </a:ext>
                </a:extLst>
              </a:tr>
              <a:tr h="298856">
                <a:tc>
                  <a:txBody>
                    <a:bodyPr/>
                    <a:lstStyle/>
                    <a:p>
                      <a:r>
                        <a:rPr lang="en-US" dirty="0"/>
                        <a:t>0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r>
                        <a:rPr lang="en-US" dirty="0"/>
                        <a:t>1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r>
                        <a:rPr lang="en-US" dirty="0"/>
                        <a:t>0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r>
                        <a:rPr lang="en-US" dirty="0"/>
                        <a:t>1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r>
                        <a:rPr lang="en-US" dirty="0"/>
                        <a:t>1</a:t>
                      </a:r>
                    </a:p>
                  </a:txBody>
                  <a:tcPr/>
                </a:tc>
                <a:extLst>
                  <a:ext uri="{0D108BD9-81ED-4DB2-BD59-A6C34878D82A}">
                    <a16:rowId xmlns:a16="http://schemas.microsoft.com/office/drawing/2014/main" val="922570205"/>
                  </a:ext>
                </a:extLst>
              </a:tr>
              <a:tr h="298856">
                <a:tc>
                  <a:txBody>
                    <a:bodyPr/>
                    <a:lstStyle/>
                    <a:p>
                      <a:r>
                        <a:rPr lang="en-US" dirty="0"/>
                        <a:t>1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r>
                        <a:rPr lang="en-US" dirty="0"/>
                        <a:t>0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r>
                        <a:rPr lang="en-US" dirty="0"/>
                        <a:t>0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r>
                        <a:rPr lang="en-US" dirty="0"/>
                        <a:t>1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r>
                        <a:rPr lang="en-US" dirty="0"/>
                        <a:t>1</a:t>
                      </a:r>
                    </a:p>
                  </a:txBody>
                  <a:tcPr/>
                </a:tc>
                <a:extLst>
                  <a:ext uri="{0D108BD9-81ED-4DB2-BD59-A6C34878D82A}">
                    <a16:rowId xmlns:a16="http://schemas.microsoft.com/office/drawing/2014/main" val="3415747797"/>
                  </a:ext>
                </a:extLst>
              </a:tr>
              <a:tr h="298856">
                <a:tc>
                  <a:txBody>
                    <a:bodyPr/>
                    <a:lstStyle/>
                    <a:p>
                      <a:r>
                        <a:rPr lang="en-US" dirty="0"/>
                        <a:t>1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r>
                        <a:rPr lang="en-US" dirty="0"/>
                        <a:t>1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r>
                        <a:rPr lang="en-US" dirty="0"/>
                        <a:t>1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r>
                        <a:rPr lang="en-US" dirty="0"/>
                        <a:t>1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r>
                        <a:rPr lang="en-US" dirty="0"/>
                        <a:t>0</a:t>
                      </a:r>
                    </a:p>
                  </a:txBody>
                  <a:tcPr/>
                </a:tc>
                <a:extLst>
                  <a:ext uri="{0D108BD9-81ED-4DB2-BD59-A6C34878D82A}">
                    <a16:rowId xmlns:a16="http://schemas.microsoft.com/office/drawing/2014/main" val="3045618015"/>
                  </a:ext>
                </a:extLst>
              </a:tr>
            </a:tbl>
          </a:graphicData>
        </a:graphic>
      </p:graphicFrame>
      <p:graphicFrame>
        <p:nvGraphicFramePr>
          <p:cNvPr id="5" name="Table 4">
            <a:extLst>
              <a:ext uri="{FF2B5EF4-FFF2-40B4-BE49-F238E27FC236}">
                <a16:creationId xmlns:a16="http://schemas.microsoft.com/office/drawing/2014/main" id="{6BE1C4B3-CD06-5B1D-BFDE-3CBBAD187494}"/>
              </a:ext>
            </a:extLst>
          </p:cNvPr>
          <p:cNvGraphicFramePr>
            <a:graphicFrameLocks noGrp="1"/>
          </p:cNvGraphicFramePr>
          <p:nvPr>
            <p:extLst>
              <p:ext uri="{D42A27DB-BD31-4B8C-83A1-F6EECF244321}">
                <p14:modId xmlns:p14="http://schemas.microsoft.com/office/powerpoint/2010/main" val="3823596159"/>
              </p:ext>
            </p:extLst>
          </p:nvPr>
        </p:nvGraphicFramePr>
        <p:xfrm>
          <a:off x="7660119" y="4752844"/>
          <a:ext cx="1416050" cy="914400"/>
        </p:xfrm>
        <a:graphic>
          <a:graphicData uri="http://schemas.openxmlformats.org/drawingml/2006/table">
            <a:tbl>
              <a:tblPr firstRow="1" bandRow="1">
                <a:tableStyleId>{5C22544A-7EE6-4342-B048-85BDC9FD1C3A}</a:tableStyleId>
              </a:tblPr>
              <a:tblGrid>
                <a:gridCol w="708025">
                  <a:extLst>
                    <a:ext uri="{9D8B030D-6E8A-4147-A177-3AD203B41FA5}">
                      <a16:colId xmlns:a16="http://schemas.microsoft.com/office/drawing/2014/main" val="346855582"/>
                    </a:ext>
                  </a:extLst>
                </a:gridCol>
                <a:gridCol w="708025">
                  <a:extLst>
                    <a:ext uri="{9D8B030D-6E8A-4147-A177-3AD203B41FA5}">
                      <a16:colId xmlns:a16="http://schemas.microsoft.com/office/drawing/2014/main" val="3403376714"/>
                    </a:ext>
                  </a:extLst>
                </a:gridCol>
              </a:tblGrid>
              <a:tr h="298856">
                <a:tc>
                  <a:txBody>
                    <a:bodyPr/>
                    <a:lstStyle/>
                    <a:p>
                      <a:r>
                        <a:rPr lang="en-US" dirty="0"/>
                        <a:t>MASK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r>
                        <a:rPr lang="en-US" dirty="0"/>
                        <a:t>NOT</a:t>
                      </a:r>
                    </a:p>
                  </a:txBody>
                  <a:tcPr/>
                </a:tc>
                <a:extLst>
                  <a:ext uri="{0D108BD9-81ED-4DB2-BD59-A6C34878D82A}">
                    <a16:rowId xmlns:a16="http://schemas.microsoft.com/office/drawing/2014/main" val="3071070923"/>
                  </a:ext>
                </a:extLst>
              </a:tr>
              <a:tr h="298856">
                <a:tc>
                  <a:txBody>
                    <a:bodyPr/>
                    <a:lstStyle/>
                    <a:p>
                      <a:r>
                        <a:rPr lang="en-US" dirty="0"/>
                        <a:t>0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r>
                        <a:rPr lang="en-US" dirty="0"/>
                        <a:t>1</a:t>
                      </a:r>
                    </a:p>
                  </a:txBody>
                  <a:tcPr/>
                </a:tc>
                <a:extLst>
                  <a:ext uri="{0D108BD9-81ED-4DB2-BD59-A6C34878D82A}">
                    <a16:rowId xmlns:a16="http://schemas.microsoft.com/office/drawing/2014/main" val="2591078293"/>
                  </a:ext>
                </a:extLst>
              </a:tr>
              <a:tr h="298856">
                <a:tc>
                  <a:txBody>
                    <a:bodyPr/>
                    <a:lstStyle/>
                    <a:p>
                      <a:r>
                        <a:rPr lang="en-US" dirty="0"/>
                        <a:t>1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r>
                        <a:rPr lang="en-US" dirty="0"/>
                        <a:t>0</a:t>
                      </a:r>
                    </a:p>
                  </a:txBody>
                  <a:tcPr/>
                </a:tc>
                <a:extLst>
                  <a:ext uri="{0D108BD9-81ED-4DB2-BD59-A6C34878D82A}">
                    <a16:rowId xmlns:a16="http://schemas.microsoft.com/office/drawing/2014/main" val="3045618015"/>
                  </a:ext>
                </a:extLst>
              </a:tr>
            </a:tbl>
          </a:graphicData>
        </a:graphic>
      </p:graphicFrame>
    </p:spTree>
    <p:extLst>
      <p:ext uri="{BB962C8B-B14F-4D97-AF65-F5344CB8AC3E}">
        <p14:creationId xmlns:p14="http://schemas.microsoft.com/office/powerpoint/2010/main" val="3045116204"/>
      </p:ext>
    </p:extLst>
  </p:cSld>
  <p:clrMapOvr>
    <a:masterClrMapping/>
  </p:clrMapOvr>
</p:sld>
</file>

<file path=ppt/slides/slide2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blipFill>
          <a:blip r:embed="rId3">
            <a:alphaModFix/>
          </a:blip>
          <a:stretch>
            <a:fillRect/>
          </a:stretch>
        </a:blipFill>
        <a:effectLst/>
      </p:bgPr>
    </p:bg>
    <p:spTree>
      <p:nvGrpSpPr>
        <p:cNvPr id="1" name="Shape 103">
          <a:extLst>
            <a:ext uri="{FF2B5EF4-FFF2-40B4-BE49-F238E27FC236}">
              <a16:creationId xmlns:a16="http://schemas.microsoft.com/office/drawing/2014/main" id="{3E79D79B-BD25-AA21-47B4-E81C12A502D5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04" name="Google Shape;104;p28">
            <a:extLst>
              <a:ext uri="{FF2B5EF4-FFF2-40B4-BE49-F238E27FC236}">
                <a16:creationId xmlns:a16="http://schemas.microsoft.com/office/drawing/2014/main" id="{ECF22A56-36F3-2F36-80D2-E68D3C88ADDB}"/>
              </a:ext>
            </a:extLst>
          </p:cNvPr>
          <p:cNvSpPr txBox="1"/>
          <p:nvPr/>
        </p:nvSpPr>
        <p:spPr>
          <a:xfrm>
            <a:off x="1295400" y="3225489"/>
            <a:ext cx="9601200" cy="78479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ctr" anchorCtr="0">
            <a:spAutoFit/>
          </a:bodyPr>
          <a:lstStyle/>
          <a:p>
            <a:pPr marL="0" marR="0" lvl="0" indent="0" algn="ctr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4500"/>
              <a:buFont typeface="Arial"/>
              <a:buNone/>
            </a:pPr>
            <a:r>
              <a:rPr lang="en-US" sz="4500" b="1" i="0" u="none" strike="noStrike" cap="none" dirty="0">
                <a:solidFill>
                  <a:srgbClr val="15264B"/>
                </a:solidFill>
                <a:latin typeface="Atkinson Hyperlegible Next"/>
                <a:ea typeface="Arial"/>
                <a:cs typeface="Arial"/>
                <a:sym typeface="Arial"/>
              </a:rPr>
              <a:t>Timers</a:t>
            </a:r>
            <a:endParaRPr dirty="0"/>
          </a:p>
        </p:txBody>
      </p:sp>
      <p:grpSp>
        <p:nvGrpSpPr>
          <p:cNvPr id="105" name="Google Shape;105;p28">
            <a:extLst>
              <a:ext uri="{FF2B5EF4-FFF2-40B4-BE49-F238E27FC236}">
                <a16:creationId xmlns:a16="http://schemas.microsoft.com/office/drawing/2014/main" id="{ED152358-FB50-DD95-DD4A-B2A6E78964C6}"/>
              </a:ext>
            </a:extLst>
          </p:cNvPr>
          <p:cNvGrpSpPr/>
          <p:nvPr/>
        </p:nvGrpSpPr>
        <p:grpSpPr>
          <a:xfrm>
            <a:off x="3943790" y="2676939"/>
            <a:ext cx="3861740" cy="322845"/>
            <a:chOff x="3943790" y="2676939"/>
            <a:chExt cx="3861740" cy="322845"/>
          </a:xfrm>
        </p:grpSpPr>
        <p:cxnSp>
          <p:nvCxnSpPr>
            <p:cNvPr id="106" name="Google Shape;106;p28">
              <a:extLst>
                <a:ext uri="{FF2B5EF4-FFF2-40B4-BE49-F238E27FC236}">
                  <a16:creationId xmlns:a16="http://schemas.microsoft.com/office/drawing/2014/main" id="{6B577B21-43F8-795D-1EC1-81C8834DD368}"/>
                </a:ext>
              </a:extLst>
            </p:cNvPr>
            <p:cNvCxnSpPr/>
            <p:nvPr/>
          </p:nvCxnSpPr>
          <p:spPr>
            <a:xfrm>
              <a:off x="4426226" y="2676939"/>
              <a:ext cx="3379304" cy="0"/>
            </a:xfrm>
            <a:prstGeom prst="straightConnector1">
              <a:avLst/>
            </a:prstGeom>
            <a:noFill/>
            <a:ln w="19050" cap="flat" cmpd="sng">
              <a:solidFill>
                <a:schemeClr val="lt1"/>
              </a:solidFill>
              <a:prstDash val="solid"/>
              <a:round/>
              <a:headEnd type="none" w="sm" len="sm"/>
              <a:tailEnd type="none" w="sm" len="sm"/>
            </a:ln>
          </p:spPr>
        </p:cxnSp>
        <p:cxnSp>
          <p:nvCxnSpPr>
            <p:cNvPr id="107" name="Google Shape;107;p28">
              <a:extLst>
                <a:ext uri="{FF2B5EF4-FFF2-40B4-BE49-F238E27FC236}">
                  <a16:creationId xmlns:a16="http://schemas.microsoft.com/office/drawing/2014/main" id="{9CCE0AC3-14DB-782A-523B-9244244AB129}"/>
                </a:ext>
              </a:extLst>
            </p:cNvPr>
            <p:cNvCxnSpPr/>
            <p:nvPr/>
          </p:nvCxnSpPr>
          <p:spPr>
            <a:xfrm rot="10800000" flipH="1">
              <a:off x="3943790" y="2676939"/>
              <a:ext cx="482436" cy="322845"/>
            </a:xfrm>
            <a:prstGeom prst="straightConnector1">
              <a:avLst/>
            </a:prstGeom>
            <a:noFill/>
            <a:ln w="19050" cap="flat" cmpd="sng">
              <a:solidFill>
                <a:schemeClr val="lt1"/>
              </a:solidFill>
              <a:prstDash val="solid"/>
              <a:round/>
              <a:headEnd type="none" w="sm" len="sm"/>
              <a:tailEnd type="none" w="sm" len="sm"/>
            </a:ln>
          </p:spPr>
        </p:cxnSp>
      </p:grpSp>
      <p:pic>
        <p:nvPicPr>
          <p:cNvPr id="108" name="Google Shape;108;p28">
            <a:extLst>
              <a:ext uri="{FF2B5EF4-FFF2-40B4-BE49-F238E27FC236}">
                <a16:creationId xmlns:a16="http://schemas.microsoft.com/office/drawing/2014/main" id="{C8CF2629-2730-A4EB-283A-97444685EAB0}"/>
              </a:ext>
            </a:extLst>
          </p:cNvPr>
          <p:cNvPicPr preferRelativeResize="0"/>
          <p:nvPr/>
        </p:nvPicPr>
        <p:blipFill rotWithShape="1">
          <a:blip r:embed="rId4">
            <a:alphaModFix/>
          </a:blip>
          <a:srcRect/>
          <a:stretch/>
        </p:blipFill>
        <p:spPr>
          <a:xfrm>
            <a:off x="11557509" y="233819"/>
            <a:ext cx="271308" cy="389811"/>
          </a:xfrm>
          <a:prstGeom prst="rect">
            <a:avLst/>
          </a:prstGeom>
          <a:noFill/>
          <a:ln>
            <a:noFill/>
          </a:ln>
        </p:spPr>
      </p:pic>
      <p:sp>
        <p:nvSpPr>
          <p:cNvPr id="109" name="Google Shape;109;p28">
            <a:extLst>
              <a:ext uri="{FF2B5EF4-FFF2-40B4-BE49-F238E27FC236}">
                <a16:creationId xmlns:a16="http://schemas.microsoft.com/office/drawing/2014/main" id="{A9A535D8-D20A-D52E-CE0C-307518C98C7F}"/>
              </a:ext>
            </a:extLst>
          </p:cNvPr>
          <p:cNvSpPr txBox="1"/>
          <p:nvPr/>
        </p:nvSpPr>
        <p:spPr>
          <a:xfrm>
            <a:off x="9335597" y="6524381"/>
            <a:ext cx="2473415" cy="230792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t" anchorCtr="0">
            <a:spAutoFit/>
          </a:bodyPr>
          <a:lstStyle/>
          <a:p>
            <a:pPr marL="0" marR="0" lvl="0" indent="0" algn="r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en-US" sz="900" b="0" i="0" u="none" strike="noStrike" cap="none">
                <a:solidFill>
                  <a:srgbClr val="13294B"/>
                </a:solidFill>
                <a:latin typeface="Atkinson Hyperlegible Next"/>
                <a:ea typeface="Arial"/>
                <a:cs typeface="Arial"/>
                <a:sym typeface="Arial"/>
              </a:rPr>
              <a:t>GRAINGER ENGINEERING</a:t>
            </a:r>
            <a:endParaRPr/>
          </a:p>
        </p:txBody>
      </p:sp>
      <p:sp>
        <p:nvSpPr>
          <p:cNvPr id="110" name="Google Shape;110;p28">
            <a:extLst>
              <a:ext uri="{FF2B5EF4-FFF2-40B4-BE49-F238E27FC236}">
                <a16:creationId xmlns:a16="http://schemas.microsoft.com/office/drawing/2014/main" id="{A4E8A94F-7828-AB89-1D84-E4F975B0BDFF}"/>
              </a:ext>
            </a:extLst>
          </p:cNvPr>
          <p:cNvSpPr txBox="1"/>
          <p:nvPr/>
        </p:nvSpPr>
        <p:spPr>
          <a:xfrm>
            <a:off x="376807" y="6524381"/>
            <a:ext cx="7991400" cy="23070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t" anchorCtr="0">
            <a:spAutoFit/>
          </a:bodyPr>
          <a:lstStyle/>
          <a:p>
            <a:pPr marL="0" marR="0" lvl="0" indent="0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en-US" sz="900" dirty="0">
                <a:solidFill>
                  <a:srgbClr val="13294B"/>
                </a:solidFill>
              </a:rPr>
              <a:t>SYSTEMS ENGINEERING</a:t>
            </a:r>
            <a:endParaRPr dirty="0"/>
          </a:p>
        </p:txBody>
      </p:sp>
      <p:grpSp>
        <p:nvGrpSpPr>
          <p:cNvPr id="111" name="Google Shape;111;p28">
            <a:extLst>
              <a:ext uri="{FF2B5EF4-FFF2-40B4-BE49-F238E27FC236}">
                <a16:creationId xmlns:a16="http://schemas.microsoft.com/office/drawing/2014/main" id="{D8F21ABA-161F-3B32-B002-B1E5742FA173}"/>
              </a:ext>
            </a:extLst>
          </p:cNvPr>
          <p:cNvGrpSpPr/>
          <p:nvPr/>
        </p:nvGrpSpPr>
        <p:grpSpPr>
          <a:xfrm>
            <a:off x="4066674" y="6601537"/>
            <a:ext cx="5233412" cy="70446"/>
            <a:chOff x="4033424" y="6601537"/>
            <a:chExt cx="5233412" cy="70446"/>
          </a:xfrm>
        </p:grpSpPr>
        <p:cxnSp>
          <p:nvCxnSpPr>
            <p:cNvPr id="112" name="Google Shape;112;p28">
              <a:extLst>
                <a:ext uri="{FF2B5EF4-FFF2-40B4-BE49-F238E27FC236}">
                  <a16:creationId xmlns:a16="http://schemas.microsoft.com/office/drawing/2014/main" id="{AA606F35-F79B-4318-6B7F-6FF4FEFD356D}"/>
                </a:ext>
              </a:extLst>
            </p:cNvPr>
            <p:cNvCxnSpPr/>
            <p:nvPr/>
          </p:nvCxnSpPr>
          <p:spPr>
            <a:xfrm rot="10800000">
              <a:off x="4033424" y="6639606"/>
              <a:ext cx="5164651" cy="0"/>
            </a:xfrm>
            <a:prstGeom prst="straightConnector1">
              <a:avLst/>
            </a:prstGeom>
            <a:noFill/>
            <a:ln w="9525" cap="flat" cmpd="sng">
              <a:solidFill>
                <a:srgbClr val="13294B"/>
              </a:solidFill>
              <a:prstDash val="solid"/>
              <a:round/>
              <a:headEnd type="none" w="sm" len="sm"/>
              <a:tailEnd type="none" w="sm" len="sm"/>
            </a:ln>
          </p:spPr>
        </p:cxnSp>
        <p:sp>
          <p:nvSpPr>
            <p:cNvPr id="113" name="Google Shape;113;p28">
              <a:extLst>
                <a:ext uri="{FF2B5EF4-FFF2-40B4-BE49-F238E27FC236}">
                  <a16:creationId xmlns:a16="http://schemas.microsoft.com/office/drawing/2014/main" id="{5995E2DE-F38D-FD9C-EE82-F60CBD7D1977}"/>
                </a:ext>
              </a:extLst>
            </p:cNvPr>
            <p:cNvSpPr/>
            <p:nvPr/>
          </p:nvSpPr>
          <p:spPr>
            <a:xfrm>
              <a:off x="9196390" y="6601537"/>
              <a:ext cx="70446" cy="70446"/>
            </a:xfrm>
            <a:prstGeom prst="ellipse">
              <a:avLst/>
            </a:prstGeom>
            <a:solidFill>
              <a:srgbClr val="13294B"/>
            </a:solidFill>
            <a:ln>
              <a:noFill/>
            </a:ln>
          </p:spPr>
          <p:txBody>
            <a:bodyPr spcFirstLastPara="1" wrap="square" lIns="91425" tIns="45700" rIns="91425" bIns="45700" anchor="ctr" anchorCtr="0">
              <a:noAutofit/>
            </a:bodyPr>
            <a:lstStyle/>
            <a:p>
              <a:pPr marL="0" marR="0" lvl="0" indent="0" algn="ctr" rtl="0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None/>
              </a:pPr>
              <a:endParaRPr sz="1400" b="0" i="0" u="none" strike="noStrike" cap="none">
                <a:solidFill>
                  <a:srgbClr val="13294B"/>
                </a:solidFill>
                <a:latin typeface="Atkinson Hyperlegible Next"/>
                <a:ea typeface="Arial"/>
                <a:cs typeface="Arial"/>
                <a:sym typeface="Arial"/>
              </a:endParaRPr>
            </a:p>
          </p:txBody>
        </p:sp>
      </p:grpSp>
    </p:spTree>
    <p:extLst>
      <p:ext uri="{BB962C8B-B14F-4D97-AF65-F5344CB8AC3E}">
        <p14:creationId xmlns:p14="http://schemas.microsoft.com/office/powerpoint/2010/main" val="195453585"/>
      </p:ext>
    </p:extLst>
  </p:cSld>
  <p:clrMapOvr>
    <a:masterClrMapping/>
  </p:clrMapOvr>
</p:sld>
</file>

<file path=ppt/slides/slide2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Shape 117">
          <a:extLst>
            <a:ext uri="{FF2B5EF4-FFF2-40B4-BE49-F238E27FC236}">
              <a16:creationId xmlns:a16="http://schemas.microsoft.com/office/drawing/2014/main" id="{A4CA83B8-C177-16BC-A74B-4B751B8EAAA7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18" name="Google Shape;118;p29">
            <a:extLst>
              <a:ext uri="{FF2B5EF4-FFF2-40B4-BE49-F238E27FC236}">
                <a16:creationId xmlns:a16="http://schemas.microsoft.com/office/drawing/2014/main" id="{6F7CA2A7-D188-B086-D949-D81D019F0415}"/>
              </a:ext>
            </a:extLst>
          </p:cNvPr>
          <p:cNvSpPr txBox="1">
            <a:spLocks noGrp="1"/>
          </p:cNvSpPr>
          <p:nvPr>
            <p:ph type="body" idx="1"/>
          </p:nvPr>
        </p:nvSpPr>
        <p:spPr>
          <a:xfrm>
            <a:off x="376809" y="1334279"/>
            <a:ext cx="11177401" cy="4945509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t" anchorCtr="0">
            <a:noAutofit/>
          </a:bodyPr>
          <a:lstStyle/>
          <a:p>
            <a:pPr marL="0" indent="0">
              <a:lnSpc>
                <a:spcPct val="100000"/>
              </a:lnSpc>
              <a:spcBef>
                <a:spcPts val="0"/>
              </a:spcBef>
              <a:buSzPts val="3000"/>
              <a:buNone/>
            </a:pPr>
            <a:r>
              <a:rPr lang="en-US" sz="1800" dirty="0">
                <a:latin typeface="Atkinson Hyperlegible Next"/>
                <a:ea typeface="Arial"/>
                <a:cs typeface="Arial"/>
                <a:sym typeface="Arial"/>
              </a:rPr>
              <a:t>Just like a clock that you have; however, in hardware it is EXTREMELY important. </a:t>
            </a:r>
          </a:p>
          <a:p>
            <a:pPr marL="0" indent="0">
              <a:lnSpc>
                <a:spcPct val="100000"/>
              </a:lnSpc>
              <a:spcBef>
                <a:spcPts val="0"/>
              </a:spcBef>
              <a:buSzPts val="3000"/>
              <a:buNone/>
            </a:pPr>
            <a:endParaRPr lang="en-US" sz="1800" dirty="0">
              <a:latin typeface="Atkinson Hyperlegible Next"/>
              <a:ea typeface="Arial"/>
              <a:cs typeface="Arial"/>
              <a:sym typeface="Arial"/>
            </a:endParaRPr>
          </a:p>
          <a:p>
            <a:pPr marL="0" indent="0">
              <a:lnSpc>
                <a:spcPct val="100000"/>
              </a:lnSpc>
              <a:spcBef>
                <a:spcPts val="0"/>
              </a:spcBef>
              <a:buSzPts val="3000"/>
              <a:buNone/>
            </a:pPr>
            <a:r>
              <a:rPr lang="en-US" sz="1800" dirty="0">
                <a:latin typeface="Atkinson Hyperlegible Next"/>
                <a:ea typeface="Arial"/>
                <a:cs typeface="Arial"/>
                <a:sym typeface="Arial"/>
              </a:rPr>
              <a:t>A </a:t>
            </a:r>
            <a:r>
              <a:rPr lang="en-US" sz="1800" b="1" dirty="0">
                <a:latin typeface="Atkinson Hyperlegible Next"/>
                <a:ea typeface="Arial"/>
                <a:cs typeface="Arial"/>
                <a:sym typeface="Arial"/>
              </a:rPr>
              <a:t>timer </a:t>
            </a:r>
            <a:r>
              <a:rPr lang="en-US" sz="1800" dirty="0">
                <a:latin typeface="Atkinson Hyperlegible Next"/>
                <a:ea typeface="Arial"/>
                <a:cs typeface="Arial"/>
                <a:sym typeface="Arial"/>
              </a:rPr>
              <a:t>is a hardware counter that:</a:t>
            </a:r>
          </a:p>
          <a:p>
            <a:pPr marL="285750" indent="-285750">
              <a:lnSpc>
                <a:spcPct val="100000"/>
              </a:lnSpc>
              <a:spcBef>
                <a:spcPts val="0"/>
              </a:spcBef>
              <a:buSzPts val="3000"/>
            </a:pPr>
            <a:r>
              <a:rPr lang="en-US" sz="1800" dirty="0">
                <a:latin typeface="Atkinson Hyperlegible Next"/>
                <a:ea typeface="Arial"/>
                <a:cs typeface="Arial"/>
                <a:sym typeface="Arial"/>
              </a:rPr>
              <a:t>Counts clock cycles</a:t>
            </a:r>
          </a:p>
          <a:p>
            <a:pPr marL="285750" indent="-285750">
              <a:lnSpc>
                <a:spcPct val="100000"/>
              </a:lnSpc>
              <a:spcBef>
                <a:spcPts val="0"/>
              </a:spcBef>
              <a:buSzPts val="3000"/>
            </a:pPr>
            <a:r>
              <a:rPr lang="en-US" sz="1800" dirty="0">
                <a:latin typeface="Atkinson Hyperlegible Next"/>
                <a:ea typeface="Arial"/>
                <a:cs typeface="Arial"/>
                <a:sym typeface="Arial"/>
              </a:rPr>
              <a:t>Triggers an interrupt when it reaches a specified condition</a:t>
            </a:r>
          </a:p>
          <a:p>
            <a:pPr marL="285750" indent="-285750">
              <a:lnSpc>
                <a:spcPct val="100000"/>
              </a:lnSpc>
              <a:spcBef>
                <a:spcPts val="0"/>
              </a:spcBef>
              <a:buSzPts val="3000"/>
            </a:pPr>
            <a:endParaRPr lang="en-US" sz="1800" dirty="0">
              <a:latin typeface="Atkinson Hyperlegible Next"/>
              <a:ea typeface="Arial"/>
              <a:cs typeface="Arial"/>
              <a:sym typeface="Arial"/>
            </a:endParaRPr>
          </a:p>
          <a:p>
            <a:pPr marL="0" indent="0">
              <a:lnSpc>
                <a:spcPct val="100000"/>
              </a:lnSpc>
              <a:spcBef>
                <a:spcPts val="0"/>
              </a:spcBef>
              <a:buSzPts val="3000"/>
              <a:buNone/>
            </a:pPr>
            <a:r>
              <a:rPr lang="en-US" sz="1800" dirty="0">
                <a:latin typeface="Atkinson Hyperlegible Next"/>
                <a:ea typeface="Arial"/>
                <a:cs typeface="Arial"/>
                <a:sym typeface="Arial"/>
              </a:rPr>
              <a:t>The TMS320F2837xD has </a:t>
            </a:r>
            <a:r>
              <a:rPr lang="en-US" sz="1800" b="1" dirty="0">
                <a:latin typeface="Atkinson Hyperlegible Next"/>
                <a:ea typeface="Arial"/>
                <a:cs typeface="Arial"/>
                <a:sym typeface="Arial"/>
              </a:rPr>
              <a:t>3</a:t>
            </a:r>
            <a:r>
              <a:rPr lang="en-US" sz="1800" dirty="0">
                <a:latin typeface="Atkinson Hyperlegible Next"/>
                <a:ea typeface="Arial"/>
                <a:cs typeface="Arial"/>
                <a:sym typeface="Arial"/>
              </a:rPr>
              <a:t> 32-bit CPU timers. </a:t>
            </a:r>
          </a:p>
          <a:p>
            <a:pPr marL="285750" indent="-285750">
              <a:lnSpc>
                <a:spcPct val="100000"/>
              </a:lnSpc>
              <a:spcBef>
                <a:spcPts val="0"/>
              </a:spcBef>
              <a:buSzPts val="3000"/>
            </a:pPr>
            <a:r>
              <a:rPr lang="en-US" sz="1800" dirty="0">
                <a:latin typeface="Atkinson Hyperlegible Next"/>
                <a:ea typeface="Arial"/>
                <a:cs typeface="Arial"/>
                <a:sym typeface="Arial"/>
              </a:rPr>
              <a:t>CPU-Timer0 and CPU-Timer1 can be used in user applications</a:t>
            </a:r>
          </a:p>
          <a:p>
            <a:pPr marL="285750" indent="-285750">
              <a:lnSpc>
                <a:spcPct val="100000"/>
              </a:lnSpc>
              <a:spcBef>
                <a:spcPts val="0"/>
              </a:spcBef>
              <a:buSzPts val="3000"/>
            </a:pPr>
            <a:r>
              <a:rPr lang="en-US" sz="1800" dirty="0">
                <a:latin typeface="Atkinson Hyperlegible Next"/>
                <a:ea typeface="Arial"/>
                <a:cs typeface="Arial"/>
                <a:sym typeface="Arial"/>
              </a:rPr>
              <a:t>CPU-Timer2 is reserved for real-time operating system uses ( if not being uses in an operating system that uses this timer, it can used in the application).</a:t>
            </a:r>
          </a:p>
          <a:p>
            <a:pPr marL="285750" indent="-285750">
              <a:lnSpc>
                <a:spcPct val="100000"/>
              </a:lnSpc>
              <a:spcBef>
                <a:spcPts val="0"/>
              </a:spcBef>
              <a:buSzPts val="3000"/>
            </a:pPr>
            <a:endParaRPr lang="en-US" sz="1800" dirty="0">
              <a:latin typeface="Atkinson Hyperlegible Next"/>
              <a:ea typeface="Arial"/>
              <a:cs typeface="Arial"/>
              <a:sym typeface="Arial"/>
            </a:endParaRPr>
          </a:p>
          <a:p>
            <a:pPr marL="0" indent="0">
              <a:lnSpc>
                <a:spcPct val="100000"/>
              </a:lnSpc>
              <a:spcBef>
                <a:spcPts val="0"/>
              </a:spcBef>
              <a:buSzPts val="3000"/>
              <a:buNone/>
            </a:pPr>
            <a:r>
              <a:rPr lang="en-US" sz="1800" dirty="0">
                <a:latin typeface="Atkinson Hyperlegible Next"/>
                <a:ea typeface="Arial"/>
                <a:cs typeface="Arial"/>
                <a:sym typeface="Arial"/>
              </a:rPr>
              <a:t>These clocks run off the system’s internal clock (SYSCLK) (CPU-Timer2, has additional options)</a:t>
            </a:r>
          </a:p>
          <a:p>
            <a:pPr marL="0" indent="0">
              <a:lnSpc>
                <a:spcPct val="100000"/>
              </a:lnSpc>
              <a:spcBef>
                <a:spcPts val="0"/>
              </a:spcBef>
              <a:buSzPts val="3000"/>
              <a:buNone/>
            </a:pPr>
            <a:endParaRPr lang="en-US" sz="1800" dirty="0">
              <a:latin typeface="Atkinson Hyperlegible Next"/>
              <a:ea typeface="Arial"/>
              <a:cs typeface="Arial"/>
              <a:sym typeface="Arial"/>
            </a:endParaRPr>
          </a:p>
          <a:p>
            <a:pPr marL="0" indent="0">
              <a:lnSpc>
                <a:spcPct val="100000"/>
              </a:lnSpc>
              <a:spcBef>
                <a:spcPts val="0"/>
              </a:spcBef>
              <a:buSzPts val="3000"/>
              <a:buNone/>
            </a:pPr>
            <a:r>
              <a:rPr lang="en-US" sz="1800" dirty="0">
                <a:latin typeface="Atkinson Hyperlegible Next"/>
                <a:ea typeface="Arial"/>
                <a:cs typeface="Arial"/>
                <a:sym typeface="Arial"/>
              </a:rPr>
              <a:t>System’s internal clock runs at 200 MHz </a:t>
            </a:r>
          </a:p>
          <a:p>
            <a:pPr marL="0" indent="0">
              <a:lnSpc>
                <a:spcPct val="100000"/>
              </a:lnSpc>
              <a:spcBef>
                <a:spcPts val="0"/>
              </a:spcBef>
              <a:buSzPts val="3000"/>
              <a:buNone/>
            </a:pPr>
            <a:endParaRPr lang="en-US" sz="1800" dirty="0">
              <a:latin typeface="Atkinson Hyperlegible Next"/>
              <a:ea typeface="Arial"/>
              <a:cs typeface="Arial"/>
              <a:sym typeface="Arial"/>
            </a:endParaRPr>
          </a:p>
          <a:p>
            <a:pPr marL="0" indent="0">
              <a:lnSpc>
                <a:spcPct val="100000"/>
              </a:lnSpc>
              <a:spcBef>
                <a:spcPts val="0"/>
              </a:spcBef>
              <a:buSzPts val="3000"/>
              <a:buNone/>
            </a:pPr>
            <a:endParaRPr lang="en-US" sz="1800" dirty="0">
              <a:latin typeface="Atkinson Hyperlegible Next"/>
              <a:ea typeface="Arial"/>
              <a:cs typeface="Arial"/>
              <a:sym typeface="Arial"/>
            </a:endParaRPr>
          </a:p>
          <a:p>
            <a:pPr marL="0" indent="0">
              <a:lnSpc>
                <a:spcPct val="100000"/>
              </a:lnSpc>
              <a:spcBef>
                <a:spcPts val="0"/>
              </a:spcBef>
              <a:buSzPts val="3000"/>
              <a:buNone/>
            </a:pPr>
            <a:endParaRPr lang="en-US" sz="1800" dirty="0">
              <a:latin typeface="Atkinson Hyperlegible Next"/>
              <a:ea typeface="Arial"/>
              <a:cs typeface="Arial"/>
              <a:sym typeface="Arial"/>
            </a:endParaRPr>
          </a:p>
          <a:p>
            <a:pPr marL="0" indent="0">
              <a:lnSpc>
                <a:spcPct val="100000"/>
              </a:lnSpc>
              <a:spcBef>
                <a:spcPts val="0"/>
              </a:spcBef>
              <a:buSzPts val="3000"/>
              <a:buNone/>
            </a:pPr>
            <a:endParaRPr lang="en-US" sz="1800" dirty="0">
              <a:latin typeface="Atkinson Hyperlegible Next"/>
              <a:ea typeface="Arial"/>
              <a:cs typeface="Arial"/>
              <a:sym typeface="Arial"/>
            </a:endParaRPr>
          </a:p>
        </p:txBody>
      </p:sp>
      <p:sp>
        <p:nvSpPr>
          <p:cNvPr id="119" name="Google Shape;119;p29">
            <a:extLst>
              <a:ext uri="{FF2B5EF4-FFF2-40B4-BE49-F238E27FC236}">
                <a16:creationId xmlns:a16="http://schemas.microsoft.com/office/drawing/2014/main" id="{15142FBA-6DEC-D842-33DC-729D877C91C2}"/>
              </a:ext>
            </a:extLst>
          </p:cNvPr>
          <p:cNvSpPr/>
          <p:nvPr/>
        </p:nvSpPr>
        <p:spPr>
          <a:xfrm rot="10800000" flipH="1">
            <a:off x="0" y="0"/>
            <a:ext cx="12192000" cy="868220"/>
          </a:xfrm>
          <a:prstGeom prst="rect">
            <a:avLst/>
          </a:prstGeom>
          <a:solidFill>
            <a:srgbClr val="13294B"/>
          </a:solidFill>
          <a:ln>
            <a:noFill/>
          </a:ln>
        </p:spPr>
        <p:txBody>
          <a:bodyPr spcFirstLastPara="1" wrap="square" lIns="91425" tIns="45700" rIns="91425" bIns="45700" anchor="ctr" anchorCtr="0">
            <a:noAutofit/>
          </a:bodyPr>
          <a:lstStyle/>
          <a:p>
            <a:pPr marL="0" marR="0" lvl="0" indent="0" algn="ctr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1800"/>
              <a:buFont typeface="Calibri"/>
              <a:buNone/>
            </a:pPr>
            <a:endParaRPr sz="1800" b="0" i="0" u="none" strike="noStrike" cap="none">
              <a:solidFill>
                <a:srgbClr val="13294B"/>
              </a:solidFill>
              <a:latin typeface="Atkinson Hyperlegible Next"/>
              <a:ea typeface="Calibri"/>
              <a:cs typeface="Calibri"/>
              <a:sym typeface="Calibri"/>
            </a:endParaRPr>
          </a:p>
        </p:txBody>
      </p:sp>
      <p:sp>
        <p:nvSpPr>
          <p:cNvPr id="120" name="Google Shape;120;p29">
            <a:extLst>
              <a:ext uri="{FF2B5EF4-FFF2-40B4-BE49-F238E27FC236}">
                <a16:creationId xmlns:a16="http://schemas.microsoft.com/office/drawing/2014/main" id="{FE727983-1768-CBE4-0DBC-D9B3EDEDDD92}"/>
              </a:ext>
            </a:extLst>
          </p:cNvPr>
          <p:cNvSpPr txBox="1"/>
          <p:nvPr/>
        </p:nvSpPr>
        <p:spPr>
          <a:xfrm>
            <a:off x="376810" y="204051"/>
            <a:ext cx="10910026" cy="461624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t" anchorCtr="0">
            <a:spAutoFit/>
          </a:bodyPr>
          <a:lstStyle/>
          <a:p>
            <a:pPr marL="0" marR="0" lvl="0" indent="0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2400"/>
              <a:buFont typeface="Arial"/>
              <a:buNone/>
            </a:pPr>
            <a:r>
              <a:rPr lang="en-US" sz="2400" b="0" i="0" u="none" strike="noStrike" cap="none" dirty="0">
                <a:solidFill>
                  <a:schemeClr val="lt1"/>
                </a:solidFill>
                <a:latin typeface="Atkinson Hyperlegible Next"/>
                <a:ea typeface="Arial"/>
                <a:cs typeface="Arial"/>
                <a:sym typeface="Arial"/>
              </a:rPr>
              <a:t>What is a timer?</a:t>
            </a:r>
            <a:endParaRPr sz="2400" b="0" i="0" u="none" strike="noStrike" cap="none" dirty="0">
              <a:solidFill>
                <a:schemeClr val="lt1"/>
              </a:solidFill>
              <a:latin typeface="Atkinson Hyperlegible Next"/>
              <a:ea typeface="Arial"/>
              <a:cs typeface="Arial"/>
              <a:sym typeface="Arial"/>
            </a:endParaRPr>
          </a:p>
        </p:txBody>
      </p:sp>
      <p:pic>
        <p:nvPicPr>
          <p:cNvPr id="121" name="Google Shape;121;p29">
            <a:extLst>
              <a:ext uri="{FF2B5EF4-FFF2-40B4-BE49-F238E27FC236}">
                <a16:creationId xmlns:a16="http://schemas.microsoft.com/office/drawing/2014/main" id="{6333CCFD-5566-247B-FBA2-4925B9AA6D88}"/>
              </a:ext>
            </a:extLst>
          </p:cNvPr>
          <p:cNvPicPr preferRelativeResize="0"/>
          <p:nvPr/>
        </p:nvPicPr>
        <p:blipFill rotWithShape="1">
          <a:blip r:embed="rId3">
            <a:alphaModFix/>
          </a:blip>
          <a:srcRect/>
          <a:stretch/>
        </p:blipFill>
        <p:spPr>
          <a:xfrm>
            <a:off x="11557509" y="233819"/>
            <a:ext cx="271308" cy="389810"/>
          </a:xfrm>
          <a:prstGeom prst="rect">
            <a:avLst/>
          </a:prstGeom>
          <a:noFill/>
          <a:ln>
            <a:noFill/>
          </a:ln>
        </p:spPr>
      </p:pic>
      <p:sp>
        <p:nvSpPr>
          <p:cNvPr id="122" name="Google Shape;122;p29">
            <a:extLst>
              <a:ext uri="{FF2B5EF4-FFF2-40B4-BE49-F238E27FC236}">
                <a16:creationId xmlns:a16="http://schemas.microsoft.com/office/drawing/2014/main" id="{57412D56-C24F-6187-AC64-391C7B75F9E3}"/>
              </a:ext>
            </a:extLst>
          </p:cNvPr>
          <p:cNvSpPr txBox="1"/>
          <p:nvPr/>
        </p:nvSpPr>
        <p:spPr>
          <a:xfrm>
            <a:off x="9335597" y="6524381"/>
            <a:ext cx="2473415" cy="230792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t" anchorCtr="0">
            <a:spAutoFit/>
          </a:bodyPr>
          <a:lstStyle/>
          <a:p>
            <a:pPr marL="0" marR="0" lvl="0" indent="0" algn="r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en-US" sz="900" b="0" i="0" u="none" strike="noStrike" cap="none">
                <a:solidFill>
                  <a:srgbClr val="13294B"/>
                </a:solidFill>
                <a:latin typeface="Atkinson Hyperlegible Next"/>
                <a:ea typeface="Arial"/>
                <a:cs typeface="Arial"/>
                <a:sym typeface="Arial"/>
              </a:rPr>
              <a:t>GRAINGER ENGINEERING</a:t>
            </a:r>
            <a:endParaRPr/>
          </a:p>
        </p:txBody>
      </p:sp>
      <p:sp>
        <p:nvSpPr>
          <p:cNvPr id="123" name="Google Shape;123;p29">
            <a:extLst>
              <a:ext uri="{FF2B5EF4-FFF2-40B4-BE49-F238E27FC236}">
                <a16:creationId xmlns:a16="http://schemas.microsoft.com/office/drawing/2014/main" id="{F695E876-350D-F5F3-72C1-E09DF7F59FD9}"/>
              </a:ext>
            </a:extLst>
          </p:cNvPr>
          <p:cNvSpPr txBox="1"/>
          <p:nvPr/>
        </p:nvSpPr>
        <p:spPr>
          <a:xfrm>
            <a:off x="376807" y="6524381"/>
            <a:ext cx="7991337" cy="230792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t" anchorCtr="0">
            <a:spAutoFit/>
          </a:bodyPr>
          <a:lstStyle/>
          <a:p>
            <a:pPr marL="0" marR="0" lvl="0" indent="0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en-US" sz="900" dirty="0">
                <a:solidFill>
                  <a:srgbClr val="13294B"/>
                </a:solidFill>
              </a:rPr>
              <a:t>SYSTEMS ENGINEERING </a:t>
            </a:r>
            <a:endParaRPr dirty="0"/>
          </a:p>
        </p:txBody>
      </p:sp>
      <p:grpSp>
        <p:nvGrpSpPr>
          <p:cNvPr id="124" name="Google Shape;124;p29">
            <a:extLst>
              <a:ext uri="{FF2B5EF4-FFF2-40B4-BE49-F238E27FC236}">
                <a16:creationId xmlns:a16="http://schemas.microsoft.com/office/drawing/2014/main" id="{F950DB7C-44AA-D61C-EA90-C7AD441830F6}"/>
              </a:ext>
            </a:extLst>
          </p:cNvPr>
          <p:cNvGrpSpPr/>
          <p:nvPr/>
        </p:nvGrpSpPr>
        <p:grpSpPr>
          <a:xfrm>
            <a:off x="4066674" y="6601537"/>
            <a:ext cx="5233412" cy="70446"/>
            <a:chOff x="4033424" y="6601537"/>
            <a:chExt cx="5233412" cy="70446"/>
          </a:xfrm>
        </p:grpSpPr>
        <p:cxnSp>
          <p:nvCxnSpPr>
            <p:cNvPr id="125" name="Google Shape;125;p29">
              <a:extLst>
                <a:ext uri="{FF2B5EF4-FFF2-40B4-BE49-F238E27FC236}">
                  <a16:creationId xmlns:a16="http://schemas.microsoft.com/office/drawing/2014/main" id="{6BE19E11-68A0-7D65-A8FF-1688A4DE764C}"/>
                </a:ext>
              </a:extLst>
            </p:cNvPr>
            <p:cNvCxnSpPr/>
            <p:nvPr/>
          </p:nvCxnSpPr>
          <p:spPr>
            <a:xfrm rot="10800000">
              <a:off x="4033424" y="6639606"/>
              <a:ext cx="5164651" cy="0"/>
            </a:xfrm>
            <a:prstGeom prst="straightConnector1">
              <a:avLst/>
            </a:prstGeom>
            <a:noFill/>
            <a:ln w="9525" cap="flat" cmpd="sng">
              <a:solidFill>
                <a:srgbClr val="13294B"/>
              </a:solidFill>
              <a:prstDash val="solid"/>
              <a:round/>
              <a:headEnd type="none" w="sm" len="sm"/>
              <a:tailEnd type="none" w="sm" len="sm"/>
            </a:ln>
          </p:spPr>
        </p:cxnSp>
        <p:sp>
          <p:nvSpPr>
            <p:cNvPr id="126" name="Google Shape;126;p29">
              <a:extLst>
                <a:ext uri="{FF2B5EF4-FFF2-40B4-BE49-F238E27FC236}">
                  <a16:creationId xmlns:a16="http://schemas.microsoft.com/office/drawing/2014/main" id="{1E47E355-A3AD-3658-F4C1-6B87E79F9399}"/>
                </a:ext>
              </a:extLst>
            </p:cNvPr>
            <p:cNvSpPr/>
            <p:nvPr/>
          </p:nvSpPr>
          <p:spPr>
            <a:xfrm>
              <a:off x="9196390" y="6601537"/>
              <a:ext cx="70446" cy="70446"/>
            </a:xfrm>
            <a:prstGeom prst="ellipse">
              <a:avLst/>
            </a:prstGeom>
            <a:solidFill>
              <a:srgbClr val="13294B"/>
            </a:solidFill>
            <a:ln>
              <a:noFill/>
            </a:ln>
          </p:spPr>
          <p:txBody>
            <a:bodyPr spcFirstLastPara="1" wrap="square" lIns="91425" tIns="45700" rIns="91425" bIns="45700" anchor="ctr" anchorCtr="0">
              <a:noAutofit/>
            </a:bodyPr>
            <a:lstStyle/>
            <a:p>
              <a:pPr marL="0" marR="0" lvl="0" indent="0" algn="ctr" rtl="0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None/>
              </a:pPr>
              <a:endParaRPr sz="1400" b="0" i="0" u="none" strike="noStrike" cap="none">
                <a:solidFill>
                  <a:srgbClr val="13294B"/>
                </a:solidFill>
                <a:latin typeface="Atkinson Hyperlegible Next"/>
                <a:ea typeface="Arial"/>
                <a:cs typeface="Arial"/>
                <a:sym typeface="Arial"/>
              </a:endParaRPr>
            </a:p>
          </p:txBody>
        </p:sp>
      </p:grpSp>
    </p:spTree>
    <p:extLst>
      <p:ext uri="{BB962C8B-B14F-4D97-AF65-F5344CB8AC3E}">
        <p14:creationId xmlns:p14="http://schemas.microsoft.com/office/powerpoint/2010/main" val="2696777400"/>
      </p:ext>
    </p:extLst>
  </p:cSld>
  <p:clrMapOvr>
    <a:masterClrMapping/>
  </p:clrMapOvr>
</p:sld>
</file>

<file path=ppt/slides/slide23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Shape 117">
          <a:extLst>
            <a:ext uri="{FF2B5EF4-FFF2-40B4-BE49-F238E27FC236}">
              <a16:creationId xmlns:a16="http://schemas.microsoft.com/office/drawing/2014/main" id="{EDB91D7D-A22B-2E01-EF3E-8AAADBCA2A60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19" name="Google Shape;119;p29">
            <a:extLst>
              <a:ext uri="{FF2B5EF4-FFF2-40B4-BE49-F238E27FC236}">
                <a16:creationId xmlns:a16="http://schemas.microsoft.com/office/drawing/2014/main" id="{59513E68-F5B4-D4AA-7617-A64412922F3F}"/>
              </a:ext>
            </a:extLst>
          </p:cNvPr>
          <p:cNvSpPr/>
          <p:nvPr/>
        </p:nvSpPr>
        <p:spPr>
          <a:xfrm rot="10800000" flipH="1">
            <a:off x="0" y="0"/>
            <a:ext cx="12192000" cy="868220"/>
          </a:xfrm>
          <a:prstGeom prst="rect">
            <a:avLst/>
          </a:prstGeom>
          <a:solidFill>
            <a:srgbClr val="13294B"/>
          </a:solidFill>
          <a:ln>
            <a:noFill/>
          </a:ln>
        </p:spPr>
        <p:txBody>
          <a:bodyPr spcFirstLastPara="1" wrap="square" lIns="91425" tIns="45700" rIns="91425" bIns="45700" anchor="ctr" anchorCtr="0">
            <a:noAutofit/>
          </a:bodyPr>
          <a:lstStyle/>
          <a:p>
            <a:pPr marL="0" marR="0" lvl="0" indent="0" algn="ctr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1800"/>
              <a:buFont typeface="Calibri"/>
              <a:buNone/>
            </a:pPr>
            <a:endParaRPr sz="1800" b="0" i="0" u="none" strike="noStrike" cap="none">
              <a:solidFill>
                <a:srgbClr val="13294B"/>
              </a:solidFill>
              <a:latin typeface="Atkinson Hyperlegible Next"/>
              <a:ea typeface="Calibri"/>
              <a:cs typeface="Calibri"/>
              <a:sym typeface="Calibri"/>
            </a:endParaRPr>
          </a:p>
        </p:txBody>
      </p:sp>
      <p:sp>
        <p:nvSpPr>
          <p:cNvPr id="120" name="Google Shape;120;p29">
            <a:extLst>
              <a:ext uri="{FF2B5EF4-FFF2-40B4-BE49-F238E27FC236}">
                <a16:creationId xmlns:a16="http://schemas.microsoft.com/office/drawing/2014/main" id="{15A271FF-5C0A-6931-09C6-6E892192E4CA}"/>
              </a:ext>
            </a:extLst>
          </p:cNvPr>
          <p:cNvSpPr txBox="1"/>
          <p:nvPr/>
        </p:nvSpPr>
        <p:spPr>
          <a:xfrm>
            <a:off x="376810" y="204051"/>
            <a:ext cx="10910026" cy="461624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t" anchorCtr="0">
            <a:spAutoFit/>
          </a:bodyPr>
          <a:lstStyle/>
          <a:p>
            <a:pPr marL="0" marR="0" lvl="0" indent="0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2400"/>
              <a:buFont typeface="Arial"/>
              <a:buNone/>
            </a:pPr>
            <a:r>
              <a:rPr lang="en-US" sz="2400" b="0" i="0" u="none" strike="noStrike" cap="none" dirty="0">
                <a:solidFill>
                  <a:schemeClr val="lt1"/>
                </a:solidFill>
                <a:latin typeface="Atkinson Hyperlegible Next"/>
                <a:ea typeface="Arial"/>
                <a:cs typeface="Arial"/>
                <a:sym typeface="Arial"/>
              </a:rPr>
              <a:t>What is a timer?</a:t>
            </a:r>
            <a:endParaRPr sz="2400" b="0" i="0" u="none" strike="noStrike" cap="none" dirty="0">
              <a:solidFill>
                <a:schemeClr val="lt1"/>
              </a:solidFill>
              <a:latin typeface="Atkinson Hyperlegible Next"/>
              <a:ea typeface="Arial"/>
              <a:cs typeface="Arial"/>
              <a:sym typeface="Arial"/>
            </a:endParaRPr>
          </a:p>
        </p:txBody>
      </p:sp>
      <p:pic>
        <p:nvPicPr>
          <p:cNvPr id="121" name="Google Shape;121;p29">
            <a:extLst>
              <a:ext uri="{FF2B5EF4-FFF2-40B4-BE49-F238E27FC236}">
                <a16:creationId xmlns:a16="http://schemas.microsoft.com/office/drawing/2014/main" id="{6CD01B28-2810-7D4B-EF46-09359AE8F9E3}"/>
              </a:ext>
            </a:extLst>
          </p:cNvPr>
          <p:cNvPicPr preferRelativeResize="0"/>
          <p:nvPr/>
        </p:nvPicPr>
        <p:blipFill rotWithShape="1">
          <a:blip r:embed="rId3">
            <a:alphaModFix/>
          </a:blip>
          <a:srcRect/>
          <a:stretch/>
        </p:blipFill>
        <p:spPr>
          <a:xfrm>
            <a:off x="11557509" y="233819"/>
            <a:ext cx="271308" cy="389810"/>
          </a:xfrm>
          <a:prstGeom prst="rect">
            <a:avLst/>
          </a:prstGeom>
          <a:noFill/>
          <a:ln>
            <a:noFill/>
          </a:ln>
        </p:spPr>
      </p:pic>
      <p:sp>
        <p:nvSpPr>
          <p:cNvPr id="122" name="Google Shape;122;p29">
            <a:extLst>
              <a:ext uri="{FF2B5EF4-FFF2-40B4-BE49-F238E27FC236}">
                <a16:creationId xmlns:a16="http://schemas.microsoft.com/office/drawing/2014/main" id="{306E48CF-02C4-3786-C624-CAEB9610B6E5}"/>
              </a:ext>
            </a:extLst>
          </p:cNvPr>
          <p:cNvSpPr txBox="1"/>
          <p:nvPr/>
        </p:nvSpPr>
        <p:spPr>
          <a:xfrm>
            <a:off x="9335597" y="6524381"/>
            <a:ext cx="2473415" cy="230792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t" anchorCtr="0">
            <a:spAutoFit/>
          </a:bodyPr>
          <a:lstStyle/>
          <a:p>
            <a:pPr marL="0" marR="0" lvl="0" indent="0" algn="r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en-US" sz="900" b="0" i="0" u="none" strike="noStrike" cap="none">
                <a:solidFill>
                  <a:srgbClr val="13294B"/>
                </a:solidFill>
                <a:latin typeface="Atkinson Hyperlegible Next"/>
                <a:ea typeface="Arial"/>
                <a:cs typeface="Arial"/>
                <a:sym typeface="Arial"/>
              </a:rPr>
              <a:t>GRAINGER ENGINEERING</a:t>
            </a:r>
            <a:endParaRPr/>
          </a:p>
        </p:txBody>
      </p:sp>
      <p:sp>
        <p:nvSpPr>
          <p:cNvPr id="123" name="Google Shape;123;p29">
            <a:extLst>
              <a:ext uri="{FF2B5EF4-FFF2-40B4-BE49-F238E27FC236}">
                <a16:creationId xmlns:a16="http://schemas.microsoft.com/office/drawing/2014/main" id="{03C91540-A329-CFE6-AD20-0CCFBB5C952B}"/>
              </a:ext>
            </a:extLst>
          </p:cNvPr>
          <p:cNvSpPr txBox="1"/>
          <p:nvPr/>
        </p:nvSpPr>
        <p:spPr>
          <a:xfrm>
            <a:off x="376807" y="6524381"/>
            <a:ext cx="7991337" cy="230792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t" anchorCtr="0">
            <a:spAutoFit/>
          </a:bodyPr>
          <a:lstStyle/>
          <a:p>
            <a:pPr marL="0" marR="0" lvl="0" indent="0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en-US" sz="900" dirty="0">
                <a:solidFill>
                  <a:srgbClr val="13294B"/>
                </a:solidFill>
              </a:rPr>
              <a:t>SYSTEMS ENGINEERING </a:t>
            </a:r>
            <a:endParaRPr dirty="0"/>
          </a:p>
        </p:txBody>
      </p:sp>
      <p:grpSp>
        <p:nvGrpSpPr>
          <p:cNvPr id="124" name="Google Shape;124;p29">
            <a:extLst>
              <a:ext uri="{FF2B5EF4-FFF2-40B4-BE49-F238E27FC236}">
                <a16:creationId xmlns:a16="http://schemas.microsoft.com/office/drawing/2014/main" id="{C15780B7-AD26-AD57-99CF-8F2AE6F14DBD}"/>
              </a:ext>
            </a:extLst>
          </p:cNvPr>
          <p:cNvGrpSpPr/>
          <p:nvPr/>
        </p:nvGrpSpPr>
        <p:grpSpPr>
          <a:xfrm>
            <a:off x="4066674" y="6601537"/>
            <a:ext cx="5233412" cy="70446"/>
            <a:chOff x="4033424" y="6601537"/>
            <a:chExt cx="5233412" cy="70446"/>
          </a:xfrm>
        </p:grpSpPr>
        <p:cxnSp>
          <p:nvCxnSpPr>
            <p:cNvPr id="125" name="Google Shape;125;p29">
              <a:extLst>
                <a:ext uri="{FF2B5EF4-FFF2-40B4-BE49-F238E27FC236}">
                  <a16:creationId xmlns:a16="http://schemas.microsoft.com/office/drawing/2014/main" id="{0E6F5EFE-425A-57F5-B80B-2ED738F3EF2D}"/>
                </a:ext>
              </a:extLst>
            </p:cNvPr>
            <p:cNvCxnSpPr/>
            <p:nvPr/>
          </p:nvCxnSpPr>
          <p:spPr>
            <a:xfrm rot="10800000">
              <a:off x="4033424" y="6639606"/>
              <a:ext cx="5164651" cy="0"/>
            </a:xfrm>
            <a:prstGeom prst="straightConnector1">
              <a:avLst/>
            </a:prstGeom>
            <a:noFill/>
            <a:ln w="9525" cap="flat" cmpd="sng">
              <a:solidFill>
                <a:srgbClr val="13294B"/>
              </a:solidFill>
              <a:prstDash val="solid"/>
              <a:round/>
              <a:headEnd type="none" w="sm" len="sm"/>
              <a:tailEnd type="none" w="sm" len="sm"/>
            </a:ln>
          </p:spPr>
        </p:cxnSp>
        <p:sp>
          <p:nvSpPr>
            <p:cNvPr id="126" name="Google Shape;126;p29">
              <a:extLst>
                <a:ext uri="{FF2B5EF4-FFF2-40B4-BE49-F238E27FC236}">
                  <a16:creationId xmlns:a16="http://schemas.microsoft.com/office/drawing/2014/main" id="{51BDFBF8-D2A1-B826-2D56-4A845EFF4758}"/>
                </a:ext>
              </a:extLst>
            </p:cNvPr>
            <p:cNvSpPr/>
            <p:nvPr/>
          </p:nvSpPr>
          <p:spPr>
            <a:xfrm>
              <a:off x="9196390" y="6601537"/>
              <a:ext cx="70446" cy="70446"/>
            </a:xfrm>
            <a:prstGeom prst="ellipse">
              <a:avLst/>
            </a:prstGeom>
            <a:solidFill>
              <a:srgbClr val="13294B"/>
            </a:solidFill>
            <a:ln>
              <a:noFill/>
            </a:ln>
          </p:spPr>
          <p:txBody>
            <a:bodyPr spcFirstLastPara="1" wrap="square" lIns="91425" tIns="45700" rIns="91425" bIns="45700" anchor="ctr" anchorCtr="0">
              <a:noAutofit/>
            </a:bodyPr>
            <a:lstStyle/>
            <a:p>
              <a:pPr marL="0" marR="0" lvl="0" indent="0" algn="ctr" rtl="0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None/>
              </a:pPr>
              <a:endParaRPr sz="1400" b="0" i="0" u="none" strike="noStrike" cap="none">
                <a:solidFill>
                  <a:srgbClr val="13294B"/>
                </a:solidFill>
                <a:latin typeface="Atkinson Hyperlegible Next"/>
                <a:ea typeface="Arial"/>
                <a:cs typeface="Arial"/>
                <a:sym typeface="Arial"/>
              </a:endParaRPr>
            </a:p>
          </p:txBody>
        </p:sp>
      </p:grpSp>
      <p:pic>
        <p:nvPicPr>
          <p:cNvPr id="5" name="Graphic 4">
            <a:extLst>
              <a:ext uri="{FF2B5EF4-FFF2-40B4-BE49-F238E27FC236}">
                <a16:creationId xmlns:a16="http://schemas.microsoft.com/office/drawing/2014/main" id="{0073D16F-1F5B-03A8-350C-E201DDF86EF3}"/>
              </a:ext>
            </a:extLst>
          </p:cNvPr>
          <p:cNvPicPr>
            <a:picLocks noChangeAspect="1"/>
          </p:cNvPicPr>
          <p:nvPr/>
        </p:nvPicPr>
        <p:blipFill>
          <a:blip r:embed="rId4">
            <a:extLst>
              <a:ext uri="{96DAC541-7B7A-43D3-8B79-37D633B846F1}">
                <asvg:svgBlip xmlns:asvg="http://schemas.microsoft.com/office/drawing/2016/SVG/main" r:embed="rId5"/>
              </a:ext>
            </a:extLst>
          </a:blip>
          <a:stretch>
            <a:fillRect/>
          </a:stretch>
        </p:blipFill>
        <p:spPr>
          <a:xfrm>
            <a:off x="354936" y="1403473"/>
            <a:ext cx="10931900" cy="4508500"/>
          </a:xfrm>
          <a:prstGeom prst="rect">
            <a:avLst/>
          </a:prstGeom>
        </p:spPr>
      </p:pic>
      <p:cxnSp>
        <p:nvCxnSpPr>
          <p:cNvPr id="7" name="Straight Arrow Connector 6">
            <a:extLst>
              <a:ext uri="{FF2B5EF4-FFF2-40B4-BE49-F238E27FC236}">
                <a16:creationId xmlns:a16="http://schemas.microsoft.com/office/drawing/2014/main" id="{65E7B09A-B3ED-A424-09DB-27F506A3B4A7}"/>
              </a:ext>
            </a:extLst>
          </p:cNvPr>
          <p:cNvCxnSpPr>
            <a:cxnSpLocks/>
            <a:stCxn id="12" idx="2"/>
          </p:cNvCxnSpPr>
          <p:nvPr/>
        </p:nvCxnSpPr>
        <p:spPr>
          <a:xfrm>
            <a:off x="3137618" y="1488344"/>
            <a:ext cx="451402" cy="1011111"/>
          </a:xfrm>
          <a:prstGeom prst="straightConnector1">
            <a:avLst/>
          </a:prstGeom>
          <a:ln w="38100">
            <a:solidFill>
              <a:srgbClr val="FF0000"/>
            </a:solidFill>
            <a:tailEnd type="triangle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9" name="Straight Arrow Connector 8">
            <a:extLst>
              <a:ext uri="{FF2B5EF4-FFF2-40B4-BE49-F238E27FC236}">
                <a16:creationId xmlns:a16="http://schemas.microsoft.com/office/drawing/2014/main" id="{3E0B4787-1659-1F7B-FFBB-C958229C8F0D}"/>
              </a:ext>
            </a:extLst>
          </p:cNvPr>
          <p:cNvCxnSpPr>
            <a:cxnSpLocks/>
            <a:stCxn id="12" idx="2"/>
          </p:cNvCxnSpPr>
          <p:nvPr/>
        </p:nvCxnSpPr>
        <p:spPr>
          <a:xfrm>
            <a:off x="3137618" y="1488344"/>
            <a:ext cx="2455462" cy="1088267"/>
          </a:xfrm>
          <a:prstGeom prst="straightConnector1">
            <a:avLst/>
          </a:prstGeom>
          <a:ln w="38100">
            <a:solidFill>
              <a:srgbClr val="FF0000"/>
            </a:solidFill>
            <a:tailEnd type="triangle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sp>
        <p:nvSpPr>
          <p:cNvPr id="12" name="TextBox 11">
            <a:extLst>
              <a:ext uri="{FF2B5EF4-FFF2-40B4-BE49-F238E27FC236}">
                <a16:creationId xmlns:a16="http://schemas.microsoft.com/office/drawing/2014/main" id="{660C3DC5-06BB-8795-9BF9-E418AF8CB8E4}"/>
              </a:ext>
            </a:extLst>
          </p:cNvPr>
          <p:cNvSpPr txBox="1"/>
          <p:nvPr/>
        </p:nvSpPr>
        <p:spPr>
          <a:xfrm>
            <a:off x="2872160" y="1119012"/>
            <a:ext cx="530915" cy="369332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en-US" sz="1800" dirty="0"/>
              <a:t>OR</a:t>
            </a:r>
          </a:p>
        </p:txBody>
      </p:sp>
      <p:sp>
        <p:nvSpPr>
          <p:cNvPr id="13" name="TextBox 12">
            <a:extLst>
              <a:ext uri="{FF2B5EF4-FFF2-40B4-BE49-F238E27FC236}">
                <a16:creationId xmlns:a16="http://schemas.microsoft.com/office/drawing/2014/main" id="{0F34C39A-A5B3-4719-51D3-59EFDDFBA8E1}"/>
              </a:ext>
            </a:extLst>
          </p:cNvPr>
          <p:cNvSpPr txBox="1"/>
          <p:nvPr/>
        </p:nvSpPr>
        <p:spPr>
          <a:xfrm>
            <a:off x="3067085" y="3189019"/>
            <a:ext cx="671979" cy="369332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en-US" sz="1800" dirty="0"/>
              <a:t>AND</a:t>
            </a:r>
          </a:p>
        </p:txBody>
      </p:sp>
      <p:cxnSp>
        <p:nvCxnSpPr>
          <p:cNvPr id="14" name="Straight Arrow Connector 13">
            <a:extLst>
              <a:ext uri="{FF2B5EF4-FFF2-40B4-BE49-F238E27FC236}">
                <a16:creationId xmlns:a16="http://schemas.microsoft.com/office/drawing/2014/main" id="{4FC930C6-79A9-D8F5-9AC7-95B3C5F621F1}"/>
              </a:ext>
            </a:extLst>
          </p:cNvPr>
          <p:cNvCxnSpPr>
            <a:cxnSpLocks/>
            <a:stCxn id="13" idx="2"/>
          </p:cNvCxnSpPr>
          <p:nvPr/>
        </p:nvCxnSpPr>
        <p:spPr>
          <a:xfrm>
            <a:off x="3403075" y="3558351"/>
            <a:ext cx="185945" cy="899349"/>
          </a:xfrm>
          <a:prstGeom prst="straightConnector1">
            <a:avLst/>
          </a:prstGeom>
          <a:ln w="38100">
            <a:solidFill>
              <a:srgbClr val="FF0000"/>
            </a:solidFill>
            <a:tailEnd type="triangle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sp>
        <p:nvSpPr>
          <p:cNvPr id="20" name="TextBox 19">
            <a:extLst>
              <a:ext uri="{FF2B5EF4-FFF2-40B4-BE49-F238E27FC236}">
                <a16:creationId xmlns:a16="http://schemas.microsoft.com/office/drawing/2014/main" id="{C6649C05-FA19-F219-E8EB-07FCACFEA66A}"/>
              </a:ext>
            </a:extLst>
          </p:cNvPr>
          <p:cNvSpPr txBox="1"/>
          <p:nvPr/>
        </p:nvSpPr>
        <p:spPr>
          <a:xfrm>
            <a:off x="2200181" y="4979719"/>
            <a:ext cx="671979" cy="369332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en-US" sz="1800" dirty="0"/>
              <a:t>NOT</a:t>
            </a:r>
          </a:p>
        </p:txBody>
      </p:sp>
      <p:cxnSp>
        <p:nvCxnSpPr>
          <p:cNvPr id="21" name="Straight Arrow Connector 20">
            <a:extLst>
              <a:ext uri="{FF2B5EF4-FFF2-40B4-BE49-F238E27FC236}">
                <a16:creationId xmlns:a16="http://schemas.microsoft.com/office/drawing/2014/main" id="{7A251EBD-D8EE-BBA8-0EA8-8B98F08FE1BD}"/>
              </a:ext>
            </a:extLst>
          </p:cNvPr>
          <p:cNvCxnSpPr>
            <a:cxnSpLocks/>
            <a:stCxn id="20" idx="0"/>
          </p:cNvCxnSpPr>
          <p:nvPr/>
        </p:nvCxnSpPr>
        <p:spPr>
          <a:xfrm flipV="1">
            <a:off x="2536171" y="4579094"/>
            <a:ext cx="466109" cy="400625"/>
          </a:xfrm>
          <a:prstGeom prst="straightConnector1">
            <a:avLst/>
          </a:prstGeom>
          <a:ln w="38100">
            <a:solidFill>
              <a:srgbClr val="FF0000"/>
            </a:solidFill>
            <a:tailEnd type="triangle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</p:spTree>
    <p:extLst>
      <p:ext uri="{BB962C8B-B14F-4D97-AF65-F5344CB8AC3E}">
        <p14:creationId xmlns:p14="http://schemas.microsoft.com/office/powerpoint/2010/main" val="1693761784"/>
      </p:ext>
    </p:extLst>
  </p:cSld>
  <p:clrMapOvr>
    <a:masterClrMapping/>
  </p:clrMapOvr>
</p:sld>
</file>

<file path=ppt/slides/slide24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Shape 117">
          <a:extLst>
            <a:ext uri="{FF2B5EF4-FFF2-40B4-BE49-F238E27FC236}">
              <a16:creationId xmlns:a16="http://schemas.microsoft.com/office/drawing/2014/main" id="{B81DCAA7-AB7C-4F44-1B99-1A44A911816C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19" name="Google Shape;119;p29">
            <a:extLst>
              <a:ext uri="{FF2B5EF4-FFF2-40B4-BE49-F238E27FC236}">
                <a16:creationId xmlns:a16="http://schemas.microsoft.com/office/drawing/2014/main" id="{FBDA2F02-61B0-A78D-2EC2-1BB08CE8B72E}"/>
              </a:ext>
            </a:extLst>
          </p:cNvPr>
          <p:cNvSpPr/>
          <p:nvPr/>
        </p:nvSpPr>
        <p:spPr>
          <a:xfrm rot="10800000" flipH="1">
            <a:off x="0" y="0"/>
            <a:ext cx="12192000" cy="868220"/>
          </a:xfrm>
          <a:prstGeom prst="rect">
            <a:avLst/>
          </a:prstGeom>
          <a:solidFill>
            <a:srgbClr val="13294B"/>
          </a:solidFill>
          <a:ln>
            <a:noFill/>
          </a:ln>
        </p:spPr>
        <p:txBody>
          <a:bodyPr spcFirstLastPara="1" wrap="square" lIns="91425" tIns="45700" rIns="91425" bIns="45700" anchor="ctr" anchorCtr="0">
            <a:noAutofit/>
          </a:bodyPr>
          <a:lstStyle/>
          <a:p>
            <a:pPr marL="0" marR="0" lvl="0" indent="0" algn="ctr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1800"/>
              <a:buFont typeface="Calibri"/>
              <a:buNone/>
            </a:pPr>
            <a:endParaRPr sz="1800" b="0" i="0" u="none" strike="noStrike" cap="none">
              <a:solidFill>
                <a:srgbClr val="13294B"/>
              </a:solidFill>
              <a:latin typeface="Atkinson Hyperlegible Next"/>
              <a:ea typeface="Calibri"/>
              <a:cs typeface="Calibri"/>
              <a:sym typeface="Calibri"/>
            </a:endParaRPr>
          </a:p>
        </p:txBody>
      </p:sp>
      <p:sp>
        <p:nvSpPr>
          <p:cNvPr id="120" name="Google Shape;120;p29">
            <a:extLst>
              <a:ext uri="{FF2B5EF4-FFF2-40B4-BE49-F238E27FC236}">
                <a16:creationId xmlns:a16="http://schemas.microsoft.com/office/drawing/2014/main" id="{0952731B-DFF7-5ADE-6A8A-0C38FE000FB5}"/>
              </a:ext>
            </a:extLst>
          </p:cNvPr>
          <p:cNvSpPr txBox="1"/>
          <p:nvPr/>
        </p:nvSpPr>
        <p:spPr>
          <a:xfrm>
            <a:off x="376810" y="204051"/>
            <a:ext cx="10910026" cy="461624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t" anchorCtr="0">
            <a:spAutoFit/>
          </a:bodyPr>
          <a:lstStyle/>
          <a:p>
            <a:pPr marL="0" marR="0" lvl="0" indent="0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2400"/>
              <a:buFont typeface="Arial"/>
              <a:buNone/>
            </a:pPr>
            <a:r>
              <a:rPr lang="en-US" sz="2400" b="0" i="0" u="none" strike="noStrike" cap="none" dirty="0">
                <a:solidFill>
                  <a:schemeClr val="lt1"/>
                </a:solidFill>
                <a:latin typeface="Atkinson Hyperlegible Next"/>
                <a:ea typeface="Arial"/>
                <a:cs typeface="Arial"/>
                <a:sym typeface="Arial"/>
              </a:rPr>
              <a:t>What is a timer?</a:t>
            </a:r>
            <a:endParaRPr sz="2400" b="0" i="0" u="none" strike="noStrike" cap="none" dirty="0">
              <a:solidFill>
                <a:schemeClr val="lt1"/>
              </a:solidFill>
              <a:latin typeface="Atkinson Hyperlegible Next"/>
              <a:ea typeface="Arial"/>
              <a:cs typeface="Arial"/>
              <a:sym typeface="Arial"/>
            </a:endParaRPr>
          </a:p>
        </p:txBody>
      </p:sp>
      <p:pic>
        <p:nvPicPr>
          <p:cNvPr id="121" name="Google Shape;121;p29">
            <a:extLst>
              <a:ext uri="{FF2B5EF4-FFF2-40B4-BE49-F238E27FC236}">
                <a16:creationId xmlns:a16="http://schemas.microsoft.com/office/drawing/2014/main" id="{54BA04C2-9408-8115-FD87-8AB89A69D2E5}"/>
              </a:ext>
            </a:extLst>
          </p:cNvPr>
          <p:cNvPicPr preferRelativeResize="0"/>
          <p:nvPr/>
        </p:nvPicPr>
        <p:blipFill rotWithShape="1">
          <a:blip r:embed="rId4">
            <a:alphaModFix/>
          </a:blip>
          <a:srcRect/>
          <a:stretch/>
        </p:blipFill>
        <p:spPr>
          <a:xfrm>
            <a:off x="11557509" y="233819"/>
            <a:ext cx="271308" cy="389810"/>
          </a:xfrm>
          <a:prstGeom prst="rect">
            <a:avLst/>
          </a:prstGeom>
          <a:noFill/>
          <a:ln>
            <a:noFill/>
          </a:ln>
        </p:spPr>
      </p:pic>
      <p:sp>
        <p:nvSpPr>
          <p:cNvPr id="122" name="Google Shape;122;p29">
            <a:extLst>
              <a:ext uri="{FF2B5EF4-FFF2-40B4-BE49-F238E27FC236}">
                <a16:creationId xmlns:a16="http://schemas.microsoft.com/office/drawing/2014/main" id="{7D1E0AF6-7FD1-06AC-1E3A-BDEBCCD55510}"/>
              </a:ext>
            </a:extLst>
          </p:cNvPr>
          <p:cNvSpPr txBox="1"/>
          <p:nvPr/>
        </p:nvSpPr>
        <p:spPr>
          <a:xfrm>
            <a:off x="9335597" y="6524381"/>
            <a:ext cx="2473415" cy="230792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t" anchorCtr="0">
            <a:spAutoFit/>
          </a:bodyPr>
          <a:lstStyle/>
          <a:p>
            <a:pPr marL="0" marR="0" lvl="0" indent="0" algn="r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en-US" sz="900" b="0" i="0" u="none" strike="noStrike" cap="none">
                <a:solidFill>
                  <a:srgbClr val="13294B"/>
                </a:solidFill>
                <a:latin typeface="Atkinson Hyperlegible Next"/>
                <a:ea typeface="Arial"/>
                <a:cs typeface="Arial"/>
                <a:sym typeface="Arial"/>
              </a:rPr>
              <a:t>GRAINGER ENGINEERING</a:t>
            </a:r>
            <a:endParaRPr/>
          </a:p>
        </p:txBody>
      </p:sp>
      <p:sp>
        <p:nvSpPr>
          <p:cNvPr id="123" name="Google Shape;123;p29">
            <a:extLst>
              <a:ext uri="{FF2B5EF4-FFF2-40B4-BE49-F238E27FC236}">
                <a16:creationId xmlns:a16="http://schemas.microsoft.com/office/drawing/2014/main" id="{A4C3B273-FF26-605D-CB9E-260DDCD3C55F}"/>
              </a:ext>
            </a:extLst>
          </p:cNvPr>
          <p:cNvSpPr txBox="1"/>
          <p:nvPr/>
        </p:nvSpPr>
        <p:spPr>
          <a:xfrm>
            <a:off x="376807" y="6524381"/>
            <a:ext cx="7991337" cy="230792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t" anchorCtr="0">
            <a:spAutoFit/>
          </a:bodyPr>
          <a:lstStyle/>
          <a:p>
            <a:pPr marL="0" marR="0" lvl="0" indent="0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en-US" sz="900" dirty="0">
                <a:solidFill>
                  <a:srgbClr val="13294B"/>
                </a:solidFill>
              </a:rPr>
              <a:t>SYSTEMS ENGINEERING </a:t>
            </a:r>
            <a:endParaRPr dirty="0"/>
          </a:p>
        </p:txBody>
      </p:sp>
      <p:grpSp>
        <p:nvGrpSpPr>
          <p:cNvPr id="124" name="Google Shape;124;p29">
            <a:extLst>
              <a:ext uri="{FF2B5EF4-FFF2-40B4-BE49-F238E27FC236}">
                <a16:creationId xmlns:a16="http://schemas.microsoft.com/office/drawing/2014/main" id="{1045F1F2-163B-3BD0-807B-599047DBCB0F}"/>
              </a:ext>
            </a:extLst>
          </p:cNvPr>
          <p:cNvGrpSpPr/>
          <p:nvPr/>
        </p:nvGrpSpPr>
        <p:grpSpPr>
          <a:xfrm>
            <a:off x="4066674" y="6601537"/>
            <a:ext cx="5233412" cy="70446"/>
            <a:chOff x="4033424" y="6601537"/>
            <a:chExt cx="5233412" cy="70446"/>
          </a:xfrm>
        </p:grpSpPr>
        <p:cxnSp>
          <p:nvCxnSpPr>
            <p:cNvPr id="125" name="Google Shape;125;p29">
              <a:extLst>
                <a:ext uri="{FF2B5EF4-FFF2-40B4-BE49-F238E27FC236}">
                  <a16:creationId xmlns:a16="http://schemas.microsoft.com/office/drawing/2014/main" id="{DF7AC88A-A30C-0B6D-270B-465BC160E48F}"/>
                </a:ext>
              </a:extLst>
            </p:cNvPr>
            <p:cNvCxnSpPr/>
            <p:nvPr/>
          </p:nvCxnSpPr>
          <p:spPr>
            <a:xfrm rot="10800000">
              <a:off x="4033424" y="6639606"/>
              <a:ext cx="5164651" cy="0"/>
            </a:xfrm>
            <a:prstGeom prst="straightConnector1">
              <a:avLst/>
            </a:prstGeom>
            <a:noFill/>
            <a:ln w="9525" cap="flat" cmpd="sng">
              <a:solidFill>
                <a:srgbClr val="13294B"/>
              </a:solidFill>
              <a:prstDash val="solid"/>
              <a:round/>
              <a:headEnd type="none" w="sm" len="sm"/>
              <a:tailEnd type="none" w="sm" len="sm"/>
            </a:ln>
          </p:spPr>
        </p:cxnSp>
        <p:sp>
          <p:nvSpPr>
            <p:cNvPr id="126" name="Google Shape;126;p29">
              <a:extLst>
                <a:ext uri="{FF2B5EF4-FFF2-40B4-BE49-F238E27FC236}">
                  <a16:creationId xmlns:a16="http://schemas.microsoft.com/office/drawing/2014/main" id="{8D3CF8F2-09A0-9FA8-004C-20D992F4C9C9}"/>
                </a:ext>
              </a:extLst>
            </p:cNvPr>
            <p:cNvSpPr/>
            <p:nvPr/>
          </p:nvSpPr>
          <p:spPr>
            <a:xfrm>
              <a:off x="9196390" y="6601537"/>
              <a:ext cx="70446" cy="70446"/>
            </a:xfrm>
            <a:prstGeom prst="ellipse">
              <a:avLst/>
            </a:prstGeom>
            <a:solidFill>
              <a:srgbClr val="13294B"/>
            </a:solidFill>
            <a:ln>
              <a:noFill/>
            </a:ln>
          </p:spPr>
          <p:txBody>
            <a:bodyPr spcFirstLastPara="1" wrap="square" lIns="91425" tIns="45700" rIns="91425" bIns="45700" anchor="ctr" anchorCtr="0">
              <a:noAutofit/>
            </a:bodyPr>
            <a:lstStyle/>
            <a:p>
              <a:pPr marL="0" marR="0" lvl="0" indent="0" algn="ctr" rtl="0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None/>
              </a:pPr>
              <a:endParaRPr sz="1400" b="0" i="0" u="none" strike="noStrike" cap="none">
                <a:solidFill>
                  <a:srgbClr val="13294B"/>
                </a:solidFill>
                <a:latin typeface="Atkinson Hyperlegible Next"/>
                <a:ea typeface="Arial"/>
                <a:cs typeface="Arial"/>
                <a:sym typeface="Arial"/>
              </a:endParaRPr>
            </a:p>
          </p:txBody>
        </p:sp>
      </p:grpSp>
      <p:pic>
        <p:nvPicPr>
          <p:cNvPr id="2" name="Online Media 1" title="CPU Timer Animation">
            <a:hlinkClick r:id="" action="ppaction://media"/>
            <a:extLst>
              <a:ext uri="{FF2B5EF4-FFF2-40B4-BE49-F238E27FC236}">
                <a16:creationId xmlns:a16="http://schemas.microsoft.com/office/drawing/2014/main" id="{A553F8F7-7DD2-D53E-17D0-2EC475C190E7}"/>
              </a:ext>
            </a:extLst>
          </p:cNvPr>
          <p:cNvPicPr>
            <a:picLocks noRot="1" noChangeAspect="1"/>
          </p:cNvPicPr>
          <p:nvPr>
            <a:videoFile r:link="rId1"/>
          </p:nvPr>
        </p:nvPicPr>
        <p:blipFill>
          <a:blip r:embed="rId5"/>
          <a:stretch>
            <a:fillRect/>
          </a:stretch>
        </p:blipFill>
        <p:spPr>
          <a:xfrm>
            <a:off x="1158582" y="1036296"/>
            <a:ext cx="9354909" cy="5285536"/>
          </a:xfrm>
          <a:prstGeom prst="rect">
            <a:avLst/>
          </a:prstGeom>
        </p:spPr>
      </p:pic>
      <p:sp>
        <p:nvSpPr>
          <p:cNvPr id="3" name="TextBox 2">
            <a:extLst>
              <a:ext uri="{FF2B5EF4-FFF2-40B4-BE49-F238E27FC236}">
                <a16:creationId xmlns:a16="http://schemas.microsoft.com/office/drawing/2014/main" id="{F16E5136-2744-2DAF-4C66-6C9D54524520}"/>
              </a:ext>
            </a:extLst>
          </p:cNvPr>
          <p:cNvSpPr txBox="1"/>
          <p:nvPr/>
        </p:nvSpPr>
        <p:spPr>
          <a:xfrm>
            <a:off x="3799287" y="6335177"/>
            <a:ext cx="4065071" cy="276999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1200" dirty="0">
                <a:hlinkClick r:id="rId6"/>
              </a:rPr>
              <a:t>https://youtu.be/AB0ehpoGNZU?si=qzp9HoeXxZYwsuXb</a:t>
            </a:r>
            <a:r>
              <a:rPr lang="en-US" sz="1200" dirty="0"/>
              <a:t> </a:t>
            </a:r>
          </a:p>
        </p:txBody>
      </p:sp>
    </p:spTree>
    <p:extLst>
      <p:ext uri="{BB962C8B-B14F-4D97-AF65-F5344CB8AC3E}">
        <p14:creationId xmlns:p14="http://schemas.microsoft.com/office/powerpoint/2010/main" val="3286511081"/>
      </p:ext>
    </p:extLst>
  </p:cSld>
  <p:clrMapOvr>
    <a:masterClrMapping/>
  </p:clrMapOvr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" presetClass="mediacall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cmd type="call" cmd="playFrom(0.0)">
                                      <p:cBhvr>
                                        <p:cTn id="6" dur="1" fill="hold"/>
                                        <p:tgtEl>
                                          <p:spTgt spid="2"/>
                                        </p:tgtEl>
                                      </p:cBhvr>
                                    </p:cmd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  <p:video>
              <p:cMediaNode vol="80000">
                <p:cTn id="7" fill="hold" display="0">
                  <p:stCondLst>
                    <p:cond delay="indefinite"/>
                  </p:stCondLst>
                </p:cTn>
                <p:tgtEl>
                  <p:spTgt spid="2"/>
                </p:tgtEl>
              </p:cMediaNode>
            </p:video>
            <p:seq concurrent="1" nextAc="seek">
              <p:cTn id="8" restart="whenNotActive" fill="hold" evtFilter="cancelBubble" nodeType="interactiveSeq">
                <p:stCondLst>
                  <p:cond evt="onClick" delay="0">
                    <p:tgtEl>
                      <p:spTgt spid="2"/>
                    </p:tgtEl>
                  </p:cond>
                </p:stCondLst>
                <p:endSync evt="end" delay="0">
                  <p:rtn val="all"/>
                </p:endSync>
                <p:childTnLst>
                  <p:par>
                    <p:cTn id="9" fill="hold">
                      <p:stCondLst>
                        <p:cond delay="0"/>
                      </p:stCondLst>
                      <p:childTnLst>
                        <p:par>
                          <p:cTn id="10" fill="hold">
                            <p:stCondLst>
                              <p:cond delay="0"/>
                            </p:stCondLst>
                            <p:childTnLst>
                              <p:par>
                                <p:cTn id="11" presetID="2" presetClass="mediacall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cmd type="call" cmd="togglePause">
                                      <p:cBhvr>
                                        <p:cTn id="12" dur="1" fill="hold"/>
                                        <p:tgtEl>
                                          <p:spTgt spid="2"/>
                                        </p:tgtEl>
                                      </p:cBhvr>
                                    </p:cmd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nextCondLst>
                <p:cond evt="onClick" delay="0">
                  <p:tgtEl>
                    <p:spTgt spid="2"/>
                  </p:tgtEl>
                </p:cond>
              </p:nextCondLst>
            </p:seq>
          </p:childTnLst>
        </p:cTn>
      </p:par>
    </p:tnLst>
  </p:timing>
</p:sld>
</file>

<file path=ppt/slides/slide25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Shape 117">
          <a:extLst>
            <a:ext uri="{FF2B5EF4-FFF2-40B4-BE49-F238E27FC236}">
              <a16:creationId xmlns:a16="http://schemas.microsoft.com/office/drawing/2014/main" id="{475A2408-CA67-6611-DC76-6D35EBFD34E8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18" name="Google Shape;118;p29">
            <a:extLst>
              <a:ext uri="{FF2B5EF4-FFF2-40B4-BE49-F238E27FC236}">
                <a16:creationId xmlns:a16="http://schemas.microsoft.com/office/drawing/2014/main" id="{CA597ED4-1ABE-38A8-A789-503D51362E61}"/>
              </a:ext>
            </a:extLst>
          </p:cNvPr>
          <p:cNvSpPr txBox="1">
            <a:spLocks noGrp="1"/>
          </p:cNvSpPr>
          <p:nvPr>
            <p:ph type="body" idx="1"/>
          </p:nvPr>
        </p:nvSpPr>
        <p:spPr>
          <a:xfrm>
            <a:off x="376809" y="1334279"/>
            <a:ext cx="11177401" cy="4945509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t" anchorCtr="0">
            <a:noAutofit/>
          </a:bodyPr>
          <a:lstStyle/>
          <a:p>
            <a:pPr marL="0" indent="0">
              <a:lnSpc>
                <a:spcPct val="100000"/>
              </a:lnSpc>
              <a:spcBef>
                <a:spcPts val="0"/>
              </a:spcBef>
              <a:buSzPts val="3000"/>
              <a:buNone/>
            </a:pPr>
            <a:r>
              <a:rPr lang="en-US" sz="1800" dirty="0">
                <a:latin typeface="Atkinson Hyperlegible Next"/>
                <a:ea typeface="Arial"/>
                <a:cs typeface="Arial"/>
                <a:sym typeface="Arial"/>
              </a:rPr>
              <a:t>Why are there 2-counter blocks?</a:t>
            </a:r>
          </a:p>
          <a:p>
            <a:pPr marL="0" indent="0">
              <a:lnSpc>
                <a:spcPct val="100000"/>
              </a:lnSpc>
              <a:spcBef>
                <a:spcPts val="0"/>
              </a:spcBef>
              <a:buSzPts val="3000"/>
              <a:buNone/>
            </a:pPr>
            <a:endParaRPr lang="en-US" sz="1800" dirty="0">
              <a:latin typeface="Atkinson Hyperlegible Next"/>
              <a:ea typeface="Arial"/>
              <a:cs typeface="Arial"/>
              <a:sym typeface="Arial"/>
            </a:endParaRPr>
          </a:p>
          <a:p>
            <a:pPr marL="0" indent="0">
              <a:lnSpc>
                <a:spcPct val="100000"/>
              </a:lnSpc>
              <a:spcBef>
                <a:spcPts val="0"/>
              </a:spcBef>
              <a:buSzPts val="3000"/>
              <a:buNone/>
            </a:pPr>
            <a:r>
              <a:rPr lang="en-US" sz="1800" dirty="0">
                <a:latin typeface="Atkinson Hyperlegible Next"/>
                <a:ea typeface="Arial"/>
                <a:cs typeface="Arial"/>
                <a:sym typeface="Arial"/>
              </a:rPr>
              <a:t>System clock: SYSCLKOUT = 200 MHz → </a:t>
            </a:r>
            <a:r>
              <a:rPr lang="en-US" sz="1800" dirty="0" err="1">
                <a:latin typeface="Atkinson Hyperlegible Next"/>
                <a:ea typeface="Arial"/>
                <a:cs typeface="Arial"/>
                <a:sym typeface="Arial"/>
              </a:rPr>
              <a:t>T</a:t>
            </a:r>
            <a:r>
              <a:rPr lang="en-US" sz="1800" baseline="-25000" dirty="0" err="1">
                <a:latin typeface="Atkinson Hyperlegible Next"/>
                <a:ea typeface="Arial"/>
                <a:cs typeface="Arial"/>
                <a:sym typeface="Arial"/>
              </a:rPr>
              <a:t>clk</a:t>
            </a:r>
            <a:r>
              <a:rPr lang="en-US" sz="1800" dirty="0">
                <a:latin typeface="Atkinson Hyperlegible Next"/>
                <a:ea typeface="Arial"/>
                <a:cs typeface="Arial"/>
                <a:sym typeface="Arial"/>
              </a:rPr>
              <a:t> = 2 ns</a:t>
            </a:r>
          </a:p>
          <a:p>
            <a:pPr marL="0" indent="0">
              <a:lnSpc>
                <a:spcPct val="100000"/>
              </a:lnSpc>
              <a:spcBef>
                <a:spcPts val="0"/>
              </a:spcBef>
              <a:buSzPts val="3000"/>
              <a:buNone/>
            </a:pPr>
            <a:endParaRPr lang="en-US" sz="1800" baseline="-25000" dirty="0">
              <a:latin typeface="Atkinson Hyperlegible Next"/>
              <a:ea typeface="Arial"/>
              <a:cs typeface="Arial"/>
              <a:sym typeface="Arial"/>
            </a:endParaRPr>
          </a:p>
          <a:p>
            <a:pPr marL="0" indent="0">
              <a:lnSpc>
                <a:spcPct val="100000"/>
              </a:lnSpc>
              <a:spcBef>
                <a:spcPts val="0"/>
              </a:spcBef>
              <a:buSzPts val="3000"/>
              <a:buNone/>
            </a:pPr>
            <a:r>
              <a:rPr lang="en-US" sz="1800" dirty="0">
                <a:latin typeface="Atkinson Hyperlegible Next"/>
                <a:ea typeface="Arial"/>
                <a:cs typeface="Arial"/>
                <a:sym typeface="Arial"/>
              </a:rPr>
              <a:t>Problem is that the clock is too fast for software:</a:t>
            </a:r>
          </a:p>
          <a:p>
            <a:pPr marL="0" indent="0">
              <a:lnSpc>
                <a:spcPct val="100000"/>
              </a:lnSpc>
              <a:spcBef>
                <a:spcPts val="0"/>
              </a:spcBef>
              <a:buSzPts val="3000"/>
              <a:buNone/>
            </a:pPr>
            <a:endParaRPr lang="en-US" sz="1800" dirty="0">
              <a:latin typeface="Atkinson Hyperlegible Next"/>
              <a:ea typeface="Arial"/>
              <a:cs typeface="Arial"/>
              <a:sym typeface="Arial"/>
            </a:endParaRPr>
          </a:p>
          <a:p>
            <a:pPr marL="0" indent="0">
              <a:lnSpc>
                <a:spcPct val="100000"/>
              </a:lnSpc>
              <a:spcBef>
                <a:spcPts val="0"/>
              </a:spcBef>
              <a:buSzPts val="3000"/>
              <a:buNone/>
            </a:pPr>
            <a:r>
              <a:rPr lang="en-US" sz="1800" dirty="0">
                <a:latin typeface="Atkinson Hyperlegible Next"/>
                <a:ea typeface="Arial"/>
                <a:cs typeface="Arial"/>
                <a:sym typeface="Arial"/>
              </a:rPr>
              <a:t>At 200 MHz:</a:t>
            </a:r>
          </a:p>
          <a:p>
            <a:pPr marL="285750" indent="-285750">
              <a:lnSpc>
                <a:spcPct val="100000"/>
              </a:lnSpc>
              <a:spcBef>
                <a:spcPts val="0"/>
              </a:spcBef>
              <a:buSzPts val="3000"/>
            </a:pPr>
            <a:r>
              <a:rPr lang="en-US" sz="1800" dirty="0">
                <a:latin typeface="Atkinson Hyperlegible Next"/>
                <a:ea typeface="Arial"/>
                <a:cs typeface="Arial"/>
                <a:sym typeface="Arial"/>
              </a:rPr>
              <a:t>1 </a:t>
            </a:r>
            <a:r>
              <a:rPr lang="en-US" sz="1800" dirty="0" err="1">
                <a:latin typeface="Atkinson Hyperlegible Next"/>
                <a:ea typeface="Arial"/>
                <a:cs typeface="Arial"/>
                <a:sym typeface="Arial"/>
              </a:rPr>
              <a:t>ms</a:t>
            </a:r>
            <a:r>
              <a:rPr lang="en-US" sz="1800" dirty="0">
                <a:latin typeface="Atkinson Hyperlegible Next"/>
                <a:ea typeface="Arial"/>
                <a:cs typeface="Arial"/>
                <a:sym typeface="Arial"/>
              </a:rPr>
              <a:t> requires: 200,000 clock ticks</a:t>
            </a:r>
          </a:p>
          <a:p>
            <a:pPr marL="285750" indent="-285750">
              <a:lnSpc>
                <a:spcPct val="100000"/>
              </a:lnSpc>
              <a:spcBef>
                <a:spcPts val="0"/>
              </a:spcBef>
              <a:buSzPts val="3000"/>
            </a:pPr>
            <a:r>
              <a:rPr lang="en-US" sz="1800" dirty="0">
                <a:latin typeface="Atkinson Hyperlegible Next"/>
                <a:ea typeface="Arial"/>
                <a:cs typeface="Arial"/>
                <a:sym typeface="Arial"/>
              </a:rPr>
              <a:t>10 </a:t>
            </a:r>
            <a:r>
              <a:rPr lang="en-US" sz="1800" dirty="0" err="1">
                <a:latin typeface="Atkinson Hyperlegible Next"/>
                <a:ea typeface="Arial"/>
                <a:cs typeface="Arial"/>
                <a:sym typeface="Arial"/>
              </a:rPr>
              <a:t>ms</a:t>
            </a:r>
            <a:r>
              <a:rPr lang="en-US" sz="1800" dirty="0">
                <a:latin typeface="Atkinson Hyperlegible Next"/>
                <a:ea typeface="Arial"/>
                <a:cs typeface="Arial"/>
                <a:sym typeface="Arial"/>
              </a:rPr>
              <a:t> requires: 2,000,000 clock ticks</a:t>
            </a:r>
          </a:p>
          <a:p>
            <a:pPr marL="285750" indent="-285750">
              <a:lnSpc>
                <a:spcPct val="100000"/>
              </a:lnSpc>
              <a:spcBef>
                <a:spcPts val="0"/>
              </a:spcBef>
              <a:buSzPts val="3000"/>
            </a:pPr>
            <a:endParaRPr lang="en-US" sz="1800" dirty="0">
              <a:latin typeface="Atkinson Hyperlegible Next"/>
              <a:ea typeface="Arial"/>
              <a:cs typeface="Arial"/>
              <a:sym typeface="Arial"/>
            </a:endParaRPr>
          </a:p>
          <a:p>
            <a:pPr marL="0" indent="0">
              <a:lnSpc>
                <a:spcPct val="100000"/>
              </a:lnSpc>
              <a:spcBef>
                <a:spcPts val="0"/>
              </a:spcBef>
              <a:buSzPts val="3000"/>
              <a:buNone/>
            </a:pPr>
            <a:r>
              <a:rPr lang="en-US" sz="1800" dirty="0">
                <a:latin typeface="Atkinson Hyperlegible Next"/>
                <a:ea typeface="Arial"/>
                <a:cs typeface="Arial"/>
                <a:sym typeface="Arial"/>
              </a:rPr>
              <a:t>Split the job into 2 counters:</a:t>
            </a:r>
          </a:p>
          <a:p>
            <a:pPr marL="285750" indent="-285750">
              <a:lnSpc>
                <a:spcPct val="100000"/>
              </a:lnSpc>
              <a:spcBef>
                <a:spcPts val="0"/>
              </a:spcBef>
              <a:buSzPts val="3000"/>
            </a:pPr>
            <a:r>
              <a:rPr lang="en-US" sz="1800" dirty="0" err="1">
                <a:latin typeface="Atkinson Hyperlegible Next"/>
                <a:ea typeface="Arial"/>
                <a:cs typeface="Arial"/>
                <a:sym typeface="Arial"/>
              </a:rPr>
              <a:t>Prescaler</a:t>
            </a:r>
            <a:r>
              <a:rPr lang="en-US" sz="1800" dirty="0">
                <a:latin typeface="Atkinson Hyperlegible Next"/>
                <a:ea typeface="Arial"/>
                <a:cs typeface="Arial"/>
                <a:sym typeface="Arial"/>
              </a:rPr>
              <a:t> Counter (PSC, TDDR) – Controls speed, defines a unit of time</a:t>
            </a:r>
          </a:p>
          <a:p>
            <a:pPr marL="285750" indent="-285750">
              <a:lnSpc>
                <a:spcPct val="100000"/>
              </a:lnSpc>
              <a:spcBef>
                <a:spcPts val="0"/>
              </a:spcBef>
              <a:buSzPts val="3000"/>
            </a:pPr>
            <a:r>
              <a:rPr lang="en-US" sz="1800" dirty="0">
                <a:latin typeface="Atkinson Hyperlegible Next"/>
                <a:ea typeface="Arial"/>
                <a:cs typeface="Arial"/>
                <a:sym typeface="Arial"/>
              </a:rPr>
              <a:t>Main Timer Counter (TIM, PRD) – Controls duration, how much time should pass</a:t>
            </a:r>
          </a:p>
          <a:p>
            <a:pPr marL="285750" indent="-285750">
              <a:lnSpc>
                <a:spcPct val="100000"/>
              </a:lnSpc>
              <a:spcBef>
                <a:spcPts val="0"/>
              </a:spcBef>
              <a:buSzPts val="3000"/>
            </a:pPr>
            <a:endParaRPr lang="en-US" sz="1800" dirty="0">
              <a:latin typeface="Atkinson Hyperlegible Next"/>
              <a:ea typeface="Arial"/>
              <a:cs typeface="Arial"/>
              <a:sym typeface="Arial"/>
            </a:endParaRPr>
          </a:p>
          <a:p>
            <a:pPr marL="0" indent="0">
              <a:lnSpc>
                <a:spcPct val="100000"/>
              </a:lnSpc>
              <a:spcBef>
                <a:spcPts val="0"/>
              </a:spcBef>
              <a:buSzPts val="3000"/>
              <a:buNone/>
            </a:pPr>
            <a:r>
              <a:rPr lang="en-US" sz="1800" dirty="0">
                <a:latin typeface="Atkinson Hyperlegible Next"/>
                <a:ea typeface="Arial"/>
                <a:cs typeface="Arial"/>
                <a:sym typeface="Arial"/>
              </a:rPr>
              <a:t>One counter decides how </a:t>
            </a:r>
            <a:r>
              <a:rPr lang="en-US" sz="1800" i="1" dirty="0">
                <a:latin typeface="Atkinson Hyperlegible Next"/>
                <a:ea typeface="Arial"/>
                <a:cs typeface="Arial"/>
                <a:sym typeface="Arial"/>
              </a:rPr>
              <a:t>fast time flows </a:t>
            </a:r>
            <a:r>
              <a:rPr lang="en-US" sz="1800" dirty="0">
                <a:latin typeface="Atkinson Hyperlegible Next"/>
                <a:ea typeface="Arial"/>
                <a:cs typeface="Arial"/>
                <a:sym typeface="Arial"/>
              </a:rPr>
              <a:t>and the other decides </a:t>
            </a:r>
            <a:r>
              <a:rPr lang="en-US" sz="1800" i="1" dirty="0">
                <a:latin typeface="Atkinson Hyperlegible Next"/>
                <a:ea typeface="Arial"/>
                <a:cs typeface="Arial"/>
                <a:sym typeface="Arial"/>
              </a:rPr>
              <a:t>how much time passes.</a:t>
            </a:r>
          </a:p>
          <a:p>
            <a:pPr marL="0" indent="0">
              <a:lnSpc>
                <a:spcPct val="100000"/>
              </a:lnSpc>
              <a:spcBef>
                <a:spcPts val="0"/>
              </a:spcBef>
              <a:buSzPts val="3000"/>
              <a:buNone/>
            </a:pPr>
            <a:endParaRPr lang="en-US" sz="1800" i="1" dirty="0">
              <a:latin typeface="Atkinson Hyperlegible Next"/>
              <a:ea typeface="Arial"/>
              <a:cs typeface="Arial"/>
              <a:sym typeface="Arial"/>
            </a:endParaRPr>
          </a:p>
          <a:p>
            <a:pPr marL="0" indent="0">
              <a:lnSpc>
                <a:spcPct val="100000"/>
              </a:lnSpc>
              <a:spcBef>
                <a:spcPts val="0"/>
              </a:spcBef>
              <a:buSzPts val="3000"/>
              <a:buNone/>
            </a:pPr>
            <a:r>
              <a:rPr lang="en-US" sz="1800" dirty="0">
                <a:latin typeface="Atkinson Hyperlegible Next"/>
                <a:ea typeface="Arial"/>
                <a:cs typeface="Arial"/>
                <a:sym typeface="Arial"/>
              </a:rPr>
              <a:t>With a </a:t>
            </a:r>
            <a:r>
              <a:rPr lang="en-US" sz="1800" dirty="0" err="1">
                <a:latin typeface="Atkinson Hyperlegible Next"/>
                <a:ea typeface="Arial"/>
                <a:cs typeface="Arial"/>
                <a:sym typeface="Arial"/>
              </a:rPr>
              <a:t>prescaler</a:t>
            </a:r>
            <a:r>
              <a:rPr lang="en-US" sz="1800" dirty="0">
                <a:latin typeface="Atkinson Hyperlegible Next"/>
                <a:ea typeface="Arial"/>
                <a:cs typeface="Arial"/>
                <a:sym typeface="Arial"/>
              </a:rPr>
              <a:t> set to TTDR=199 for example, you now have that a single tick for the main timer counter represents a clean 1 </a:t>
            </a:r>
            <a:r>
              <a:rPr lang="el-GR" sz="1800" dirty="0"/>
              <a:t>μ</a:t>
            </a:r>
            <a:r>
              <a:rPr lang="en-US" sz="1800" dirty="0"/>
              <a:t>s, thus, to ensure that your timer runs every 10 </a:t>
            </a:r>
            <a:r>
              <a:rPr lang="en-US" sz="1800" dirty="0" err="1"/>
              <a:t>ms</a:t>
            </a:r>
            <a:r>
              <a:rPr lang="en-US" sz="1800" dirty="0"/>
              <a:t> you can set PRD = 10,000! Much simpler! </a:t>
            </a:r>
            <a:endParaRPr lang="en-US" sz="1800" dirty="0">
              <a:latin typeface="Atkinson Hyperlegible Next"/>
              <a:ea typeface="Arial"/>
              <a:cs typeface="Arial"/>
              <a:sym typeface="Arial"/>
            </a:endParaRPr>
          </a:p>
        </p:txBody>
      </p:sp>
      <p:sp>
        <p:nvSpPr>
          <p:cNvPr id="119" name="Google Shape;119;p29">
            <a:extLst>
              <a:ext uri="{FF2B5EF4-FFF2-40B4-BE49-F238E27FC236}">
                <a16:creationId xmlns:a16="http://schemas.microsoft.com/office/drawing/2014/main" id="{AAC30045-7CC0-39F9-973B-6A9ACB445D45}"/>
              </a:ext>
            </a:extLst>
          </p:cNvPr>
          <p:cNvSpPr/>
          <p:nvPr/>
        </p:nvSpPr>
        <p:spPr>
          <a:xfrm rot="10800000" flipH="1">
            <a:off x="0" y="0"/>
            <a:ext cx="12192000" cy="868220"/>
          </a:xfrm>
          <a:prstGeom prst="rect">
            <a:avLst/>
          </a:prstGeom>
          <a:solidFill>
            <a:srgbClr val="13294B"/>
          </a:solidFill>
          <a:ln>
            <a:noFill/>
          </a:ln>
        </p:spPr>
        <p:txBody>
          <a:bodyPr spcFirstLastPara="1" wrap="square" lIns="91425" tIns="45700" rIns="91425" bIns="45700" anchor="ctr" anchorCtr="0">
            <a:noAutofit/>
          </a:bodyPr>
          <a:lstStyle/>
          <a:p>
            <a:pPr marL="0" marR="0" lvl="0" indent="0" algn="ctr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1800"/>
              <a:buFont typeface="Calibri"/>
              <a:buNone/>
            </a:pPr>
            <a:endParaRPr sz="1800" b="0" i="0" u="none" strike="noStrike" cap="none">
              <a:solidFill>
                <a:srgbClr val="13294B"/>
              </a:solidFill>
              <a:latin typeface="Atkinson Hyperlegible Next"/>
              <a:ea typeface="Calibri"/>
              <a:cs typeface="Calibri"/>
              <a:sym typeface="Calibri"/>
            </a:endParaRPr>
          </a:p>
        </p:txBody>
      </p:sp>
      <p:sp>
        <p:nvSpPr>
          <p:cNvPr id="120" name="Google Shape;120;p29">
            <a:extLst>
              <a:ext uri="{FF2B5EF4-FFF2-40B4-BE49-F238E27FC236}">
                <a16:creationId xmlns:a16="http://schemas.microsoft.com/office/drawing/2014/main" id="{31CF0951-1B3E-B309-4F20-4E19E396BACC}"/>
              </a:ext>
            </a:extLst>
          </p:cNvPr>
          <p:cNvSpPr txBox="1"/>
          <p:nvPr/>
        </p:nvSpPr>
        <p:spPr>
          <a:xfrm>
            <a:off x="376810" y="204051"/>
            <a:ext cx="10910026" cy="461624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t" anchorCtr="0">
            <a:spAutoFit/>
          </a:bodyPr>
          <a:lstStyle/>
          <a:p>
            <a:pPr marL="0" marR="0" lvl="0" indent="0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2400"/>
              <a:buFont typeface="Arial"/>
              <a:buNone/>
            </a:pPr>
            <a:r>
              <a:rPr lang="en-US" sz="2400" b="0" i="0" u="none" strike="noStrike" cap="none" dirty="0">
                <a:solidFill>
                  <a:schemeClr val="lt1"/>
                </a:solidFill>
                <a:latin typeface="Atkinson Hyperlegible Next"/>
                <a:ea typeface="Arial"/>
                <a:cs typeface="Arial"/>
                <a:sym typeface="Arial"/>
              </a:rPr>
              <a:t>What is a timer?</a:t>
            </a:r>
            <a:endParaRPr sz="2400" b="0" i="0" u="none" strike="noStrike" cap="none" dirty="0">
              <a:solidFill>
                <a:schemeClr val="lt1"/>
              </a:solidFill>
              <a:latin typeface="Atkinson Hyperlegible Next"/>
              <a:ea typeface="Arial"/>
              <a:cs typeface="Arial"/>
              <a:sym typeface="Arial"/>
            </a:endParaRPr>
          </a:p>
        </p:txBody>
      </p:sp>
      <p:pic>
        <p:nvPicPr>
          <p:cNvPr id="121" name="Google Shape;121;p29">
            <a:extLst>
              <a:ext uri="{FF2B5EF4-FFF2-40B4-BE49-F238E27FC236}">
                <a16:creationId xmlns:a16="http://schemas.microsoft.com/office/drawing/2014/main" id="{94816700-3D02-C248-14E0-D7385ECBA363}"/>
              </a:ext>
            </a:extLst>
          </p:cNvPr>
          <p:cNvPicPr preferRelativeResize="0"/>
          <p:nvPr/>
        </p:nvPicPr>
        <p:blipFill rotWithShape="1">
          <a:blip r:embed="rId3">
            <a:alphaModFix/>
          </a:blip>
          <a:srcRect/>
          <a:stretch/>
        </p:blipFill>
        <p:spPr>
          <a:xfrm>
            <a:off x="11557509" y="233819"/>
            <a:ext cx="271308" cy="389810"/>
          </a:xfrm>
          <a:prstGeom prst="rect">
            <a:avLst/>
          </a:prstGeom>
          <a:noFill/>
          <a:ln>
            <a:noFill/>
          </a:ln>
        </p:spPr>
      </p:pic>
      <p:sp>
        <p:nvSpPr>
          <p:cNvPr id="122" name="Google Shape;122;p29">
            <a:extLst>
              <a:ext uri="{FF2B5EF4-FFF2-40B4-BE49-F238E27FC236}">
                <a16:creationId xmlns:a16="http://schemas.microsoft.com/office/drawing/2014/main" id="{4298E33C-250B-E218-DEC7-5D52D056BC70}"/>
              </a:ext>
            </a:extLst>
          </p:cNvPr>
          <p:cNvSpPr txBox="1"/>
          <p:nvPr/>
        </p:nvSpPr>
        <p:spPr>
          <a:xfrm>
            <a:off x="9335597" y="6524381"/>
            <a:ext cx="2473415" cy="230792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t" anchorCtr="0">
            <a:spAutoFit/>
          </a:bodyPr>
          <a:lstStyle/>
          <a:p>
            <a:pPr marL="0" marR="0" lvl="0" indent="0" algn="r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en-US" sz="900" b="0" i="0" u="none" strike="noStrike" cap="none">
                <a:solidFill>
                  <a:srgbClr val="13294B"/>
                </a:solidFill>
                <a:latin typeface="Atkinson Hyperlegible Next"/>
                <a:ea typeface="Arial"/>
                <a:cs typeface="Arial"/>
                <a:sym typeface="Arial"/>
              </a:rPr>
              <a:t>GRAINGER ENGINEERING</a:t>
            </a:r>
            <a:endParaRPr/>
          </a:p>
        </p:txBody>
      </p:sp>
      <p:sp>
        <p:nvSpPr>
          <p:cNvPr id="123" name="Google Shape;123;p29">
            <a:extLst>
              <a:ext uri="{FF2B5EF4-FFF2-40B4-BE49-F238E27FC236}">
                <a16:creationId xmlns:a16="http://schemas.microsoft.com/office/drawing/2014/main" id="{C4E87641-7FC6-BF33-B11A-0D730B882F90}"/>
              </a:ext>
            </a:extLst>
          </p:cNvPr>
          <p:cNvSpPr txBox="1"/>
          <p:nvPr/>
        </p:nvSpPr>
        <p:spPr>
          <a:xfrm>
            <a:off x="376807" y="6524381"/>
            <a:ext cx="7991337" cy="230792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t" anchorCtr="0">
            <a:spAutoFit/>
          </a:bodyPr>
          <a:lstStyle/>
          <a:p>
            <a:pPr marL="0" marR="0" lvl="0" indent="0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en-US" sz="900" dirty="0">
                <a:solidFill>
                  <a:srgbClr val="13294B"/>
                </a:solidFill>
              </a:rPr>
              <a:t>SYSTEMS ENGINEERING </a:t>
            </a:r>
            <a:endParaRPr dirty="0"/>
          </a:p>
        </p:txBody>
      </p:sp>
      <p:grpSp>
        <p:nvGrpSpPr>
          <p:cNvPr id="124" name="Google Shape;124;p29">
            <a:extLst>
              <a:ext uri="{FF2B5EF4-FFF2-40B4-BE49-F238E27FC236}">
                <a16:creationId xmlns:a16="http://schemas.microsoft.com/office/drawing/2014/main" id="{6DA1D7C8-BB2D-E37E-636E-05687647DBD0}"/>
              </a:ext>
            </a:extLst>
          </p:cNvPr>
          <p:cNvGrpSpPr/>
          <p:nvPr/>
        </p:nvGrpSpPr>
        <p:grpSpPr>
          <a:xfrm>
            <a:off x="4066674" y="6601537"/>
            <a:ext cx="5233412" cy="70446"/>
            <a:chOff x="4033424" y="6601537"/>
            <a:chExt cx="5233412" cy="70446"/>
          </a:xfrm>
        </p:grpSpPr>
        <p:cxnSp>
          <p:nvCxnSpPr>
            <p:cNvPr id="125" name="Google Shape;125;p29">
              <a:extLst>
                <a:ext uri="{FF2B5EF4-FFF2-40B4-BE49-F238E27FC236}">
                  <a16:creationId xmlns:a16="http://schemas.microsoft.com/office/drawing/2014/main" id="{F5443457-B9B5-8D6F-6CBB-732513501BBA}"/>
                </a:ext>
              </a:extLst>
            </p:cNvPr>
            <p:cNvCxnSpPr/>
            <p:nvPr/>
          </p:nvCxnSpPr>
          <p:spPr>
            <a:xfrm rot="10800000">
              <a:off x="4033424" y="6639606"/>
              <a:ext cx="5164651" cy="0"/>
            </a:xfrm>
            <a:prstGeom prst="straightConnector1">
              <a:avLst/>
            </a:prstGeom>
            <a:noFill/>
            <a:ln w="9525" cap="flat" cmpd="sng">
              <a:solidFill>
                <a:srgbClr val="13294B"/>
              </a:solidFill>
              <a:prstDash val="solid"/>
              <a:round/>
              <a:headEnd type="none" w="sm" len="sm"/>
              <a:tailEnd type="none" w="sm" len="sm"/>
            </a:ln>
          </p:spPr>
        </p:cxnSp>
        <p:sp>
          <p:nvSpPr>
            <p:cNvPr id="126" name="Google Shape;126;p29">
              <a:extLst>
                <a:ext uri="{FF2B5EF4-FFF2-40B4-BE49-F238E27FC236}">
                  <a16:creationId xmlns:a16="http://schemas.microsoft.com/office/drawing/2014/main" id="{0FAC64C2-1ED3-D0D3-BDF8-D3D9711A180D}"/>
                </a:ext>
              </a:extLst>
            </p:cNvPr>
            <p:cNvSpPr/>
            <p:nvPr/>
          </p:nvSpPr>
          <p:spPr>
            <a:xfrm>
              <a:off x="9196390" y="6601537"/>
              <a:ext cx="70446" cy="70446"/>
            </a:xfrm>
            <a:prstGeom prst="ellipse">
              <a:avLst/>
            </a:prstGeom>
            <a:solidFill>
              <a:srgbClr val="13294B"/>
            </a:solidFill>
            <a:ln>
              <a:noFill/>
            </a:ln>
          </p:spPr>
          <p:txBody>
            <a:bodyPr spcFirstLastPara="1" wrap="square" lIns="91425" tIns="45700" rIns="91425" bIns="45700" anchor="ctr" anchorCtr="0">
              <a:noAutofit/>
            </a:bodyPr>
            <a:lstStyle/>
            <a:p>
              <a:pPr marL="0" marR="0" lvl="0" indent="0" algn="ctr" rtl="0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None/>
              </a:pPr>
              <a:endParaRPr sz="1400" b="0" i="0" u="none" strike="noStrike" cap="none">
                <a:solidFill>
                  <a:srgbClr val="13294B"/>
                </a:solidFill>
                <a:latin typeface="Atkinson Hyperlegible Next"/>
                <a:ea typeface="Arial"/>
                <a:cs typeface="Arial"/>
                <a:sym typeface="Arial"/>
              </a:endParaRPr>
            </a:p>
          </p:txBody>
        </p:sp>
      </p:grpSp>
    </p:spTree>
    <p:extLst>
      <p:ext uri="{BB962C8B-B14F-4D97-AF65-F5344CB8AC3E}">
        <p14:creationId xmlns:p14="http://schemas.microsoft.com/office/powerpoint/2010/main" val="2020115831"/>
      </p:ext>
    </p:extLst>
  </p:cSld>
  <p:clrMapOvr>
    <a:masterClrMapping/>
  </p:clrMapOvr>
</p:sld>
</file>

<file path=ppt/slides/slide26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Shape 117">
          <a:extLst>
            <a:ext uri="{FF2B5EF4-FFF2-40B4-BE49-F238E27FC236}">
              <a16:creationId xmlns:a16="http://schemas.microsoft.com/office/drawing/2014/main" id="{4953FF48-2567-36DF-0E08-872F3456FEED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19" name="Google Shape;119;p29">
            <a:extLst>
              <a:ext uri="{FF2B5EF4-FFF2-40B4-BE49-F238E27FC236}">
                <a16:creationId xmlns:a16="http://schemas.microsoft.com/office/drawing/2014/main" id="{55A3964E-F300-5874-C505-98DA49C7D1E2}"/>
              </a:ext>
            </a:extLst>
          </p:cNvPr>
          <p:cNvSpPr/>
          <p:nvPr/>
        </p:nvSpPr>
        <p:spPr>
          <a:xfrm rot="10800000" flipH="1">
            <a:off x="0" y="0"/>
            <a:ext cx="12192000" cy="868220"/>
          </a:xfrm>
          <a:prstGeom prst="rect">
            <a:avLst/>
          </a:prstGeom>
          <a:solidFill>
            <a:srgbClr val="13294B"/>
          </a:solidFill>
          <a:ln>
            <a:noFill/>
          </a:ln>
        </p:spPr>
        <p:txBody>
          <a:bodyPr spcFirstLastPara="1" wrap="square" lIns="91425" tIns="45700" rIns="91425" bIns="45700" anchor="ctr" anchorCtr="0">
            <a:noAutofit/>
          </a:bodyPr>
          <a:lstStyle/>
          <a:p>
            <a:pPr marL="0" marR="0" lvl="0" indent="0" algn="ctr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1800"/>
              <a:buFont typeface="Calibri"/>
              <a:buNone/>
            </a:pPr>
            <a:endParaRPr sz="1800" b="0" i="0" u="none" strike="noStrike" cap="none">
              <a:solidFill>
                <a:srgbClr val="13294B"/>
              </a:solidFill>
              <a:latin typeface="Atkinson Hyperlegible Next"/>
              <a:ea typeface="Calibri"/>
              <a:cs typeface="Calibri"/>
              <a:sym typeface="Calibri"/>
            </a:endParaRPr>
          </a:p>
        </p:txBody>
      </p:sp>
      <p:sp>
        <p:nvSpPr>
          <p:cNvPr id="120" name="Google Shape;120;p29">
            <a:extLst>
              <a:ext uri="{FF2B5EF4-FFF2-40B4-BE49-F238E27FC236}">
                <a16:creationId xmlns:a16="http://schemas.microsoft.com/office/drawing/2014/main" id="{B7C289BE-F442-1AFA-5A9F-F46ACDF9B8B1}"/>
              </a:ext>
            </a:extLst>
          </p:cNvPr>
          <p:cNvSpPr txBox="1"/>
          <p:nvPr/>
        </p:nvSpPr>
        <p:spPr>
          <a:xfrm>
            <a:off x="376810" y="204051"/>
            <a:ext cx="10910026" cy="461624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t" anchorCtr="0">
            <a:spAutoFit/>
          </a:bodyPr>
          <a:lstStyle/>
          <a:p>
            <a:pPr marL="0" marR="0" lvl="0" indent="0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2400"/>
              <a:buFont typeface="Arial"/>
              <a:buNone/>
            </a:pPr>
            <a:r>
              <a:rPr lang="en-US" sz="2400" b="0" i="0" u="none" strike="noStrike" cap="none" dirty="0">
                <a:solidFill>
                  <a:schemeClr val="lt1"/>
                </a:solidFill>
                <a:latin typeface="Atkinson Hyperlegible Next"/>
                <a:ea typeface="Arial"/>
                <a:cs typeface="Arial"/>
                <a:sym typeface="Arial"/>
              </a:rPr>
              <a:t>What is a timer?</a:t>
            </a:r>
            <a:endParaRPr sz="2400" b="0" i="0" u="none" strike="noStrike" cap="none" dirty="0">
              <a:solidFill>
                <a:schemeClr val="lt1"/>
              </a:solidFill>
              <a:latin typeface="Atkinson Hyperlegible Next"/>
              <a:ea typeface="Arial"/>
              <a:cs typeface="Arial"/>
              <a:sym typeface="Arial"/>
            </a:endParaRPr>
          </a:p>
        </p:txBody>
      </p:sp>
      <p:pic>
        <p:nvPicPr>
          <p:cNvPr id="121" name="Google Shape;121;p29">
            <a:extLst>
              <a:ext uri="{FF2B5EF4-FFF2-40B4-BE49-F238E27FC236}">
                <a16:creationId xmlns:a16="http://schemas.microsoft.com/office/drawing/2014/main" id="{1F492385-0078-432E-BA25-52EF8191B289}"/>
              </a:ext>
            </a:extLst>
          </p:cNvPr>
          <p:cNvPicPr preferRelativeResize="0"/>
          <p:nvPr/>
        </p:nvPicPr>
        <p:blipFill rotWithShape="1">
          <a:blip r:embed="rId3">
            <a:alphaModFix/>
          </a:blip>
          <a:srcRect/>
          <a:stretch/>
        </p:blipFill>
        <p:spPr>
          <a:xfrm>
            <a:off x="11557509" y="233819"/>
            <a:ext cx="271308" cy="389810"/>
          </a:xfrm>
          <a:prstGeom prst="rect">
            <a:avLst/>
          </a:prstGeom>
          <a:noFill/>
          <a:ln>
            <a:noFill/>
          </a:ln>
        </p:spPr>
      </p:pic>
      <p:sp>
        <p:nvSpPr>
          <p:cNvPr id="122" name="Google Shape;122;p29">
            <a:extLst>
              <a:ext uri="{FF2B5EF4-FFF2-40B4-BE49-F238E27FC236}">
                <a16:creationId xmlns:a16="http://schemas.microsoft.com/office/drawing/2014/main" id="{AC66DA96-0358-524C-453E-587CB945BB35}"/>
              </a:ext>
            </a:extLst>
          </p:cNvPr>
          <p:cNvSpPr txBox="1"/>
          <p:nvPr/>
        </p:nvSpPr>
        <p:spPr>
          <a:xfrm>
            <a:off x="9335597" y="6524381"/>
            <a:ext cx="2473415" cy="230792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t" anchorCtr="0">
            <a:spAutoFit/>
          </a:bodyPr>
          <a:lstStyle/>
          <a:p>
            <a:pPr marL="0" marR="0" lvl="0" indent="0" algn="r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en-US" sz="900" b="0" i="0" u="none" strike="noStrike" cap="none">
                <a:solidFill>
                  <a:srgbClr val="13294B"/>
                </a:solidFill>
                <a:latin typeface="Atkinson Hyperlegible Next"/>
                <a:ea typeface="Arial"/>
                <a:cs typeface="Arial"/>
                <a:sym typeface="Arial"/>
              </a:rPr>
              <a:t>GRAINGER ENGINEERING</a:t>
            </a:r>
            <a:endParaRPr/>
          </a:p>
        </p:txBody>
      </p:sp>
      <p:sp>
        <p:nvSpPr>
          <p:cNvPr id="123" name="Google Shape;123;p29">
            <a:extLst>
              <a:ext uri="{FF2B5EF4-FFF2-40B4-BE49-F238E27FC236}">
                <a16:creationId xmlns:a16="http://schemas.microsoft.com/office/drawing/2014/main" id="{65A910AD-7E91-D4AA-5C35-5E6FF9168A0A}"/>
              </a:ext>
            </a:extLst>
          </p:cNvPr>
          <p:cNvSpPr txBox="1"/>
          <p:nvPr/>
        </p:nvSpPr>
        <p:spPr>
          <a:xfrm>
            <a:off x="376807" y="6524381"/>
            <a:ext cx="7991337" cy="230792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t" anchorCtr="0">
            <a:spAutoFit/>
          </a:bodyPr>
          <a:lstStyle/>
          <a:p>
            <a:pPr marL="0" marR="0" lvl="0" indent="0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en-US" sz="900" dirty="0">
                <a:solidFill>
                  <a:srgbClr val="13294B"/>
                </a:solidFill>
              </a:rPr>
              <a:t>SYSTEMS ENGINEERING </a:t>
            </a:r>
            <a:endParaRPr dirty="0"/>
          </a:p>
        </p:txBody>
      </p:sp>
      <p:grpSp>
        <p:nvGrpSpPr>
          <p:cNvPr id="124" name="Google Shape;124;p29">
            <a:extLst>
              <a:ext uri="{FF2B5EF4-FFF2-40B4-BE49-F238E27FC236}">
                <a16:creationId xmlns:a16="http://schemas.microsoft.com/office/drawing/2014/main" id="{F30E51EB-A661-4A04-7D7C-2CF15D53CFAA}"/>
              </a:ext>
            </a:extLst>
          </p:cNvPr>
          <p:cNvGrpSpPr/>
          <p:nvPr/>
        </p:nvGrpSpPr>
        <p:grpSpPr>
          <a:xfrm>
            <a:off x="4066674" y="6601537"/>
            <a:ext cx="5233412" cy="70446"/>
            <a:chOff x="4033424" y="6601537"/>
            <a:chExt cx="5233412" cy="70446"/>
          </a:xfrm>
        </p:grpSpPr>
        <p:cxnSp>
          <p:nvCxnSpPr>
            <p:cNvPr id="125" name="Google Shape;125;p29">
              <a:extLst>
                <a:ext uri="{FF2B5EF4-FFF2-40B4-BE49-F238E27FC236}">
                  <a16:creationId xmlns:a16="http://schemas.microsoft.com/office/drawing/2014/main" id="{8EF036B1-9043-9AA4-FF3E-C616B36FA3A8}"/>
                </a:ext>
              </a:extLst>
            </p:cNvPr>
            <p:cNvCxnSpPr/>
            <p:nvPr/>
          </p:nvCxnSpPr>
          <p:spPr>
            <a:xfrm rot="10800000">
              <a:off x="4033424" y="6639606"/>
              <a:ext cx="5164651" cy="0"/>
            </a:xfrm>
            <a:prstGeom prst="straightConnector1">
              <a:avLst/>
            </a:prstGeom>
            <a:noFill/>
            <a:ln w="9525" cap="flat" cmpd="sng">
              <a:solidFill>
                <a:srgbClr val="13294B"/>
              </a:solidFill>
              <a:prstDash val="solid"/>
              <a:round/>
              <a:headEnd type="none" w="sm" len="sm"/>
              <a:tailEnd type="none" w="sm" len="sm"/>
            </a:ln>
          </p:spPr>
        </p:cxnSp>
        <p:sp>
          <p:nvSpPr>
            <p:cNvPr id="126" name="Google Shape;126;p29">
              <a:extLst>
                <a:ext uri="{FF2B5EF4-FFF2-40B4-BE49-F238E27FC236}">
                  <a16:creationId xmlns:a16="http://schemas.microsoft.com/office/drawing/2014/main" id="{257288E5-6EC6-70D1-18E6-CC3127D03C53}"/>
                </a:ext>
              </a:extLst>
            </p:cNvPr>
            <p:cNvSpPr/>
            <p:nvPr/>
          </p:nvSpPr>
          <p:spPr>
            <a:xfrm>
              <a:off x="9196390" y="6601537"/>
              <a:ext cx="70446" cy="70446"/>
            </a:xfrm>
            <a:prstGeom prst="ellipse">
              <a:avLst/>
            </a:prstGeom>
            <a:solidFill>
              <a:srgbClr val="13294B"/>
            </a:solidFill>
            <a:ln>
              <a:noFill/>
            </a:ln>
          </p:spPr>
          <p:txBody>
            <a:bodyPr spcFirstLastPara="1" wrap="square" lIns="91425" tIns="45700" rIns="91425" bIns="45700" anchor="ctr" anchorCtr="0">
              <a:noAutofit/>
            </a:bodyPr>
            <a:lstStyle/>
            <a:p>
              <a:pPr marL="0" marR="0" lvl="0" indent="0" algn="ctr" rtl="0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None/>
              </a:pPr>
              <a:endParaRPr sz="1400" b="0" i="0" u="none" strike="noStrike" cap="none">
                <a:solidFill>
                  <a:srgbClr val="13294B"/>
                </a:solidFill>
                <a:latin typeface="Atkinson Hyperlegible Next"/>
                <a:ea typeface="Arial"/>
                <a:cs typeface="Arial"/>
                <a:sym typeface="Arial"/>
              </a:endParaRPr>
            </a:p>
          </p:txBody>
        </p:sp>
      </p:grpSp>
      <p:pic>
        <p:nvPicPr>
          <p:cNvPr id="6" name="Graphic 5">
            <a:extLst>
              <a:ext uri="{FF2B5EF4-FFF2-40B4-BE49-F238E27FC236}">
                <a16:creationId xmlns:a16="http://schemas.microsoft.com/office/drawing/2014/main" id="{2BCB83CC-7AC6-B0A5-00FA-C78A00ADEF21}"/>
              </a:ext>
            </a:extLst>
          </p:cNvPr>
          <p:cNvPicPr>
            <a:picLocks noChangeAspect="1"/>
          </p:cNvPicPr>
          <p:nvPr/>
        </p:nvPicPr>
        <p:blipFill>
          <a:blip r:embed="rId4">
            <a:extLst>
              <a:ext uri="{96DAC541-7B7A-43D3-8B79-37D633B846F1}">
                <asvg:svgBlip xmlns:asvg="http://schemas.microsoft.com/office/drawing/2016/SVG/main" r:embed="rId5"/>
              </a:ext>
            </a:extLst>
          </a:blip>
          <a:stretch>
            <a:fillRect/>
          </a:stretch>
        </p:blipFill>
        <p:spPr>
          <a:xfrm>
            <a:off x="891540" y="1039363"/>
            <a:ext cx="10408920" cy="5282472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2067667218"/>
      </p:ext>
    </p:extLst>
  </p:cSld>
  <p:clrMapOvr>
    <a:masterClrMapping/>
  </p:clrMapOvr>
</p:sld>
</file>

<file path=ppt/slides/slide27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Shape 117">
          <a:extLst>
            <a:ext uri="{FF2B5EF4-FFF2-40B4-BE49-F238E27FC236}">
              <a16:creationId xmlns:a16="http://schemas.microsoft.com/office/drawing/2014/main" id="{87016ADF-792F-CCA1-AA92-D17767A2AD10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18" name="Google Shape;118;p29">
            <a:extLst>
              <a:ext uri="{FF2B5EF4-FFF2-40B4-BE49-F238E27FC236}">
                <a16:creationId xmlns:a16="http://schemas.microsoft.com/office/drawing/2014/main" id="{C5F006A6-8226-869F-CC6D-7DF09AF771C4}"/>
              </a:ext>
            </a:extLst>
          </p:cNvPr>
          <p:cNvSpPr txBox="1">
            <a:spLocks noGrp="1"/>
          </p:cNvSpPr>
          <p:nvPr>
            <p:ph type="body" idx="1"/>
          </p:nvPr>
        </p:nvSpPr>
        <p:spPr>
          <a:xfrm>
            <a:off x="376809" y="1334279"/>
            <a:ext cx="11177401" cy="4945509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t" anchorCtr="0">
            <a:noAutofit/>
          </a:bodyPr>
          <a:lstStyle/>
          <a:p>
            <a:pPr marL="0" indent="0">
              <a:lnSpc>
                <a:spcPct val="100000"/>
              </a:lnSpc>
              <a:spcBef>
                <a:spcPts val="0"/>
              </a:spcBef>
              <a:buSzPts val="3000"/>
              <a:buNone/>
            </a:pPr>
            <a:r>
              <a:rPr lang="en-US" sz="1800" dirty="0">
                <a:latin typeface="Atkinson Hyperlegible Next"/>
                <a:ea typeface="Arial"/>
                <a:cs typeface="Arial"/>
                <a:sym typeface="Arial"/>
              </a:rPr>
              <a:t>The timer controls:</a:t>
            </a:r>
          </a:p>
          <a:p>
            <a:pPr marL="0" indent="0">
              <a:lnSpc>
                <a:spcPct val="100000"/>
              </a:lnSpc>
              <a:spcBef>
                <a:spcPts val="0"/>
              </a:spcBef>
              <a:buSzPts val="3000"/>
              <a:buNone/>
            </a:pPr>
            <a:endParaRPr lang="en-US" sz="1800" dirty="0">
              <a:latin typeface="Atkinson Hyperlegible Next"/>
              <a:ea typeface="Arial"/>
              <a:cs typeface="Arial"/>
              <a:sym typeface="Arial"/>
            </a:endParaRPr>
          </a:p>
          <a:p>
            <a:pPr marL="285750" indent="-285750">
              <a:lnSpc>
                <a:spcPct val="100000"/>
              </a:lnSpc>
              <a:spcBef>
                <a:spcPts val="0"/>
              </a:spcBef>
              <a:buSzPts val="3000"/>
            </a:pPr>
            <a:r>
              <a:rPr lang="en-US" sz="1800" dirty="0">
                <a:latin typeface="Atkinson Hyperlegible Next"/>
                <a:ea typeface="Arial"/>
                <a:cs typeface="Arial"/>
                <a:sym typeface="Arial"/>
              </a:rPr>
              <a:t>Control loop sampling rate ( user defined controller )</a:t>
            </a:r>
          </a:p>
          <a:p>
            <a:pPr marL="285750" indent="-285750">
              <a:lnSpc>
                <a:spcPct val="100000"/>
              </a:lnSpc>
              <a:spcBef>
                <a:spcPts val="0"/>
              </a:spcBef>
              <a:buSzPts val="3000"/>
            </a:pPr>
            <a:r>
              <a:rPr lang="en-US" sz="1800" dirty="0">
                <a:latin typeface="Atkinson Hyperlegible Next"/>
                <a:ea typeface="Arial"/>
                <a:cs typeface="Arial"/>
                <a:sym typeface="Arial"/>
              </a:rPr>
              <a:t>Task scheduling</a:t>
            </a:r>
          </a:p>
          <a:p>
            <a:pPr marL="285750" indent="-285750">
              <a:lnSpc>
                <a:spcPct val="100000"/>
              </a:lnSpc>
              <a:spcBef>
                <a:spcPts val="0"/>
              </a:spcBef>
              <a:buSzPts val="3000"/>
            </a:pPr>
            <a:r>
              <a:rPr lang="en-US" sz="1800" dirty="0">
                <a:latin typeface="Atkinson Hyperlegible Next"/>
                <a:ea typeface="Arial"/>
                <a:cs typeface="Arial"/>
                <a:sym typeface="Arial"/>
              </a:rPr>
              <a:t>PWM updates</a:t>
            </a:r>
          </a:p>
          <a:p>
            <a:pPr marL="285750" indent="-285750">
              <a:lnSpc>
                <a:spcPct val="100000"/>
              </a:lnSpc>
              <a:spcBef>
                <a:spcPts val="0"/>
              </a:spcBef>
              <a:buSzPts val="3000"/>
            </a:pPr>
            <a:endParaRPr lang="en-US" sz="1800" dirty="0">
              <a:latin typeface="Atkinson Hyperlegible Next"/>
              <a:ea typeface="Arial"/>
              <a:cs typeface="Arial"/>
              <a:sym typeface="Arial"/>
            </a:endParaRPr>
          </a:p>
          <a:p>
            <a:pPr marL="285750" indent="-285750">
              <a:lnSpc>
                <a:spcPct val="100000"/>
              </a:lnSpc>
              <a:spcBef>
                <a:spcPts val="0"/>
              </a:spcBef>
              <a:buSzPts val="3000"/>
            </a:pPr>
            <a:endParaRPr lang="en-US" sz="1800" dirty="0">
              <a:latin typeface="Atkinson Hyperlegible Next"/>
              <a:ea typeface="Arial"/>
              <a:cs typeface="Arial"/>
              <a:sym typeface="Arial"/>
            </a:endParaRPr>
          </a:p>
          <a:p>
            <a:pPr marL="0" indent="0">
              <a:lnSpc>
                <a:spcPct val="100000"/>
              </a:lnSpc>
              <a:spcBef>
                <a:spcPts val="0"/>
              </a:spcBef>
              <a:buSzPts val="3000"/>
              <a:buNone/>
            </a:pPr>
            <a:r>
              <a:rPr lang="en-US" sz="1800" dirty="0">
                <a:latin typeface="Atkinson Hyperlegible Next"/>
                <a:ea typeface="Arial"/>
                <a:cs typeface="Arial"/>
                <a:sym typeface="Arial"/>
              </a:rPr>
              <a:t>Can control interrupt how often the software interrupts get called:</a:t>
            </a:r>
          </a:p>
          <a:p>
            <a:pPr marL="0" indent="0">
              <a:lnSpc>
                <a:spcPct val="100000"/>
              </a:lnSpc>
              <a:spcBef>
                <a:spcPts val="0"/>
              </a:spcBef>
              <a:buSzPts val="3000"/>
              <a:buNone/>
            </a:pPr>
            <a:endParaRPr lang="en-US" sz="1800" dirty="0">
              <a:latin typeface="Atkinson Hyperlegible Next"/>
              <a:ea typeface="Arial"/>
              <a:cs typeface="Arial"/>
              <a:sym typeface="Arial"/>
            </a:endParaRPr>
          </a:p>
          <a:p>
            <a:pPr marL="114300" indent="0" algn="l">
              <a:buNone/>
            </a:pPr>
            <a:r>
              <a:rPr lang="en-US" sz="1800" dirty="0">
                <a:solidFill>
                  <a:srgbClr val="3F7F5F"/>
                </a:solidFill>
                <a:latin typeface="Consolas" panose="020B0609020204030204" pitchFamily="49" charset="0"/>
              </a:rPr>
              <a:t>// Configure CPU-Timer 0, 1, and 2 to interrupt every given period:</a:t>
            </a:r>
          </a:p>
          <a:p>
            <a:pPr marL="114300" indent="0" algn="l">
              <a:buNone/>
            </a:pPr>
            <a:r>
              <a:rPr lang="en-US" sz="1800" dirty="0">
                <a:solidFill>
                  <a:srgbClr val="3F7F5F"/>
                </a:solidFill>
                <a:latin typeface="Consolas" panose="020B0609020204030204" pitchFamily="49" charset="0"/>
              </a:rPr>
              <a:t>// 200MHz CPU Freq,                       Period (in </a:t>
            </a:r>
            <a:r>
              <a:rPr lang="en-US" sz="1800" dirty="0" err="1">
                <a:solidFill>
                  <a:srgbClr val="3F7F5F"/>
                </a:solidFill>
                <a:latin typeface="Consolas" panose="020B0609020204030204" pitchFamily="49" charset="0"/>
              </a:rPr>
              <a:t>uSeconds</a:t>
            </a:r>
            <a:r>
              <a:rPr lang="en-US" sz="1800" dirty="0">
                <a:solidFill>
                  <a:srgbClr val="3F7F5F"/>
                </a:solidFill>
                <a:latin typeface="Consolas" panose="020B0609020204030204" pitchFamily="49" charset="0"/>
              </a:rPr>
              <a:t>)</a:t>
            </a:r>
          </a:p>
          <a:p>
            <a:pPr marL="114300" indent="0" algn="l">
              <a:buNone/>
            </a:pPr>
            <a:r>
              <a:rPr lang="en-US" sz="1800" dirty="0" err="1">
                <a:solidFill>
                  <a:srgbClr val="642880"/>
                </a:solidFill>
                <a:latin typeface="Consolas" panose="020B0609020204030204" pitchFamily="49" charset="0"/>
              </a:rPr>
              <a:t>ConfigCpuTimer</a:t>
            </a:r>
            <a:r>
              <a:rPr lang="en-US" sz="1800" dirty="0">
                <a:solidFill>
                  <a:srgbClr val="000000"/>
                </a:solidFill>
                <a:latin typeface="Consolas" panose="020B0609020204030204" pitchFamily="49" charset="0"/>
              </a:rPr>
              <a:t>(&amp;CpuTimer0, LAUNCHPAD_CPU_FREQUENCY, 10000);</a:t>
            </a:r>
          </a:p>
          <a:p>
            <a:pPr marL="114300" indent="0" algn="l">
              <a:buNone/>
            </a:pPr>
            <a:r>
              <a:rPr lang="en-US" sz="1800" dirty="0" err="1">
                <a:solidFill>
                  <a:srgbClr val="642880"/>
                </a:solidFill>
                <a:latin typeface="Consolas" panose="020B0609020204030204" pitchFamily="49" charset="0"/>
              </a:rPr>
              <a:t>ConfigCpuTimer</a:t>
            </a:r>
            <a:r>
              <a:rPr lang="en-US" sz="1800" dirty="0">
                <a:solidFill>
                  <a:srgbClr val="000000"/>
                </a:solidFill>
                <a:latin typeface="Consolas" panose="020B0609020204030204" pitchFamily="49" charset="0"/>
              </a:rPr>
              <a:t>(&amp;CpuTimer1, LAUNCHPAD_CPU_FREQUENCY, 20000);</a:t>
            </a:r>
          </a:p>
          <a:p>
            <a:pPr marL="114300" indent="0" algn="l">
              <a:buNone/>
            </a:pPr>
            <a:r>
              <a:rPr lang="en-US" sz="1800" dirty="0" err="1">
                <a:solidFill>
                  <a:srgbClr val="642880"/>
                </a:solidFill>
                <a:latin typeface="Consolas" panose="020B0609020204030204" pitchFamily="49" charset="0"/>
              </a:rPr>
              <a:t>ConfigCpuTimer</a:t>
            </a:r>
            <a:r>
              <a:rPr lang="en-US" sz="1800" dirty="0">
                <a:solidFill>
                  <a:srgbClr val="000000"/>
                </a:solidFill>
                <a:latin typeface="Consolas" panose="020B0609020204030204" pitchFamily="49" charset="0"/>
              </a:rPr>
              <a:t>(&amp;CpuTimer2, LAUNCHPAD_CPU_FREQUENCY, 40000);</a:t>
            </a:r>
            <a:endParaRPr lang="en-US" sz="1800" dirty="0">
              <a:latin typeface="Atkinson Hyperlegible Next"/>
              <a:ea typeface="Arial"/>
              <a:cs typeface="Arial"/>
              <a:sym typeface="Arial"/>
            </a:endParaRPr>
          </a:p>
          <a:p>
            <a:pPr marL="0" indent="0">
              <a:lnSpc>
                <a:spcPct val="100000"/>
              </a:lnSpc>
              <a:spcBef>
                <a:spcPts val="0"/>
              </a:spcBef>
              <a:buSzPts val="3000"/>
              <a:buNone/>
            </a:pPr>
            <a:endParaRPr lang="en-US" sz="1800" dirty="0">
              <a:latin typeface="Atkinson Hyperlegible Next"/>
              <a:ea typeface="Arial"/>
              <a:cs typeface="Arial"/>
              <a:sym typeface="Arial"/>
            </a:endParaRPr>
          </a:p>
          <a:p>
            <a:pPr marL="0" indent="0">
              <a:lnSpc>
                <a:spcPct val="100000"/>
              </a:lnSpc>
              <a:spcBef>
                <a:spcPts val="0"/>
              </a:spcBef>
              <a:buSzPts val="3000"/>
              <a:buNone/>
            </a:pPr>
            <a:endParaRPr lang="en-US" sz="1800" dirty="0">
              <a:latin typeface="Atkinson Hyperlegible Next"/>
              <a:ea typeface="Arial"/>
              <a:cs typeface="Arial"/>
              <a:sym typeface="Arial"/>
            </a:endParaRPr>
          </a:p>
        </p:txBody>
      </p:sp>
      <p:sp>
        <p:nvSpPr>
          <p:cNvPr id="119" name="Google Shape;119;p29">
            <a:extLst>
              <a:ext uri="{FF2B5EF4-FFF2-40B4-BE49-F238E27FC236}">
                <a16:creationId xmlns:a16="http://schemas.microsoft.com/office/drawing/2014/main" id="{7C13347D-81DD-2C1F-7B05-1EF26AA8E022}"/>
              </a:ext>
            </a:extLst>
          </p:cNvPr>
          <p:cNvSpPr/>
          <p:nvPr/>
        </p:nvSpPr>
        <p:spPr>
          <a:xfrm rot="10800000" flipH="1">
            <a:off x="0" y="0"/>
            <a:ext cx="12192000" cy="868220"/>
          </a:xfrm>
          <a:prstGeom prst="rect">
            <a:avLst/>
          </a:prstGeom>
          <a:solidFill>
            <a:srgbClr val="13294B"/>
          </a:solidFill>
          <a:ln>
            <a:noFill/>
          </a:ln>
        </p:spPr>
        <p:txBody>
          <a:bodyPr spcFirstLastPara="1" wrap="square" lIns="91425" tIns="45700" rIns="91425" bIns="45700" anchor="ctr" anchorCtr="0">
            <a:noAutofit/>
          </a:bodyPr>
          <a:lstStyle/>
          <a:p>
            <a:pPr marL="0" marR="0" lvl="0" indent="0" algn="ctr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1800"/>
              <a:buFont typeface="Calibri"/>
              <a:buNone/>
            </a:pPr>
            <a:endParaRPr sz="1800" b="0" i="0" u="none" strike="noStrike" cap="none">
              <a:solidFill>
                <a:srgbClr val="13294B"/>
              </a:solidFill>
              <a:latin typeface="Atkinson Hyperlegible Next"/>
              <a:ea typeface="Calibri"/>
              <a:cs typeface="Calibri"/>
              <a:sym typeface="Calibri"/>
            </a:endParaRPr>
          </a:p>
        </p:txBody>
      </p:sp>
      <p:sp>
        <p:nvSpPr>
          <p:cNvPr id="120" name="Google Shape;120;p29">
            <a:extLst>
              <a:ext uri="{FF2B5EF4-FFF2-40B4-BE49-F238E27FC236}">
                <a16:creationId xmlns:a16="http://schemas.microsoft.com/office/drawing/2014/main" id="{06562AB7-600D-841A-B491-FB2AE150429B}"/>
              </a:ext>
            </a:extLst>
          </p:cNvPr>
          <p:cNvSpPr txBox="1"/>
          <p:nvPr/>
        </p:nvSpPr>
        <p:spPr>
          <a:xfrm>
            <a:off x="376810" y="204051"/>
            <a:ext cx="10910026" cy="461624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t" anchorCtr="0">
            <a:spAutoFit/>
          </a:bodyPr>
          <a:lstStyle/>
          <a:p>
            <a:pPr marL="0" marR="0" lvl="0" indent="0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2400"/>
              <a:buFont typeface="Arial"/>
              <a:buNone/>
            </a:pPr>
            <a:r>
              <a:rPr lang="en-US" sz="2400" b="0" i="0" u="none" strike="noStrike" cap="none" dirty="0">
                <a:solidFill>
                  <a:schemeClr val="lt1"/>
                </a:solidFill>
                <a:latin typeface="Atkinson Hyperlegible Next"/>
                <a:ea typeface="Arial"/>
                <a:cs typeface="Arial"/>
                <a:sym typeface="Arial"/>
              </a:rPr>
              <a:t>What is a timer?</a:t>
            </a:r>
            <a:endParaRPr sz="2400" b="0" i="0" u="none" strike="noStrike" cap="none" dirty="0">
              <a:solidFill>
                <a:schemeClr val="lt1"/>
              </a:solidFill>
              <a:latin typeface="Atkinson Hyperlegible Next"/>
              <a:ea typeface="Arial"/>
              <a:cs typeface="Arial"/>
              <a:sym typeface="Arial"/>
            </a:endParaRPr>
          </a:p>
        </p:txBody>
      </p:sp>
      <p:pic>
        <p:nvPicPr>
          <p:cNvPr id="121" name="Google Shape;121;p29">
            <a:extLst>
              <a:ext uri="{FF2B5EF4-FFF2-40B4-BE49-F238E27FC236}">
                <a16:creationId xmlns:a16="http://schemas.microsoft.com/office/drawing/2014/main" id="{96E730D0-44C7-EC82-7138-C3802602FF7E}"/>
              </a:ext>
            </a:extLst>
          </p:cNvPr>
          <p:cNvPicPr preferRelativeResize="0"/>
          <p:nvPr/>
        </p:nvPicPr>
        <p:blipFill rotWithShape="1">
          <a:blip r:embed="rId3">
            <a:alphaModFix/>
          </a:blip>
          <a:srcRect/>
          <a:stretch/>
        </p:blipFill>
        <p:spPr>
          <a:xfrm>
            <a:off x="11557509" y="233819"/>
            <a:ext cx="271308" cy="389810"/>
          </a:xfrm>
          <a:prstGeom prst="rect">
            <a:avLst/>
          </a:prstGeom>
          <a:noFill/>
          <a:ln>
            <a:noFill/>
          </a:ln>
        </p:spPr>
      </p:pic>
      <p:sp>
        <p:nvSpPr>
          <p:cNvPr id="122" name="Google Shape;122;p29">
            <a:extLst>
              <a:ext uri="{FF2B5EF4-FFF2-40B4-BE49-F238E27FC236}">
                <a16:creationId xmlns:a16="http://schemas.microsoft.com/office/drawing/2014/main" id="{877CC407-3551-B507-97A4-8F6D91AC5803}"/>
              </a:ext>
            </a:extLst>
          </p:cNvPr>
          <p:cNvSpPr txBox="1"/>
          <p:nvPr/>
        </p:nvSpPr>
        <p:spPr>
          <a:xfrm>
            <a:off x="9335597" y="6524381"/>
            <a:ext cx="2473415" cy="230792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t" anchorCtr="0">
            <a:spAutoFit/>
          </a:bodyPr>
          <a:lstStyle/>
          <a:p>
            <a:pPr marL="0" marR="0" lvl="0" indent="0" algn="r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en-US" sz="900" b="0" i="0" u="none" strike="noStrike" cap="none">
                <a:solidFill>
                  <a:srgbClr val="13294B"/>
                </a:solidFill>
                <a:latin typeface="Atkinson Hyperlegible Next"/>
                <a:ea typeface="Arial"/>
                <a:cs typeface="Arial"/>
                <a:sym typeface="Arial"/>
              </a:rPr>
              <a:t>GRAINGER ENGINEERING</a:t>
            </a:r>
            <a:endParaRPr/>
          </a:p>
        </p:txBody>
      </p:sp>
      <p:sp>
        <p:nvSpPr>
          <p:cNvPr id="123" name="Google Shape;123;p29">
            <a:extLst>
              <a:ext uri="{FF2B5EF4-FFF2-40B4-BE49-F238E27FC236}">
                <a16:creationId xmlns:a16="http://schemas.microsoft.com/office/drawing/2014/main" id="{F966AF9F-3916-2F50-2804-4F737D0587C1}"/>
              </a:ext>
            </a:extLst>
          </p:cNvPr>
          <p:cNvSpPr txBox="1"/>
          <p:nvPr/>
        </p:nvSpPr>
        <p:spPr>
          <a:xfrm>
            <a:off x="376807" y="6524381"/>
            <a:ext cx="7991337" cy="230792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t" anchorCtr="0">
            <a:spAutoFit/>
          </a:bodyPr>
          <a:lstStyle/>
          <a:p>
            <a:pPr marL="0" marR="0" lvl="0" indent="0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en-US" sz="900" dirty="0">
                <a:solidFill>
                  <a:srgbClr val="13294B"/>
                </a:solidFill>
              </a:rPr>
              <a:t>SYSTEMS ENGINEERING </a:t>
            </a:r>
            <a:endParaRPr dirty="0"/>
          </a:p>
        </p:txBody>
      </p:sp>
      <p:grpSp>
        <p:nvGrpSpPr>
          <p:cNvPr id="124" name="Google Shape;124;p29">
            <a:extLst>
              <a:ext uri="{FF2B5EF4-FFF2-40B4-BE49-F238E27FC236}">
                <a16:creationId xmlns:a16="http://schemas.microsoft.com/office/drawing/2014/main" id="{41A7FF96-5EBD-79A0-EA80-CD77D906CD26}"/>
              </a:ext>
            </a:extLst>
          </p:cNvPr>
          <p:cNvGrpSpPr/>
          <p:nvPr/>
        </p:nvGrpSpPr>
        <p:grpSpPr>
          <a:xfrm>
            <a:off x="4066674" y="6601537"/>
            <a:ext cx="5233412" cy="70446"/>
            <a:chOff x="4033424" y="6601537"/>
            <a:chExt cx="5233412" cy="70446"/>
          </a:xfrm>
        </p:grpSpPr>
        <p:cxnSp>
          <p:nvCxnSpPr>
            <p:cNvPr id="125" name="Google Shape;125;p29">
              <a:extLst>
                <a:ext uri="{FF2B5EF4-FFF2-40B4-BE49-F238E27FC236}">
                  <a16:creationId xmlns:a16="http://schemas.microsoft.com/office/drawing/2014/main" id="{DD274538-35A5-F814-1DC7-4B679DA92293}"/>
                </a:ext>
              </a:extLst>
            </p:cNvPr>
            <p:cNvCxnSpPr/>
            <p:nvPr/>
          </p:nvCxnSpPr>
          <p:spPr>
            <a:xfrm rot="10800000">
              <a:off x="4033424" y="6639606"/>
              <a:ext cx="5164651" cy="0"/>
            </a:xfrm>
            <a:prstGeom prst="straightConnector1">
              <a:avLst/>
            </a:prstGeom>
            <a:noFill/>
            <a:ln w="9525" cap="flat" cmpd="sng">
              <a:solidFill>
                <a:srgbClr val="13294B"/>
              </a:solidFill>
              <a:prstDash val="solid"/>
              <a:round/>
              <a:headEnd type="none" w="sm" len="sm"/>
              <a:tailEnd type="none" w="sm" len="sm"/>
            </a:ln>
          </p:spPr>
        </p:cxnSp>
        <p:sp>
          <p:nvSpPr>
            <p:cNvPr id="126" name="Google Shape;126;p29">
              <a:extLst>
                <a:ext uri="{FF2B5EF4-FFF2-40B4-BE49-F238E27FC236}">
                  <a16:creationId xmlns:a16="http://schemas.microsoft.com/office/drawing/2014/main" id="{82BD0738-AF42-4397-DA92-9C081ABA6AAF}"/>
                </a:ext>
              </a:extLst>
            </p:cNvPr>
            <p:cNvSpPr/>
            <p:nvPr/>
          </p:nvSpPr>
          <p:spPr>
            <a:xfrm>
              <a:off x="9196390" y="6601537"/>
              <a:ext cx="70446" cy="70446"/>
            </a:xfrm>
            <a:prstGeom prst="ellipse">
              <a:avLst/>
            </a:prstGeom>
            <a:solidFill>
              <a:srgbClr val="13294B"/>
            </a:solidFill>
            <a:ln>
              <a:noFill/>
            </a:ln>
          </p:spPr>
          <p:txBody>
            <a:bodyPr spcFirstLastPara="1" wrap="square" lIns="91425" tIns="45700" rIns="91425" bIns="45700" anchor="ctr" anchorCtr="0">
              <a:noAutofit/>
            </a:bodyPr>
            <a:lstStyle/>
            <a:p>
              <a:pPr marL="0" marR="0" lvl="0" indent="0" algn="ctr" rtl="0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None/>
              </a:pPr>
              <a:endParaRPr sz="1400" b="0" i="0" u="none" strike="noStrike" cap="none">
                <a:solidFill>
                  <a:srgbClr val="13294B"/>
                </a:solidFill>
                <a:latin typeface="Atkinson Hyperlegible Next"/>
                <a:ea typeface="Arial"/>
                <a:cs typeface="Arial"/>
                <a:sym typeface="Arial"/>
              </a:endParaRPr>
            </a:p>
          </p:txBody>
        </p:sp>
      </p:grpSp>
    </p:spTree>
    <p:extLst>
      <p:ext uri="{BB962C8B-B14F-4D97-AF65-F5344CB8AC3E}">
        <p14:creationId xmlns:p14="http://schemas.microsoft.com/office/powerpoint/2010/main" val="583109436"/>
      </p:ext>
    </p:extLst>
  </p:cSld>
  <p:clrMapOvr>
    <a:masterClrMapping/>
  </p:clrMapOvr>
</p:sld>
</file>

<file path=ppt/slides/slide28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blipFill>
          <a:blip r:embed="rId3">
            <a:alphaModFix/>
          </a:blip>
          <a:stretch>
            <a:fillRect/>
          </a:stretch>
        </a:blipFill>
        <a:effectLst/>
      </p:bgPr>
    </p:bg>
    <p:spTree>
      <p:nvGrpSpPr>
        <p:cNvPr id="1" name="Shape 26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64" name="Google Shape;264;p37"/>
          <p:cNvSpPr txBox="1"/>
          <p:nvPr/>
        </p:nvSpPr>
        <p:spPr>
          <a:xfrm>
            <a:off x="2275515" y="2416680"/>
            <a:ext cx="7640969" cy="202464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t" anchorCtr="0">
            <a:noAutofit/>
          </a:bodyPr>
          <a:lstStyle/>
          <a:p>
            <a:pPr lvl="0" algn="ctr"/>
            <a:r>
              <a:rPr lang="en-US" sz="8800" b="1" dirty="0">
                <a:solidFill>
                  <a:schemeClr val="lt1"/>
                </a:solidFill>
              </a:rPr>
              <a:t>Questions</a:t>
            </a:r>
            <a:r>
              <a:rPr lang="en-US" sz="7200" b="1" dirty="0">
                <a:solidFill>
                  <a:schemeClr val="lt1"/>
                </a:solidFill>
              </a:rPr>
              <a:t>?</a:t>
            </a:r>
          </a:p>
          <a:p>
            <a:pPr lvl="0" algn="ctr"/>
            <a:r>
              <a:rPr lang="en-US" sz="3200" b="1" dirty="0">
                <a:solidFill>
                  <a:schemeClr val="lt1"/>
                </a:solidFill>
              </a:rPr>
              <a:t>(Lecture Wednesday online or not?)</a:t>
            </a:r>
          </a:p>
        </p:txBody>
      </p:sp>
      <p:pic>
        <p:nvPicPr>
          <p:cNvPr id="265" name="Google Shape;265;p37"/>
          <p:cNvPicPr preferRelativeResize="0"/>
          <p:nvPr/>
        </p:nvPicPr>
        <p:blipFill rotWithShape="1">
          <a:blip r:embed="rId4">
            <a:alphaModFix/>
          </a:blip>
          <a:srcRect/>
          <a:stretch/>
        </p:blipFill>
        <p:spPr>
          <a:xfrm>
            <a:off x="11557509" y="233819"/>
            <a:ext cx="271308" cy="389810"/>
          </a:xfrm>
          <a:prstGeom prst="rect">
            <a:avLst/>
          </a:prstGeom>
          <a:noFill/>
          <a:ln>
            <a:noFill/>
          </a:ln>
        </p:spPr>
      </p:pic>
      <p:sp>
        <p:nvSpPr>
          <p:cNvPr id="266" name="Google Shape;266;p37"/>
          <p:cNvSpPr txBox="1"/>
          <p:nvPr/>
        </p:nvSpPr>
        <p:spPr>
          <a:xfrm>
            <a:off x="9335597" y="6524381"/>
            <a:ext cx="2473415" cy="230792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t" anchorCtr="0">
            <a:spAutoFit/>
          </a:bodyPr>
          <a:lstStyle/>
          <a:p>
            <a:pPr marL="0" marR="0" lvl="0" indent="0" algn="r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en-US" sz="900" b="0" i="0" u="none" strike="noStrike" cap="none">
                <a:solidFill>
                  <a:schemeClr val="lt1"/>
                </a:solidFill>
                <a:latin typeface="Atkinson Hyperlegible Next"/>
                <a:ea typeface="Arial"/>
                <a:cs typeface="Arial"/>
                <a:sym typeface="Arial"/>
              </a:rPr>
              <a:t>GRAINGER ENGINEERING</a:t>
            </a:r>
            <a:endParaRPr/>
          </a:p>
        </p:txBody>
      </p:sp>
      <p:sp>
        <p:nvSpPr>
          <p:cNvPr id="267" name="Google Shape;267;p37"/>
          <p:cNvSpPr txBox="1"/>
          <p:nvPr/>
        </p:nvSpPr>
        <p:spPr>
          <a:xfrm>
            <a:off x="376807" y="6524381"/>
            <a:ext cx="7991337" cy="230792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t" anchorCtr="0">
            <a:spAutoFit/>
          </a:bodyPr>
          <a:lstStyle/>
          <a:p>
            <a:pPr marL="0" marR="0" lvl="0" indent="0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en-US" sz="900" dirty="0">
                <a:solidFill>
                  <a:schemeClr val="lt1"/>
                </a:solidFill>
              </a:rPr>
              <a:t>SYSTEMS ENGINEERING </a:t>
            </a:r>
            <a:endParaRPr dirty="0"/>
          </a:p>
        </p:txBody>
      </p:sp>
      <p:grpSp>
        <p:nvGrpSpPr>
          <p:cNvPr id="268" name="Google Shape;268;p37"/>
          <p:cNvGrpSpPr/>
          <p:nvPr/>
        </p:nvGrpSpPr>
        <p:grpSpPr>
          <a:xfrm>
            <a:off x="4066674" y="6601537"/>
            <a:ext cx="5233412" cy="70446"/>
            <a:chOff x="4033424" y="6601537"/>
            <a:chExt cx="5233412" cy="70446"/>
          </a:xfrm>
        </p:grpSpPr>
        <p:cxnSp>
          <p:nvCxnSpPr>
            <p:cNvPr id="269" name="Google Shape;269;p37"/>
            <p:cNvCxnSpPr/>
            <p:nvPr/>
          </p:nvCxnSpPr>
          <p:spPr>
            <a:xfrm rot="10800000">
              <a:off x="4033424" y="6639606"/>
              <a:ext cx="5164651" cy="0"/>
            </a:xfrm>
            <a:prstGeom prst="straightConnector1">
              <a:avLst/>
            </a:prstGeom>
            <a:noFill/>
            <a:ln w="9525" cap="flat" cmpd="sng">
              <a:solidFill>
                <a:schemeClr val="lt1"/>
              </a:solidFill>
              <a:prstDash val="solid"/>
              <a:round/>
              <a:headEnd type="none" w="sm" len="sm"/>
              <a:tailEnd type="none" w="sm" len="sm"/>
            </a:ln>
          </p:spPr>
        </p:cxnSp>
        <p:sp>
          <p:nvSpPr>
            <p:cNvPr id="270" name="Google Shape;270;p37"/>
            <p:cNvSpPr/>
            <p:nvPr/>
          </p:nvSpPr>
          <p:spPr>
            <a:xfrm>
              <a:off x="9196390" y="6601537"/>
              <a:ext cx="70446" cy="70446"/>
            </a:xfrm>
            <a:prstGeom prst="ellipse">
              <a:avLst/>
            </a:prstGeom>
            <a:solidFill>
              <a:schemeClr val="lt1"/>
            </a:solidFill>
            <a:ln>
              <a:noFill/>
            </a:ln>
          </p:spPr>
          <p:txBody>
            <a:bodyPr spcFirstLastPara="1" wrap="square" lIns="91425" tIns="45700" rIns="91425" bIns="45700" anchor="ctr" anchorCtr="0">
              <a:noAutofit/>
            </a:bodyPr>
            <a:lstStyle/>
            <a:p>
              <a:pPr marL="0" marR="0" lvl="0" indent="0" algn="ctr" rtl="0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None/>
              </a:pPr>
              <a:endParaRPr sz="1400" b="0" i="0" u="none" strike="noStrike" cap="none">
                <a:solidFill>
                  <a:schemeClr val="lt1"/>
                </a:solidFill>
                <a:latin typeface="Atkinson Hyperlegible Next"/>
                <a:ea typeface="Arial"/>
                <a:cs typeface="Arial"/>
                <a:sym typeface="Arial"/>
              </a:endParaRPr>
            </a:p>
          </p:txBody>
        </p:sp>
      </p:grpSp>
    </p:spTree>
  </p:cSld>
  <p:clrMapOvr>
    <a:masterClrMapping/>
  </p:clrMapOvr>
</p:sld>
</file>

<file path=ppt/slides/slide29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blipFill>
          <a:blip r:embed="rId3">
            <a:alphaModFix/>
          </a:blip>
          <a:stretch>
            <a:fillRect/>
          </a:stretch>
        </a:blipFill>
        <a:effectLst/>
      </p:bgPr>
    </p:bg>
    <p:spTree>
      <p:nvGrpSpPr>
        <p:cNvPr id="1" name="Shape 27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275" name="Google Shape;275;p38"/>
          <p:cNvPicPr preferRelativeResize="0"/>
          <p:nvPr/>
        </p:nvPicPr>
        <p:blipFill rotWithShape="1">
          <a:blip r:embed="rId4">
            <a:alphaModFix/>
          </a:blip>
          <a:srcRect/>
          <a:stretch/>
        </p:blipFill>
        <p:spPr>
          <a:xfrm>
            <a:off x="2259350" y="2791508"/>
            <a:ext cx="5414193" cy="1274984"/>
          </a:xfrm>
          <a:prstGeom prst="rect">
            <a:avLst/>
          </a:prstGeom>
          <a:noFill/>
          <a:ln>
            <a:noFill/>
          </a:ln>
        </p:spPr>
      </p:pic>
    </p:spTree>
  </p:cSld>
  <p:clrMapOvr>
    <a:masterClrMapping/>
  </p:clrMapOvr>
</p:sld>
</file>

<file path=ppt/theme/theme1.xml><?xml version="1.0" encoding="utf-8"?>
<a:theme xmlns:a="http://schemas.openxmlformats.org/drawingml/2006/main" name="Office Theme">
  <a:themeElements>
    <a:clrScheme name="Office">
      <a:dk1>
        <a:srgbClr val="000000"/>
      </a:dk1>
      <a:lt1>
        <a:srgbClr val="FFFFFF"/>
      </a:lt1>
      <a:dk2>
        <a:srgbClr val="44546A"/>
      </a:dk2>
      <a:lt2>
        <a:srgbClr val="E7E6E6"/>
      </a:lt2>
      <a:accent1>
        <a:srgbClr val="4472C4"/>
      </a:accent1>
      <a:accent2>
        <a:srgbClr val="ED7D31"/>
      </a:accent2>
      <a:accent3>
        <a:srgbClr val="A5A5A5"/>
      </a:accent3>
      <a:accent4>
        <a:srgbClr val="FFC000"/>
      </a:accent4>
      <a:accent5>
        <a:srgbClr val="5B9BD5"/>
      </a:accent5>
      <a:accent6>
        <a:srgbClr val="70AD47"/>
      </a:accent6>
      <a:hlink>
        <a:srgbClr val="0563C1"/>
      </a:hlink>
      <a:folHlink>
        <a:srgbClr val="954F72"/>
      </a:folHlink>
    </a:clrScheme>
    <a:fontScheme name="Office">
      <a:majorFont>
        <a:latin typeface="Atkinson Hyperlegible Next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Atkinson Hyperlegible Next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  <a:objectDefaults/>
  <a:extraClrSchemeLst/>
</a:theme>
</file>

<file path=ppt/theme/theme2.xml><?xml version="1.0" encoding="utf-8"?>
<a:theme xmlns:a="http://schemas.openxmlformats.org/drawingml/2006/main" name="Office Theme">
  <a:themeElements>
    <a:clrScheme name="Office">
      <a:dk1>
        <a:srgbClr val="000000"/>
      </a:dk1>
      <a:lt1>
        <a:srgbClr val="FFFFFF"/>
      </a:lt1>
      <a:dk2>
        <a:srgbClr val="44546A"/>
      </a:dk2>
      <a:lt2>
        <a:srgbClr val="E7E6E6"/>
      </a:lt2>
      <a:accent1>
        <a:srgbClr val="4472C4"/>
      </a:accent1>
      <a:accent2>
        <a:srgbClr val="ED7D31"/>
      </a:accent2>
      <a:accent3>
        <a:srgbClr val="A5A5A5"/>
      </a:accent3>
      <a:accent4>
        <a:srgbClr val="FFC000"/>
      </a:accent4>
      <a:accent5>
        <a:srgbClr val="5B9BD5"/>
      </a:accent5>
      <a:accent6>
        <a:srgbClr val="70AD47"/>
      </a:accent6>
      <a:hlink>
        <a:srgbClr val="0563C1"/>
      </a:hlink>
      <a:folHlink>
        <a:srgbClr val="954F72"/>
      </a:folHlink>
    </a:clrScheme>
    <a:fontScheme name="Office">
      <a:majorFont>
        <a:latin typeface="Atkinson Hyperlegible Next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Atkinson Hyperlegible Next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  <a:objectDefaults/>
  <a:extraClrSchemeLst/>
</a:theme>
</file>

<file path=docProps/app.xml><?xml version="1.0" encoding="utf-8"?>
<Properties xmlns="http://schemas.openxmlformats.org/officeDocument/2006/extended-properties" xmlns:vt="http://schemas.openxmlformats.org/officeDocument/2006/docPropsVTypes">
  <TotalTime>1488</TotalTime>
  <Words>2445</Words>
  <Application>Microsoft Office PowerPoint</Application>
  <PresentationFormat>Widescreen</PresentationFormat>
  <Paragraphs>512</Paragraphs>
  <Slides>29</Slides>
  <Notes>29</Notes>
  <HiddenSlides>0</HiddenSlides>
  <MMClips>1</MMClips>
  <ScaleCrop>false</ScaleCrop>
  <HeadingPairs>
    <vt:vector size="6" baseType="variant">
      <vt:variant>
        <vt:lpstr>Fonts Used</vt:lpstr>
      </vt:variant>
      <vt:variant>
        <vt:i4>3</vt:i4>
      </vt:variant>
      <vt:variant>
        <vt:lpstr>Theme</vt:lpstr>
      </vt:variant>
      <vt:variant>
        <vt:i4>1</vt:i4>
      </vt:variant>
      <vt:variant>
        <vt:lpstr>Slide Titles</vt:lpstr>
      </vt:variant>
      <vt:variant>
        <vt:i4>29</vt:i4>
      </vt:variant>
    </vt:vector>
  </HeadingPairs>
  <TitlesOfParts>
    <vt:vector size="33" baseType="lpstr">
      <vt:lpstr>Arial</vt:lpstr>
      <vt:lpstr>Calibri</vt:lpstr>
      <vt:lpstr>Consolas</vt:lpstr>
      <vt:lpstr>Office Theme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</vt:vector>
  </TitlesOfParts>
  <LinksUpToDate>false</LinksUpToDate>
  <SharedDoc>false</SharedDoc>
  <HyperlinksChanged>false</HyperlinksChanged>
  <AppVersion>16.0000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creator>Nielsen, Joshua</dc:creator>
  <cp:lastModifiedBy>Juston, Marius F</cp:lastModifiedBy>
  <cp:revision>142</cp:revision>
  <dcterms:created xsi:type="dcterms:W3CDTF">2019-01-14T22:06:33Z</dcterms:created>
  <dcterms:modified xsi:type="dcterms:W3CDTF">2026-02-08T02:49:00Z</dcterms:modified>
</cp:coreProperties>
</file>