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6" r:id="rId26"/>
    <p:sldId id="293" r:id="rId27"/>
    <p:sldId id="294" r:id="rId28"/>
    <p:sldId id="269" r:id="rId29"/>
    <p:sldId id="270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2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40" autoAdjust="0"/>
  </p:normalViewPr>
  <p:slideViewPr>
    <p:cSldViewPr snapToGrid="0">
      <p:cViewPr varScale="1">
        <p:scale>
          <a:sx n="123" d="100"/>
          <a:sy n="123" d="100"/>
        </p:scale>
        <p:origin x="16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Well I hope that most of your classes have been </a:t>
            </a:r>
            <a:r>
              <a:rPr lang="en-US" dirty="0" err="1"/>
              <a:t>cancled</a:t>
            </a:r>
            <a:r>
              <a:rPr lang="en-US" dirty="0"/>
              <a:t> or are on Zoom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Did all of you get my Canvas email or do I need to it through email? Or announcements?</a:t>
            </a: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9857DE6-DF8B-D8B6-B80A-D4FFA47E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A53D2C1-BC7D-1078-FBB3-A74320998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808667-3B3A-7BDA-EA07-6665024B1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34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Peripherals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Right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(&amp;) – Masking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5A2408-CA67-6611-DC76-6D35EBFD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A597ED4-1ABE-38A8-A789-503D51362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Why are there 2-counter blocks?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 clock: SYSCLKOUT = 200 MHz →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800" baseline="-25000" dirty="0" err="1">
                <a:latin typeface="Arial"/>
                <a:ea typeface="Arial"/>
                <a:cs typeface="Arial"/>
                <a:sym typeface="Arial"/>
              </a:rPr>
              <a:t>clk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2 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aseline="-25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Problem is that the clock is too fast for software: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 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200 MHz: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2,000,000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Split the job into 2 counters: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Counter (PSC, TDDR) – Controls speed, defines a unit of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Main Timer Counter (TIM, PRD) – Controls duration, how much time should pass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One counter decides how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fast time flows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and the other decides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how much time passes.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With a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set to TTDR=199 for example, you now have that a single tick for the main timer counter represents a clean 1 </a:t>
            </a:r>
            <a:r>
              <a:rPr lang="el-GR" sz="1800" dirty="0"/>
              <a:t>μ</a:t>
            </a:r>
            <a:r>
              <a:rPr lang="en-US" sz="1800" dirty="0"/>
              <a:t>s, thus to ensure that your timer runs every 10 </a:t>
            </a:r>
            <a:r>
              <a:rPr lang="en-US" sz="1800" dirty="0" err="1"/>
              <a:t>ms</a:t>
            </a:r>
            <a:r>
              <a:rPr lang="en-US" sz="1800" dirty="0"/>
              <a:t> you can set PRD = 10,000! Much simpler!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C30045-7CC0-39F9-973B-6A9ACB445D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1CF0951-1B3E-B309-4F20-4E19E396BAC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816700-3D02-C248-14E0-D7385ECBA3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98E33C-250B-E218-DEC7-5D52D056BC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4E87641-7FC6-BF33-B11A-0D730B882F9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A1D7C8-BB2D-E37E-636E-05687647DBD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5443457-B9B5-8D6F-6CBB-732513501B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AC64C2-1ED3-D0D3-BDF8-D3D9711A180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011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/>
            <a:r>
              <a:rPr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1487</TotalTime>
  <Words>2428</Words>
  <Application>Microsoft Office PowerPoint</Application>
  <PresentationFormat>Widescreen</PresentationFormat>
  <Paragraphs>511</Paragraphs>
  <Slides>29</Slides>
  <Notes>29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136</cp:revision>
  <dcterms:created xsi:type="dcterms:W3CDTF">2019-01-14T22:06:33Z</dcterms:created>
  <dcterms:modified xsi:type="dcterms:W3CDTF">2026-01-26T16:43:21Z</dcterms:modified>
</cp:coreProperties>
</file>