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3" r:id="rId26"/>
    <p:sldId id="294" r:id="rId27"/>
    <p:sldId id="269" r:id="rId28"/>
    <p:sldId id="270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020" autoAdjust="0"/>
  </p:normalViewPr>
  <p:slideViewPr>
    <p:cSldViewPr snapToGrid="0">
      <p:cViewPr varScale="1">
        <p:scale>
          <a:sx n="102" d="100"/>
          <a:sy n="102" d="100"/>
        </p:scale>
        <p:origin x="25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Peripherals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(&amp;) – Masking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/>
            <a:r>
              <a:rPr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2231</Words>
  <Application>Microsoft Office PowerPoint</Application>
  <PresentationFormat>Widescreen</PresentationFormat>
  <Paragraphs>488</Paragraphs>
  <Slides>28</Slides>
  <Notes>28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125</cp:revision>
  <dcterms:created xsi:type="dcterms:W3CDTF">2019-01-14T22:06:33Z</dcterms:created>
  <dcterms:modified xsi:type="dcterms:W3CDTF">2026-01-26T00:08:13Z</dcterms:modified>
</cp:coreProperties>
</file>