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6" Type="http://schemas.openxmlformats.org/officeDocument/2006/relationships/hyperlink" Target="https://youtu.be/AB0ehpoGNZU?si=qzp9HoeXxZYwsuXb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2: Peripherals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January 26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/>
          <p:nvPr>
            <p:ph type="title"/>
          </p:nvPr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/>
          <p:nvPr>
            <p:ph type="title"/>
          </p:nvPr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Registers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Bits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Timers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 descr="YouTube video: CPU Timer Animation (Marius Juston)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6E5136-2744-2DAF-4C66-6C9D54524520}"/>
              </a:ext>
            </a:extLst>
          </p:cNvPr>
          <p:cNvSpPr txBox="1"/>
          <p:nvPr/>
        </p:nvSpPr>
        <p:spPr>
          <a:xfrm>
            <a:off x="3799287" y="6335177"/>
            <a:ext cx="4065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linkClick r:id="rId6"/>
              </a:rPr>
              <a:t>https://youtu.be/AB0ehpoGNZU?si=qzp9HoeXxZYwsuXb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tkinson Hyperlegible Next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/>
          <p:nvPr>
            <p:ph type="title"/>
          </p:nvPr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8800" b="1" dirty="0">
                <a:solidFill>
                  <a:schemeClr val="lt1"/>
                </a:solidFill>
              </a:rPr>
              <a:t>Questions</a:t>
            </a:r>
            <a:r>
              <a:rPr i="0"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2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</TotalTime>
  <Words>2445</Words>
  <Application>Microsoft Office PowerPoint</Application>
  <PresentationFormat>Widescreen</PresentationFormat>
  <Paragraphs>512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142</cp:revision>
  <dcterms:created xsi:type="dcterms:W3CDTF">2019-01-14T22:06:33Z</dcterms:created>
  <dcterms:modified xsi:type="dcterms:W3CDTF">2026-02-08T02:49:00Z</dcterms:modified>
</cp:coreProperties>
</file>