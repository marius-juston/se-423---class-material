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9"/>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91" r:id="rId48"/>
    <p:sldId id="387" r:id="rId49"/>
    <p:sldId id="366" r:id="rId50"/>
    <p:sldId id="367" r:id="rId51"/>
    <p:sldId id="368" r:id="rId52"/>
    <p:sldId id="369" r:id="rId53"/>
    <p:sldId id="388" r:id="rId54"/>
    <p:sldId id="389" r:id="rId55"/>
    <p:sldId id="351" r:id="rId56"/>
    <p:sldId id="331" r:id="rId57"/>
    <p:sldId id="332" r:id="rId58"/>
    <p:sldId id="333" r:id="rId59"/>
    <p:sldId id="334" r:id="rId60"/>
    <p:sldId id="370" r:id="rId61"/>
    <p:sldId id="371" r:id="rId62"/>
    <p:sldId id="372" r:id="rId63"/>
    <p:sldId id="335" r:id="rId64"/>
    <p:sldId id="373" r:id="rId65"/>
    <p:sldId id="374" r:id="rId66"/>
    <p:sldId id="375" r:id="rId67"/>
    <p:sldId id="376" r:id="rId68"/>
    <p:sldId id="377" r:id="rId69"/>
    <p:sldId id="385" r:id="rId70"/>
    <p:sldId id="378" r:id="rId71"/>
    <p:sldId id="380" r:id="rId72"/>
    <p:sldId id="384" r:id="rId73"/>
    <p:sldId id="381" r:id="rId74"/>
    <p:sldId id="382" r:id="rId75"/>
    <p:sldId id="383" r:id="rId76"/>
    <p:sldId id="271" r:id="rId77"/>
    <p:sldId id="270" r:id="rId7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4.svg"/><Relationship Id="rId4" Type="http://schemas.openxmlformats.org/officeDocument/2006/relationships/image" Target="../media/image43.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4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48.sv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50.svg"/><Relationship Id="rId4" Type="http://schemas.openxmlformats.org/officeDocument/2006/relationships/image" Target="../media/image49.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1.jpe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9.svg"/><Relationship Id="rId4" Type="http://schemas.openxmlformats.org/officeDocument/2006/relationships/image" Target="../media/image58.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media/image61.svg"/><Relationship Id="rId4" Type="http://schemas.openxmlformats.org/officeDocument/2006/relationships/image" Target="../media/image60.png"/></Relationships>
</file>

<file path=ppt/slides/_rels/slide66.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65.svg"/><Relationship Id="rId5" Type="http://schemas.openxmlformats.org/officeDocument/2006/relationships/image" Target="../media/image6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71.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6.jpe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media/image68.svg"/><Relationship Id="rId4" Type="http://schemas.openxmlformats.org/officeDocument/2006/relationships/image" Target="../media/image67.pn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69.pn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71.svg"/><Relationship Id="rId4" Type="http://schemas.openxmlformats.org/officeDocument/2006/relationships/image" Target="../media/image70.png"/></Relationships>
</file>

<file path=ppt/slides/_rels/slide7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7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m:t>
                    </m:r>
                    <m:r>
                      <a:rPr lang="en-US" sz="1800" b="0" i="1" smtClean="0">
                        <a:solidFill>
                          <a:schemeClr val="tx1"/>
                        </a:solidFill>
                        <a:latin typeface="Cambria Math" panose="02040503050406030204" pitchFamily="18" charset="0"/>
                      </a:rPr>
                      <m:t>8</m:t>
                    </m:r>
                  </m:oMath>
                </a14:m>
                <a:r>
                  <a:rPr lang="en-US" sz="1800" dirty="0">
                    <a:solidFill>
                      <a:schemeClr val="tx1"/>
                    </a:solidFill>
                    <a:latin typeface="+mj-lt"/>
                  </a:rPr>
                  <a:t>-bits!</a:t>
                </a:r>
              </a:p>
            </p:txBody>
          </p:sp>
        </mc:Choice>
        <mc:Fallback>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Abadi" panose="020F0502020204030204" pitchFamily="34" charset="0"/>
              </a:rPr>
              <a:t>The four-bit SPICHAR register field specifies the number of bits in the data character (1 to 16). The following statements apply to characters with fewer than 16 bits: </a:t>
            </a:r>
          </a:p>
          <a:p>
            <a:r>
              <a:rPr lang="en-US" sz="2000" dirty="0">
                <a:latin typeface="Abadi" panose="020F0502020204030204" pitchFamily="34" charset="0"/>
              </a:rPr>
              <a:t>Data must be left-justified when written to SPIDAT and SPITXBUF. </a:t>
            </a:r>
          </a:p>
          <a:p>
            <a:r>
              <a:rPr lang="en-US" sz="2000" dirty="0">
                <a:latin typeface="Abadi" panose="020F0502020204030204" pitchFamily="34" charset="0"/>
              </a:rPr>
              <a:t>Data read back from SPIRXBUF is right-justified. </a:t>
            </a:r>
          </a:p>
          <a:p>
            <a:r>
              <a:rPr lang="en-US" sz="2000" dirty="0">
                <a:latin typeface="Abadi" panose="020F0502020204030204" pitchFamily="34" charset="0"/>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Abadi" panose="020F0502020204030204" pitchFamily="34" charset="0"/>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4788</Words>
  <Application>Microsoft Office PowerPoint</Application>
  <PresentationFormat>Widescreen</PresentationFormat>
  <Paragraphs>639</Paragraphs>
  <Slides>77</Slides>
  <Notes>77</Notes>
  <HiddenSlides>0</HiddenSlides>
  <MMClips>3</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77</vt:i4>
      </vt:variant>
    </vt:vector>
  </HeadingPairs>
  <TitlesOfParts>
    <vt:vector size="83" baseType="lpstr">
      <vt:lpstr>Abadi</vt: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380</cp:revision>
  <dcterms:created xsi:type="dcterms:W3CDTF">2019-01-14T22:06:33Z</dcterms:created>
  <dcterms:modified xsi:type="dcterms:W3CDTF">2026-02-09T04:46:15Z</dcterms:modified>
</cp:coreProperties>
</file>