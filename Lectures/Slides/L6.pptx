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4"/>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81" r:id="rId79"/>
    <p:sldId id="382" r:id="rId80"/>
    <p:sldId id="383" r:id="rId81"/>
    <p:sldId id="271" r:id="rId82"/>
    <p:sldId id="270" r:id="rId8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notesMaster" Target="notesMasters/notesMaster1.xml"/><Relationship Id="rId89"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customschemas.google.com/relationships/presentationmetadata" Target="meta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4.svg"/><Relationship Id="rId4" Type="http://schemas.openxmlformats.org/officeDocument/2006/relationships/image" Target="../media/image73.png"/></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2.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Tree>
    <p:extLst>
      <p:ext uri="{BB962C8B-B14F-4D97-AF65-F5344CB8AC3E}">
        <p14:creationId xmlns:p14="http://schemas.microsoft.com/office/powerpoint/2010/main" val="77434971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Tree>
    <p:extLst>
      <p:ext uri="{BB962C8B-B14F-4D97-AF65-F5344CB8AC3E}">
        <p14:creationId xmlns:p14="http://schemas.microsoft.com/office/powerpoint/2010/main" val="12121282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H-bridge chip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36AE6FF-836B-B78B-2B54-C835FF7FC3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1124</TotalTime>
  <Words>5042</Words>
  <Application>Microsoft Office PowerPoint</Application>
  <PresentationFormat>Widescreen</PresentationFormat>
  <Paragraphs>673</Paragraphs>
  <Slides>82</Slides>
  <Notes>82</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82</vt:i4>
      </vt:variant>
    </vt:vector>
  </HeadingPairs>
  <TitlesOfParts>
    <vt:vector size="87"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397</cp:revision>
  <dcterms:created xsi:type="dcterms:W3CDTF">2019-01-14T22:06:33Z</dcterms:created>
  <dcterms:modified xsi:type="dcterms:W3CDTF">2026-02-09T23:19:53Z</dcterms:modified>
</cp:coreProperties>
</file>