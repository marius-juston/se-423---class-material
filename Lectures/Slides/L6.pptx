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75"/>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61" r:id="rId43"/>
    <p:sldId id="362" r:id="rId44"/>
    <p:sldId id="363" r:id="rId45"/>
    <p:sldId id="364" r:id="rId46"/>
    <p:sldId id="365" r:id="rId47"/>
    <p:sldId id="366" r:id="rId48"/>
    <p:sldId id="367" r:id="rId49"/>
    <p:sldId id="368" r:id="rId50"/>
    <p:sldId id="369" r:id="rId51"/>
    <p:sldId id="351" r:id="rId52"/>
    <p:sldId id="331" r:id="rId53"/>
    <p:sldId id="332" r:id="rId54"/>
    <p:sldId id="333" r:id="rId55"/>
    <p:sldId id="334" r:id="rId56"/>
    <p:sldId id="370" r:id="rId57"/>
    <p:sldId id="371" r:id="rId58"/>
    <p:sldId id="372" r:id="rId59"/>
    <p:sldId id="335" r:id="rId60"/>
    <p:sldId id="373" r:id="rId61"/>
    <p:sldId id="374" r:id="rId62"/>
    <p:sldId id="375" r:id="rId63"/>
    <p:sldId id="376" r:id="rId64"/>
    <p:sldId id="377" r:id="rId65"/>
    <p:sldId id="385" r:id="rId66"/>
    <p:sldId id="378" r:id="rId67"/>
    <p:sldId id="380" r:id="rId68"/>
    <p:sldId id="384" r:id="rId69"/>
    <p:sldId id="381" r:id="rId70"/>
    <p:sldId id="382" r:id="rId71"/>
    <p:sldId id="383" r:id="rId72"/>
    <p:sldId id="271" r:id="rId73"/>
    <p:sldId id="270" r:id="rId7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customschemas.google.com/relationships/presentationmetadata" Target="meta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5" Type="http://schemas.openxmlformats.org/officeDocument/2006/relationships/image" Target="../media/image43.jpe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45.svg"/><Relationship Id="rId4" Type="http://schemas.openxmlformats.org/officeDocument/2006/relationships/image" Target="../media/image44.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51.svg"/><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6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56.svg"/><Relationship Id="rId5" Type="http://schemas.openxmlformats.org/officeDocument/2006/relationships/image" Target="../media/image55.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58.svg"/><Relationship Id="rId5" Type="http://schemas.openxmlformats.org/officeDocument/2006/relationships/image" Target="../media/image57.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67.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59.jpe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1.svg"/><Relationship Id="rId4" Type="http://schemas.openxmlformats.org/officeDocument/2006/relationships/image" Target="../media/image60.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4.svg"/><Relationship Id="rId4" Type="http://schemas.openxmlformats.org/officeDocument/2006/relationships/image" Target="../media/image63.png"/></Relationships>
</file>

<file path=ppt/slides/_rels/slide7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3.xml"/><Relationship Id="rId1" Type="http://schemas.openxmlformats.org/officeDocument/2006/relationships/slideLayout" Target="../slideLayouts/slideLayout1.xml"/><Relationship Id="rId4" Type="http://schemas.openxmlformats.org/officeDocument/2006/relationships/image" Target="../media/image6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4311650" y="872218"/>
            <a:ext cx="3568700" cy="400110"/>
          </a:xfrm>
          <a:prstGeom prst="rect">
            <a:avLst/>
          </a:prstGeom>
          <a:noFill/>
        </p:spPr>
        <p:txBody>
          <a:bodyPr wrap="square" rtlCol="0">
            <a:spAutoFit/>
          </a:bodyPr>
          <a:lstStyle/>
          <a:p>
            <a:r>
              <a:rPr lang="en-US" sz="2000" dirty="0"/>
              <a:t>What type of encoding is this?</a:t>
            </a:r>
          </a:p>
        </p:txBody>
      </p:sp>
    </p:spTree>
    <p:extLst>
      <p:ext uri="{BB962C8B-B14F-4D97-AF65-F5344CB8AC3E}">
        <p14:creationId xmlns:p14="http://schemas.microsoft.com/office/powerpoint/2010/main" val="129755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2" y="6176442"/>
            <a:ext cx="2009775" cy="246221"/>
          </a:xfrm>
          <a:prstGeom prst="rect">
            <a:avLst/>
          </a:prstGeom>
          <a:noFill/>
        </p:spPr>
        <p:txBody>
          <a:bodyPr wrap="square" rtlCol="0">
            <a:spAutoFit/>
          </a:bodyPr>
          <a:lstStyle/>
          <a:p>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Group 18">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5" y="1456984"/>
              <a:ext cx="4196030" cy="1912788"/>
              <a:chOff x="4405045" y="1456984"/>
              <a:chExt cx="4196030"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5" y="1456984"/>
                <a:ext cx="4196030" cy="1912788"/>
                <a:chOff x="4405045" y="1456984"/>
                <a:chExt cx="4196030"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5" y="1844917"/>
                  <a:ext cx="700087"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1" y="2530132"/>
                  <a:ext cx="700087"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E35EFE63-959D-53F0-60CB-94441032AE31}"/>
              </a:ext>
            </a:extLst>
          </p:cNvPr>
          <p:cNvGrpSpPr>
            <a:grpSpLocks/>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Magnetic Rotary Encoder (an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4"/>
          <a:stretch>
            <a:fillRect/>
          </a:stretch>
        </p:blipFill>
        <p:spPr>
          <a:xfrm>
            <a:off x="3731141" y="4051015"/>
            <a:ext cx="4201363" cy="2440990"/>
          </a:xfrm>
          <a:prstGeom prst="rect">
            <a:avLst/>
          </a:prstGeom>
        </p:spPr>
      </p:pic>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AM4096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lgn="l">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12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we are the ones sending the clock signal,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12</m:t>
                    </m:r>
                    <m:r>
                      <a:rPr lang="en-US" sz="1800" b="0" i="1" smtClean="0">
                        <a:solidFill>
                          <a:schemeClr val="tx1"/>
                        </a:solidFill>
                        <a:latin typeface="Cambria Math" panose="02040503050406030204" pitchFamily="18" charset="0"/>
                        <a:ea typeface="Cambria Math" panose="02040503050406030204" pitchFamily="18" charset="0"/>
                      </a:rPr>
                      <m:t>×2=24</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b="-32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34521C3-3998-BE76-0BA1-58884541E12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29783" y="4096601"/>
            <a:ext cx="8932434" cy="2408746"/>
          </a:xfrm>
          <a:prstGeom prst="rect">
            <a:avLst/>
          </a:prstGeom>
        </p:spPr>
      </p:pic>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H="1" flipV="1">
            <a:off x="6897757" y="2113722"/>
            <a:ext cx="1828800" cy="3409999"/>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93165" y="2113722"/>
            <a:ext cx="2166731" cy="340999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write to clock signal </a:t>
            </a:r>
            <a:r>
              <a:rPr lang="en-US" sz="1200" dirty="0" err="1">
                <a:solidFill>
                  <a:srgbClr val="3F7F5F"/>
                </a:solidFill>
                <a:latin typeface="Consolas" panose="020B0609020204030204" pitchFamily="49" charset="0"/>
              </a:rPr>
              <a:t>spia</a:t>
            </a:r>
            <a:r>
              <a:rPr lang="en-US" sz="1200" dirty="0">
                <a:solidFill>
                  <a:srgbClr val="3F7F5F"/>
                </a:solidFill>
                <a:latin typeface="Consolas" panose="020B0609020204030204" pitchFamily="49" charset="0"/>
              </a:rPr>
              <a:t>, 0xAA = 0b10101010 (the 'u' means unsigned)</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0xAAu;</a:t>
            </a: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TX, </a:t>
            </a:r>
            <a:r>
              <a:rPr lang="en-US" sz="1800" dirty="0">
                <a:solidFill>
                  <a:srgbClr val="000000"/>
                </a:solidFill>
                <a:latin typeface="+mj-lt"/>
              </a:rPr>
              <a:t>TX FIFO_{0,..,15} start empty.</a:t>
            </a: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110109" y="1141570"/>
            <a:ext cx="9445179" cy="5336538"/>
          </a:xfrm>
          <a:prstGeom prst="rect">
            <a:avLst/>
          </a:prstGeom>
        </p:spPr>
      </p:pic>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Tree>
    <p:extLst>
      <p:ext uri="{BB962C8B-B14F-4D97-AF65-F5344CB8AC3E}">
        <p14:creationId xmlns:p14="http://schemas.microsoft.com/office/powerpoint/2010/main" val="7743497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122774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1032</TotalTime>
  <Words>4525</Words>
  <Application>Microsoft Office PowerPoint</Application>
  <PresentationFormat>Widescreen</PresentationFormat>
  <Paragraphs>603</Paragraphs>
  <Slides>73</Slides>
  <Notes>73</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73</vt:i4>
      </vt:variant>
    </vt:vector>
  </HeadingPairs>
  <TitlesOfParts>
    <vt:vector size="78"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350</cp:revision>
  <dcterms:created xsi:type="dcterms:W3CDTF">2019-01-14T22:06:33Z</dcterms:created>
  <dcterms:modified xsi:type="dcterms:W3CDTF">2026-02-07T10:34:55Z</dcterms:modified>
</cp:coreProperties>
</file>