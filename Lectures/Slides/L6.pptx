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39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PS1440P02BT : Detailed Information | Ceramic Switching / Heating, Piezo  Components, Contactors, Buzzers and Microphones - Piezoelectric Buzzers |  TDK Product Center">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10644"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03339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a:t>
            </a:r>
          </a:p>
          <a:p>
            <a:pPr marL="114300" indent="0">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619250"/>
            <a:ext cx="828674" cy="42291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2"/>
            <a:endCxn id="2" idx="3"/>
          </p:cNvCxnSpPr>
          <p:nvPr/>
        </p:nvCxnSpPr>
        <p:spPr>
          <a:xfrm flipH="1">
            <a:off x="8677274" y="1843564"/>
            <a:ext cx="1333501" cy="18902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9153525" y="1104900"/>
            <a:ext cx="1714500" cy="738664"/>
          </a:xfrm>
          <a:prstGeom prst="rect">
            <a:avLst/>
          </a:prstGeom>
          <a:noFill/>
        </p:spPr>
        <p:txBody>
          <a:bodyPr wrap="square" rtlCol="0">
            <a:spAutoFit/>
          </a:bodyPr>
          <a:lstStyle/>
          <a:p>
            <a:pPr algn="ctr"/>
            <a:r>
              <a:rPr lang="en-US" dirty="0">
                <a:solidFill>
                  <a:srgbClr val="FF0000"/>
                </a:solidFill>
              </a:rPr>
              <a:t>Note frequency!</a:t>
            </a:r>
          </a:p>
          <a:p>
            <a:pPr algn="ctr"/>
            <a:r>
              <a:rPr lang="en-US" dirty="0">
                <a:solidFill>
                  <a:srgbClr val="FF0000"/>
                </a:solidFill>
              </a:rPr>
              <a:t>We thus set TBPRD</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1189</TotalTime>
  <Words>5505</Words>
  <Application>Microsoft Office PowerPoint</Application>
  <PresentationFormat>Widescreen</PresentationFormat>
  <Paragraphs>721</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423</cp:revision>
  <dcterms:created xsi:type="dcterms:W3CDTF">2019-01-14T22:06:33Z</dcterms:created>
  <dcterms:modified xsi:type="dcterms:W3CDTF">2026-02-10T22:48:04Z</dcterms:modified>
</cp:coreProperties>
</file>