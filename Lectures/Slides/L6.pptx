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9"/>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61" r:id="rId43"/>
    <p:sldId id="362" r:id="rId44"/>
    <p:sldId id="363" r:id="rId45"/>
    <p:sldId id="364" r:id="rId46"/>
    <p:sldId id="365" r:id="rId47"/>
    <p:sldId id="366" r:id="rId48"/>
    <p:sldId id="367" r:id="rId49"/>
    <p:sldId id="351" r:id="rId50"/>
    <p:sldId id="331" r:id="rId51"/>
    <p:sldId id="332" r:id="rId52"/>
    <p:sldId id="333" r:id="rId53"/>
    <p:sldId id="334" r:id="rId54"/>
    <p:sldId id="335" r:id="rId55"/>
    <p:sldId id="259" r:id="rId56"/>
    <p:sldId id="260" r:id="rId57"/>
    <p:sldId id="261" r:id="rId58"/>
    <p:sldId id="262" r:id="rId59"/>
    <p:sldId id="263" r:id="rId60"/>
    <p:sldId id="264" r:id="rId61"/>
    <p:sldId id="265" r:id="rId62"/>
    <p:sldId id="266" r:id="rId63"/>
    <p:sldId id="267" r:id="rId64"/>
    <p:sldId id="268" r:id="rId65"/>
    <p:sldId id="269" r:id="rId66"/>
    <p:sldId id="271" r:id="rId67"/>
    <p:sldId id="270" r:id="rId6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0"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41.jpe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4311650" y="872218"/>
            <a:ext cx="3568700" cy="400110"/>
          </a:xfrm>
          <a:prstGeom prst="rect">
            <a:avLst/>
          </a:prstGeom>
          <a:noFill/>
        </p:spPr>
        <p:txBody>
          <a:bodyPr wrap="square" rtlCol="0">
            <a:spAutoFit/>
          </a:bodyPr>
          <a:lstStyle/>
          <a:p>
            <a:r>
              <a:rPr lang="en-US" sz="2000" dirty="0"/>
              <a:t>What type of encoding is this?</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Magnetic Rotary Encoder (an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4"/>
          <a:stretch>
            <a:fillRect/>
          </a:stretch>
        </p:blipFill>
        <p:spPr>
          <a:xfrm>
            <a:off x="3731141" y="4051015"/>
            <a:ext cx="4201363" cy="2440990"/>
          </a:xfrm>
          <a:prstGeom prst="rect">
            <a:avLst/>
          </a:prstGeom>
        </p:spPr>
      </p:pic>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AM4096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lgn="l">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12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we are the ones sending the clock signal,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12</m:t>
                    </m:r>
                    <m:r>
                      <a:rPr lang="en-US" sz="1800" b="0" i="1" smtClean="0">
                        <a:solidFill>
                          <a:schemeClr val="tx1"/>
                        </a:solidFill>
                        <a:latin typeface="Cambria Math" panose="02040503050406030204" pitchFamily="18" charset="0"/>
                        <a:ea typeface="Cambria Math" panose="02040503050406030204" pitchFamily="18" charset="0"/>
                      </a:rPr>
                      <m:t>×2=24</m:t>
                    </m:r>
                  </m:oMath>
                </a14:m>
                <a:r>
                  <a:rPr lang="en-US" sz="1800" dirty="0">
                    <a:solidFill>
                      <a:schemeClr val="tx1"/>
                    </a:solidFill>
                    <a:latin typeface="+mj-lt"/>
                  </a:rPr>
                  <a:t>-bits!</a:t>
                </a:r>
              </a:p>
            </p:txBody>
          </p:sp>
        </mc:Choice>
        <mc:Fallback>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b="-32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34521C3-3998-BE76-0BA1-58884541E12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29783" y="4096601"/>
            <a:ext cx="8932434" cy="2408746"/>
          </a:xfrm>
          <a:prstGeom prst="rect">
            <a:avLst/>
          </a:prstGeom>
        </p:spPr>
      </p:pic>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H="1" flipV="1">
            <a:off x="6897757" y="2113722"/>
            <a:ext cx="1828800" cy="3409999"/>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93165" y="2113722"/>
            <a:ext cx="2166731" cy="34099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write to clock signal </a:t>
            </a:r>
            <a:r>
              <a:rPr lang="en-US" sz="1200" dirty="0" err="1">
                <a:solidFill>
                  <a:srgbClr val="3F7F5F"/>
                </a:solidFill>
                <a:latin typeface="Consolas" panose="020B0609020204030204" pitchFamily="49" charset="0"/>
              </a:rPr>
              <a:t>spia</a:t>
            </a:r>
            <a:r>
              <a:rPr lang="en-US" sz="1200" dirty="0">
                <a:solidFill>
                  <a:srgbClr val="3F7F5F"/>
                </a:solidFill>
                <a:latin typeface="Consolas" panose="020B0609020204030204" pitchFamily="49" charset="0"/>
              </a:rPr>
              <a:t>, 0xAA = 0b10101010 (the 'u' means unsigned)</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0xAAu;</a:t>
            </a: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a:solidFill>
                  <a:srgbClr val="0000C0"/>
                </a:solidFill>
                <a:latin typeface="Consolas" panose="020B0609020204030204" pitchFamily="49" charset="0"/>
              </a:rPr>
              <a:t> </a:t>
            </a:r>
            <a:r>
              <a:rPr lang="en-US" sz="1400">
                <a:solidFill>
                  <a:srgbClr val="000000"/>
                </a:solidFill>
                <a:latin typeface="Consolas" panose="020B0609020204030204" pitchFamily="49" charset="0"/>
              </a:rPr>
              <a:t>|= 0x20</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a:t>
            </a: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28318"/>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0FC26F5-2324-776A-3D7E-4DE12C1A4A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B0FC26F5-2324-776A-3D7E-4DE12C1A4A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89008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858</TotalTime>
  <Words>4173</Words>
  <Application>Microsoft Office PowerPoint</Application>
  <PresentationFormat>Widescreen</PresentationFormat>
  <Paragraphs>526</Paragraphs>
  <Slides>67</Slides>
  <Notes>67</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67</vt:i4>
      </vt:variant>
    </vt:vector>
  </HeadingPairs>
  <TitlesOfParts>
    <vt:vector size="73" baseType="lpstr">
      <vt:lpstr>Arial</vt:lpstr>
      <vt:lpstr>Calibri</vt:lpstr>
      <vt:lpstr>Cambria Math</vt:lpstr>
      <vt:lpstr>Consolas</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248</cp:revision>
  <dcterms:created xsi:type="dcterms:W3CDTF">2019-01-14T22:06:33Z</dcterms:created>
  <dcterms:modified xsi:type="dcterms:W3CDTF">2026-02-07T07:05:17Z</dcterms:modified>
</cp:coreProperties>
</file>