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0"/>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74" r:id="rId67"/>
    <p:sldId id="375" r:id="rId68"/>
    <p:sldId id="376" r:id="rId69"/>
    <p:sldId id="377" r:id="rId70"/>
    <p:sldId id="385" r:id="rId71"/>
    <p:sldId id="378" r:id="rId72"/>
    <p:sldId id="380" r:id="rId73"/>
    <p:sldId id="384" r:id="rId74"/>
    <p:sldId id="381" r:id="rId75"/>
    <p:sldId id="382" r:id="rId76"/>
    <p:sldId id="383" r:id="rId77"/>
    <p:sldId id="271" r:id="rId78"/>
    <p:sldId id="270" r:id="rId7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1"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7.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62.svg"/><Relationship Id="rId5" Type="http://schemas.openxmlformats.org/officeDocument/2006/relationships/image" Target="../media/image61.pn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63.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2.xml.rels><?xml version="1.0" encoding="UTF-8" standalone="yes"?>
<Relationships xmlns="http://schemas.openxmlformats.org/package/2006/relationships"><Relationship Id="rId3" Type="http://schemas.openxmlformats.org/officeDocument/2006/relationships/notesSlide" Target="../notesSlides/notesSlide72.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5.jpeg"/><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5" Type="http://schemas.openxmlformats.org/officeDocument/2006/relationships/image" Target="../media/image67.svg"/><Relationship Id="rId4" Type="http://schemas.openxmlformats.org/officeDocument/2006/relationships/image" Target="../media/image66.pn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68.pn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0.svg"/><Relationship Id="rId4" Type="http://schemas.openxmlformats.org/officeDocument/2006/relationships/image" Target="../media/image69.png"/></Relationships>
</file>

<file path=ppt/slides/_rels/slide7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8.xml"/><Relationship Id="rId1" Type="http://schemas.openxmlformats.org/officeDocument/2006/relationships/slideLayout" Target="../slideLayouts/slideLayout1.xml"/><Relationship Id="rId4" Type="http://schemas.openxmlformats.org/officeDocument/2006/relationships/image" Target="../media/image7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Group 18">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5" y="1456984"/>
              <a:ext cx="4196030" cy="1912788"/>
              <a:chOff x="4405045" y="1456984"/>
              <a:chExt cx="4196030"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5" y="1456984"/>
                <a:ext cx="4196030" cy="1912788"/>
                <a:chOff x="4405045" y="1456984"/>
                <a:chExt cx="4196030"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5" y="1844917"/>
                  <a:ext cx="700087"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1" y="2530132"/>
                  <a:ext cx="700087"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Group 75">
            <a:extLst>
              <a:ext uri="{FF2B5EF4-FFF2-40B4-BE49-F238E27FC236}">
                <a16:creationId xmlns:a16="http://schemas.microsoft.com/office/drawing/2014/main" id="{E35EFE63-959D-53F0-60CB-94441032AE31}"/>
              </a:ext>
            </a:extLst>
          </p:cNvPr>
          <p:cNvGrpSpPr>
            <a:grpSpLocks/>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Abadi" panose="020F0502020204030204" pitchFamily="34" charset="0"/>
              </a:rPr>
              <a:t>The four-bit SPICHAR register field specifies the number of bits in the data character (1 to 16). The following statements apply to characters with fewer than 16 bits: </a:t>
            </a:r>
          </a:p>
          <a:p>
            <a:r>
              <a:rPr lang="en-US" sz="2000" dirty="0">
                <a:latin typeface="Abadi" panose="020F0502020204030204" pitchFamily="34" charset="0"/>
              </a:rPr>
              <a:t>Data must be left-justified when written to SPIDAT and SPITXBUF. </a:t>
            </a:r>
          </a:p>
          <a:p>
            <a:r>
              <a:rPr lang="en-US" sz="2000" dirty="0">
                <a:latin typeface="Abadi" panose="020F0502020204030204" pitchFamily="34" charset="0"/>
              </a:rPr>
              <a:t>Data read back from SPIRXBUF is right-justified. </a:t>
            </a:r>
          </a:p>
          <a:p>
            <a:r>
              <a:rPr lang="en-US" sz="2000" dirty="0">
                <a:latin typeface="Abadi" panose="020F0502020204030204" pitchFamily="34" charset="0"/>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Abadi" panose="020F0502020204030204" pitchFamily="34" charset="0"/>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Tree>
    <p:extLst>
      <p:ext uri="{BB962C8B-B14F-4D97-AF65-F5344CB8AC3E}">
        <p14:creationId xmlns:p14="http://schemas.microsoft.com/office/powerpoint/2010/main" val="7743497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1098</TotalTime>
  <Words>4801</Words>
  <Application>Microsoft Office PowerPoint</Application>
  <PresentationFormat>Widescreen</PresentationFormat>
  <Paragraphs>643</Paragraphs>
  <Slides>78</Slides>
  <Notes>78</Notes>
  <HiddenSlides>0</HiddenSlides>
  <MMClips>3</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78</vt:i4>
      </vt:variant>
    </vt:vector>
  </HeadingPairs>
  <TitlesOfParts>
    <vt:vector size="84" baseType="lpstr">
      <vt:lpstr>Abadi</vt: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381</cp:revision>
  <dcterms:created xsi:type="dcterms:W3CDTF">2019-01-14T22:06:33Z</dcterms:created>
  <dcterms:modified xsi:type="dcterms:W3CDTF">2026-02-09T04:50:22Z</dcterms:modified>
</cp:coreProperties>
</file>