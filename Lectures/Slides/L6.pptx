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0"/>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74" r:id="rId67"/>
    <p:sldId id="375" r:id="rId68"/>
    <p:sldId id="376" r:id="rId69"/>
    <p:sldId id="377" r:id="rId70"/>
    <p:sldId id="385" r:id="rId71"/>
    <p:sldId id="378" r:id="rId72"/>
    <p:sldId id="380" r:id="rId73"/>
    <p:sldId id="384" r:id="rId74"/>
    <p:sldId id="381" r:id="rId75"/>
    <p:sldId id="382" r:id="rId76"/>
    <p:sldId id="383" r:id="rId77"/>
    <p:sldId id="271" r:id="rId78"/>
    <p:sldId id="270" r:id="rId7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26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7.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62.svg"/><Relationship Id="rId5" Type="http://schemas.openxmlformats.org/officeDocument/2006/relationships/image" Target="../media/image61.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63.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72.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5.jpe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media/image67.svg"/><Relationship Id="rId4" Type="http://schemas.openxmlformats.org/officeDocument/2006/relationships/image" Target="../media/image66.pn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68.pn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0.svg"/><Relationship Id="rId4" Type="http://schemas.openxmlformats.org/officeDocument/2006/relationships/image" Target="../media/image69.png"/></Relationships>
</file>

<file path=ppt/slides/_rels/slide7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1107</TotalTime>
  <Words>4801</Words>
  <Application>Microsoft Office PowerPoint</Application>
  <PresentationFormat>Widescreen</PresentationFormat>
  <Paragraphs>643</Paragraphs>
  <Slides>78</Slides>
  <Notes>78</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78</vt:i4>
      </vt:variant>
    </vt:vector>
  </HeadingPairs>
  <TitlesOfParts>
    <vt:vector size="83"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385</cp:revision>
  <dcterms:created xsi:type="dcterms:W3CDTF">2019-01-14T22:06:33Z</dcterms:created>
  <dcterms:modified xsi:type="dcterms:W3CDTF">2026-02-09T16:22:41Z</dcterms:modified>
</cp:coreProperties>
</file>