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 – Example 18-1</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1208</TotalTime>
  <Words>5572</Words>
  <Application>Microsoft Office PowerPoint</Application>
  <PresentationFormat>Widescreen</PresentationFormat>
  <Paragraphs>722</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429</cp:revision>
  <dcterms:created xsi:type="dcterms:W3CDTF">2019-01-14T22:06:33Z</dcterms:created>
  <dcterms:modified xsi:type="dcterms:W3CDTF">2026-02-10T23:40:21Z</dcterms:modified>
</cp:coreProperties>
</file>