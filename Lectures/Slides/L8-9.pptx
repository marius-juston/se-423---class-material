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56" r:id="rId2"/>
    <p:sldId id="310" r:id="rId3"/>
    <p:sldId id="257" r:id="rId4"/>
    <p:sldId id="258" r:id="rId5"/>
    <p:sldId id="311" r:id="rId6"/>
    <p:sldId id="312" r:id="rId7"/>
    <p:sldId id="313" r:id="rId8"/>
    <p:sldId id="314" r:id="rId9"/>
    <p:sldId id="315" r:id="rId10"/>
    <p:sldId id="259" r:id="rId11"/>
    <p:sldId id="260" r:id="rId12"/>
    <p:sldId id="261" r:id="rId13"/>
    <p:sldId id="262" r:id="rId14"/>
    <p:sldId id="263" r:id="rId15"/>
    <p:sldId id="264" r:id="rId16"/>
    <p:sldId id="265" r:id="rId17"/>
    <p:sldId id="266" r:id="rId18"/>
    <p:sldId id="267" r:id="rId19"/>
    <p:sldId id="268" r:id="rId20"/>
    <p:sldId id="269" r:id="rId21"/>
    <p:sldId id="271" r:id="rId22"/>
    <p:sldId id="270"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78" y="10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Time to implement it!</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Just joking, smart people have already implemented the algorithms and optimized it to work with this.</a:t>
            </a:r>
          </a:p>
          <a:p>
            <a:pPr marL="0" lvl="0" indent="0">
              <a:lnSpc>
                <a:spcPct val="100000"/>
              </a:lnSpc>
              <a:spcBef>
                <a:spcPts val="0"/>
              </a:spcBef>
              <a:buSzPts val="2000"/>
              <a:buNone/>
            </a:pPr>
            <a:r>
              <a:rPr lang="en-US" sz="2400" dirty="0">
                <a:latin typeface="Arial"/>
                <a:cs typeface="Arial"/>
                <a:sym typeface="Arial"/>
              </a:rPr>
              <a:t>Ping </a:t>
            </a:r>
            <a:r>
              <a:rPr lang="en-US" sz="2400">
                <a:latin typeface="Arial"/>
                <a:cs typeface="Arial"/>
                <a:sym typeface="Arial"/>
              </a:rPr>
              <a:t>Pong filter</a:t>
            </a:r>
            <a:endParaRPr lang="en-US" sz="2400" dirty="0">
              <a:latin typeface="Arial"/>
              <a:cs typeface="Arial"/>
              <a:sym typeface="Arial"/>
            </a:endParaRP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FIR Filters and FIR1 to design those. The Toolbox is signal processing 0-1 </a:t>
            </a:r>
            <a:r>
              <a:rPr lang="en-US" sz="2400" dirty="0" err="1">
                <a:latin typeface="Arial"/>
                <a:cs typeface="Arial"/>
                <a:sym typeface="Arial"/>
              </a:rPr>
              <a:t>niquist</a:t>
            </a:r>
            <a:r>
              <a:rPr lang="en-US" sz="2400" dirty="0">
                <a:latin typeface="Arial"/>
                <a:cs typeface="Arial"/>
                <a:sym typeface="Arial"/>
              </a:rPr>
              <a:t> frequency. Sampling at 1000Hz, cutoff frequency for half. </a:t>
            </a:r>
          </a:p>
          <a:p>
            <a:pPr marL="0" lvl="0" indent="0">
              <a:lnSpc>
                <a:spcPct val="100000"/>
              </a:lnSpc>
              <a:spcBef>
                <a:spcPts val="0"/>
              </a:spcBef>
              <a:buSzPts val="2000"/>
              <a:buNone/>
            </a:pPr>
            <a:r>
              <a:rPr lang="en-US" sz="2400" dirty="0">
                <a:latin typeface="Arial"/>
                <a:cs typeface="Arial"/>
                <a:sym typeface="Arial"/>
              </a:rPr>
              <a:t>Average filter, just average 5 points,</a:t>
            </a:r>
          </a:p>
          <a:p>
            <a:pPr marL="0" lvl="0" indent="0">
              <a:lnSpc>
                <a:spcPct val="100000"/>
              </a:lnSpc>
              <a:spcBef>
                <a:spcPts val="0"/>
              </a:spcBef>
              <a:buSzPts val="2000"/>
              <a:buNone/>
            </a:pPr>
            <a:r>
              <a:rPr lang="en-US" sz="2400" dirty="0">
                <a:latin typeface="Arial"/>
                <a:cs typeface="Arial"/>
                <a:sym typeface="Arial"/>
              </a:rPr>
              <a:t>Do FIR frequency, do 21</a:t>
            </a:r>
            <a:r>
              <a:rPr lang="en-US" sz="2400" baseline="30000" dirty="0">
                <a:latin typeface="Arial"/>
                <a:cs typeface="Arial"/>
                <a:sym typeface="Arial"/>
              </a:rPr>
              <a:t>st</a:t>
            </a:r>
            <a:r>
              <a:rPr lang="en-US" sz="2400" dirty="0">
                <a:latin typeface="Arial"/>
                <a:cs typeface="Arial"/>
                <a:sym typeface="Arial"/>
              </a:rPr>
              <a:t> order FIR filter.</a:t>
            </a:r>
            <a:endParaRPr lang="en-US" sz="2400" dirty="0"/>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dirty="0">
                <a:solidFill>
                  <a:srgbClr val="E84B36"/>
                </a:solidFill>
                <a:latin typeface="Arial"/>
                <a:ea typeface="Arial"/>
                <a:cs typeface="Arial"/>
                <a:sym typeface="Arial"/>
              </a:rPr>
              <a:t>How to implement filters in code, current and past states, keep track of states. Don’t need to keep all the information, just the number of state that the filter needs</a:t>
            </a:r>
          </a:p>
          <a:p>
            <a:pPr marL="0" lvl="0" indent="0" algn="l" rtl="0">
              <a:lnSpc>
                <a:spcPct val="100000"/>
              </a:lnSpc>
              <a:spcBef>
                <a:spcPts val="0"/>
              </a:spcBef>
              <a:spcAft>
                <a:spcPts val="0"/>
              </a:spcAft>
              <a:buSzPts val="3000"/>
              <a:buNone/>
            </a:pPr>
            <a:endParaRPr lang="en-US" sz="2600" b="1" dirty="0">
              <a:solidFill>
                <a:srgbClr val="E84B36"/>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dirty="0">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1811</TotalTime>
  <Words>1144</Words>
  <Application>Microsoft Office PowerPoint</Application>
  <PresentationFormat>Widescreen</PresentationFormat>
  <Paragraphs>161</Paragraphs>
  <Slides>22</Slides>
  <Notes>22</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21</cp:revision>
  <dcterms:created xsi:type="dcterms:W3CDTF">2019-01-14T22:06:33Z</dcterms:created>
  <dcterms:modified xsi:type="dcterms:W3CDTF">2026-02-14T02:28:01Z</dcterms:modified>
</cp:coreProperties>
</file>