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127" d="100"/>
          <a:sy n="127" d="100"/>
        </p:scale>
        <p:origin x="157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2166</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146</cp:revision>
  <dcterms:created xsi:type="dcterms:W3CDTF">2019-01-14T22:06:33Z</dcterms:created>
  <dcterms:modified xsi:type="dcterms:W3CDTF">2026-02-16T18:47:50Z</dcterms:modified>
</cp:coreProperties>
</file>