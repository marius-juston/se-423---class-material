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a:latin typeface="Arial"/>
                <a:ea typeface="Arial"/>
                <a:cs typeface="Arial"/>
                <a:sym typeface="Arial"/>
              </a:rPr>
              <a:t>February 25, </a:t>
            </a:r>
            <a:r>
              <a:rPr lang="en-US" sz="1800" b="1" dirty="0">
                <a:latin typeface="Arial"/>
                <a:ea typeface="Arial"/>
                <a:cs typeface="Arial"/>
                <a:sym typeface="Arial"/>
              </a:rPr>
              <a:t>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