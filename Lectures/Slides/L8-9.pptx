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56" r:id="rId2"/>
    <p:sldId id="310" r:id="rId3"/>
    <p:sldId id="257" r:id="rId4"/>
    <p:sldId id="258" r:id="rId5"/>
    <p:sldId id="311" r:id="rId6"/>
    <p:sldId id="312" r:id="rId7"/>
    <p:sldId id="259" r:id="rId8"/>
    <p:sldId id="260" r:id="rId9"/>
    <p:sldId id="261" r:id="rId10"/>
    <p:sldId id="262" r:id="rId11"/>
    <p:sldId id="263" r:id="rId12"/>
    <p:sldId id="264" r:id="rId13"/>
    <p:sldId id="265" r:id="rId14"/>
    <p:sldId id="266" r:id="rId15"/>
    <p:sldId id="267" r:id="rId16"/>
    <p:sldId id="268" r:id="rId17"/>
    <p:sldId id="269" r:id="rId18"/>
    <p:sldId id="271" r:id="rId19"/>
    <p:sldId id="270"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188498" y="943099"/>
            <a:ext cx="9815005" cy="5545491"/>
          </a:xfrm>
          <a:prstGeom prst="rect">
            <a:avLst/>
          </a:prstGeom>
        </p:spPr>
      </p:pic>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303496" y="983446"/>
            <a:ext cx="9585008" cy="5415542"/>
          </a:xfrm>
          <a:prstGeom prst="rect">
            <a:avLst/>
          </a:prstGeom>
        </p:spPr>
      </p:pic>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1084</Words>
  <Application>Microsoft Office PowerPoint</Application>
  <PresentationFormat>Widescreen</PresentationFormat>
  <Paragraphs>143</Paragraphs>
  <Slides>19</Slides>
  <Notes>19</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12</cp:revision>
  <dcterms:created xsi:type="dcterms:W3CDTF">2019-01-14T22:06:33Z</dcterms:created>
  <dcterms:modified xsi:type="dcterms:W3CDTF">2026-02-11T21:25:13Z</dcterms:modified>
</cp:coreProperties>
</file>