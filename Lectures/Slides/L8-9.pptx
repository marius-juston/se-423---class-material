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127" d="100"/>
          <a:sy n="127" d="100"/>
        </p:scale>
        <p:origin x="1578"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Calibri"/>
                <a:ea typeface="Calibri"/>
                <a:cs typeface="Calibri"/>
                <a:sym typeface="Calibri"/>
              </a:rPr>
              <a:t>$\log_2(N)$</a:t>
            </a:r>
            <a:r>
              <a:rPr lang="en-US" dirty="0"/>
              <a:t> stages. Thus, an </a:t>
            </a:r>
            <a:r>
              <a:rPr lang="en-US" sz="1200" b="0" i="0" u="none" strike="noStrike" cap="none" dirty="0">
                <a:solidFill>
                  <a:schemeClr val="dk1"/>
                </a:solidFill>
                <a:effectLst/>
                <a:latin typeface="Calibri"/>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Calibri"/>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Calibri"/>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Calibri"/>
                <a:ea typeface="Calibri"/>
                <a:cs typeface="Calibri"/>
                <a:sym typeface="Calibri"/>
              </a:rPr>
              <a:t>fft_input</a:t>
            </a:r>
            <a:r>
              <a:rPr lang="en-US" dirty="0"/>
              <a:t> and </a:t>
            </a:r>
            <a:r>
              <a:rPr lang="en-US" sz="1200" b="0" i="0" u="none" strike="noStrike" cap="none" dirty="0">
                <a:solidFill>
                  <a:schemeClr val="dk1"/>
                </a:solidFill>
                <a:latin typeface="Calibri"/>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8-9: FFT and Filters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16</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Background</a:t>
            </a:r>
            <a:endParaRPr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Fourier Transforms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But what is the Fourier Transform?  A visual introductio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Online Media 1" title="The Fast Fourier Transform (FFT): Most Ingenious Algorithm Ever?">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rial"/>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Time to implement it!</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rial"/>
              <a:cs typeface="Arial"/>
              <a:sym typeface="Arial"/>
            </a:endParaRPr>
          </a:p>
          <a:p>
            <a:pPr marL="0" lvl="0" indent="0">
              <a:lnSpc>
                <a:spcPct val="100000"/>
              </a:lnSpc>
              <a:spcBef>
                <a:spcPts val="0"/>
              </a:spcBef>
              <a:buSzPts val="2000"/>
              <a:buNone/>
            </a:pPr>
            <a:r>
              <a:rPr lang="en-US" dirty="0">
                <a:solidFill>
                  <a:schemeClr val="tx1"/>
                </a:solidFill>
                <a:latin typeface="Arial"/>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Direct Memory Access (DMA)</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DMA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Ping Pong Buffer</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Ping Pong Buffer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txBox="1"/>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Code</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Setup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txBox="1"/>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r>
              <a:rPr lang="en-US" sz="4000" b="1" dirty="0">
                <a:solidFill>
                  <a:schemeClr val="lt1"/>
                </a:solidFill>
              </a:rPr>
              <a:t>All that’s really happening is that we u</a:t>
            </a:r>
            <a:r>
              <a:rPr lang="en-US" sz="4000" b="1" dirty="0">
                <a:solidFill>
                  <a:schemeClr val="bg1"/>
                </a:solidFill>
              </a:rPr>
              <a:t>se </a:t>
            </a:r>
            <a:r>
              <a:rPr lang="en-US" sz="4000" b="1" dirty="0" err="1">
                <a:solidFill>
                  <a:schemeClr val="bg1"/>
                </a:solidFill>
              </a:rPr>
              <a:t>ePWM</a:t>
            </a:r>
            <a:r>
              <a:rPr lang="en-US" sz="4000" b="1" dirty="0">
                <a:solidFill>
                  <a:schemeClr val="bg1"/>
                </a:solidFill>
              </a:rPr>
              <a:t> as a deterministic timer to trigger the ADC, which then feeds into the DMA until the buffer is populated!</a:t>
            </a:r>
            <a:endParaRPr lang="en-US" sz="3200" b="1" dirty="0">
              <a:solidFill>
                <a:schemeClr val="bg1"/>
              </a:solidFill>
            </a:endParaRPr>
          </a:p>
        </p:txBody>
      </p:sp>
      <p:pic>
        <p:nvPicPr>
          <p:cNvPr id="265" name="Google Shape;265;p37">
            <a:extLs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rial"/>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FFT Code</a:t>
            </a:r>
            <a:r>
              <a:rPr lang="en-US" sz="2400" dirty="0">
                <a:solidFill>
                  <a:schemeClr val="lt1"/>
                </a:solidFill>
              </a:rPr>
              <a:t> - Main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FFT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FIR Filters</a:t>
            </a:r>
            <a:endParaRPr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1" name="Graphic 10">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9" name="Graphic 8">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dirty="0">
                <a:solidFill>
                  <a:schemeClr val="lt1"/>
                </a:solidFill>
              </a:rPr>
              <a:t>FIR Filter – Nyquist frequency</a:t>
            </a:r>
            <a:endParaRPr lang="en-US"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rial"/>
                  <a:cs typeface="Arial"/>
                  <a:sym typeface="Arial"/>
                </a:endParaRPr>
              </a:p>
              <a:p>
                <a:pPr marL="0" lvl="0" indent="0" algn="ctr">
                  <a:lnSpc>
                    <a:spcPct val="100000"/>
                  </a:lnSpc>
                  <a:spcBef>
                    <a:spcPts val="0"/>
                  </a:spcBef>
                  <a:buSzPts val="2000"/>
                  <a:buNone/>
                </a:pPr>
                <a:r>
                  <a:rPr lang="en-US" sz="2400" dirty="0">
                    <a:latin typeface="Arial"/>
                    <a:cs typeface="Arial"/>
                    <a:sym typeface="Arial"/>
                  </a:rPr>
                  <a:t>500 Hz,</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If we want to do an FIR frequency design and do a 21</a:t>
                </a:r>
                <a:r>
                  <a:rPr lang="en-US" sz="2400" baseline="30000" dirty="0">
                    <a:latin typeface="Arial"/>
                    <a:cs typeface="Arial"/>
                    <a:sym typeface="Arial"/>
                  </a:rPr>
                  <a:t>st</a:t>
                </a:r>
                <a:r>
                  <a:rPr lang="en-US" sz="2400" dirty="0">
                    <a:latin typeface="Arial"/>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In MATLAB, generating the 22 weights ( a 21</a:t>
                </a:r>
                <a:r>
                  <a:rPr lang="en-US" sz="2400" baseline="30000" dirty="0">
                    <a:latin typeface="Arial"/>
                    <a:cs typeface="Arial"/>
                    <a:sym typeface="Arial"/>
                  </a:rPr>
                  <a:t>st</a:t>
                </a:r>
                <a:r>
                  <a:rPr lang="en-US" sz="2400" dirty="0">
                    <a:latin typeface="Arial"/>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rial"/>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rial"/>
                  <a:cs typeface="Arial"/>
                  <a:sym typeface="Arial"/>
                </a:endParaRPr>
              </a:p>
              <a:p>
                <a:pPr marL="0" lvl="0" indent="0">
                  <a:lnSpc>
                    <a:spcPct val="100000"/>
                  </a:lnSpc>
                  <a:spcBef>
                    <a:spcPts val="0"/>
                  </a:spcBef>
                  <a:buSzPts val="2000"/>
                  <a:buNone/>
                </a:pPr>
                <a:r>
                  <a:rPr lang="en-US" sz="2400" dirty="0">
                    <a:latin typeface="Arial"/>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FIR Code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2171</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148</cp:revision>
  <dcterms:created xsi:type="dcterms:W3CDTF">2019-01-14T22:06:33Z</dcterms:created>
  <dcterms:modified xsi:type="dcterms:W3CDTF">2026-02-18T08:07:45Z</dcterms:modified>
</cp:coreProperties>
</file>