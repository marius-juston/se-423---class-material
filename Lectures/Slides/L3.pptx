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4" autoAdjust="0"/>
  </p:normalViewPr>
  <p:slideViewPr>
    <p:cSldViewPr snapToGrid="0">
      <p:cViewPr>
        <p:scale>
          <a:sx n="150" d="100"/>
          <a:sy n="150" d="100"/>
        </p:scale>
        <p:origin x="654" y="-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There are 8 groups, 0, 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1925</Words>
  <Application>Microsoft Office PowerPoint</Application>
  <PresentationFormat>Widescreen</PresentationFormat>
  <Paragraphs>326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128</cp:revision>
  <dcterms:created xsi:type="dcterms:W3CDTF">2019-01-14T22:06:33Z</dcterms:created>
  <dcterms:modified xsi:type="dcterms:W3CDTF">2026-01-28T07:02:42Z</dcterms:modified>
</cp:coreProperties>
</file>