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3" r:id="rId11"/>
    <p:sldId id="424" r:id="rId12"/>
    <p:sldId id="426" r:id="rId13"/>
    <p:sldId id="427" r:id="rId14"/>
    <p:sldId id="453" r:id="rId15"/>
    <p:sldId id="428" r:id="rId16"/>
    <p:sldId id="429" r:id="rId17"/>
    <p:sldId id="430" r:id="rId18"/>
    <p:sldId id="433" r:id="rId19"/>
    <p:sldId id="455" r:id="rId20"/>
    <p:sldId id="418" r:id="rId21"/>
    <p:sldId id="431" r:id="rId22"/>
    <p:sldId id="432" r:id="rId23"/>
    <p:sldId id="437" r:id="rId24"/>
    <p:sldId id="434" r:id="rId25"/>
    <p:sldId id="438" r:id="rId26"/>
    <p:sldId id="436" r:id="rId27"/>
    <p:sldId id="456" r:id="rId28"/>
    <p:sldId id="435" r:id="rId29"/>
    <p:sldId id="439" r:id="rId30"/>
    <p:sldId id="441" r:id="rId31"/>
    <p:sldId id="440" r:id="rId32"/>
    <p:sldId id="442" r:id="rId33"/>
    <p:sldId id="443" r:id="rId34"/>
    <p:sldId id="454" r:id="rId35"/>
    <p:sldId id="458" r:id="rId36"/>
    <p:sldId id="472" r:id="rId37"/>
    <p:sldId id="448" r:id="rId38"/>
    <p:sldId id="473" r:id="rId39"/>
    <p:sldId id="444" r:id="rId40"/>
    <p:sldId id="446" r:id="rId41"/>
    <p:sldId id="445" r:id="rId42"/>
    <p:sldId id="447" r:id="rId43"/>
    <p:sldId id="449" r:id="rId44"/>
    <p:sldId id="450" r:id="rId45"/>
    <p:sldId id="451" r:id="rId46"/>
    <p:sldId id="452" r:id="rId47"/>
    <p:sldId id="457" r:id="rId48"/>
    <p:sldId id="460" r:id="rId49"/>
    <p:sldId id="461" r:id="rId50"/>
    <p:sldId id="462" r:id="rId51"/>
    <p:sldId id="463" r:id="rId52"/>
    <p:sldId id="464" r:id="rId53"/>
    <p:sldId id="474" r:id="rId54"/>
    <p:sldId id="468" r:id="rId55"/>
    <p:sldId id="469" r:id="rId56"/>
    <p:sldId id="470" r:id="rId57"/>
    <p:sldId id="475" r:id="rId58"/>
    <p:sldId id="465" r:id="rId59"/>
    <p:sldId id="466" r:id="rId60"/>
    <p:sldId id="467" r:id="rId61"/>
    <p:sldId id="471" r:id="rId62"/>
    <p:sldId id="459" r:id="rId63"/>
    <p:sldId id="271" r:id="rId64"/>
    <p:sldId id="270" r:id="rId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95399DD-24C8-598F-6736-48F7C154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C20EF1A-59AD-7BD3-4604-22E17A045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628EA8-B362-580C-114C-A022756DC1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0739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4AF2CE-C5D0-FCFA-140B-E4B6B09E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190A3D-0140-D128-22BE-62F63598F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0FAE83A-31D6-1525-CA97-1A2444A3C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91460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0E7CAF-D7ED-00DE-0223-9661AD4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3189BF-6AFE-0CA5-959C-E3B876D9E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55AAC7-D32B-5C28-B719-1930126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7004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03AA6B1-1BB4-3B01-BAD3-41A065747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470CD9-B00A-1817-DC4C-399D2A68BE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9C78B1B-88C0-70ED-EE92-69237083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0851705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0109C3-78B0-F19E-8154-433FDDBC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7552379-1967-A7C2-215E-655DF58A3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1D14190-9883-09F1-6C6D-3C343021D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048337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57E9B7E-E297-1C56-278A-531AEA02B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63698AB-DFD5-1019-9CB6-DAF2586EF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F584BD-9BC8-E00D-0513-07A508C94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402085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Normal_distribution" TargetMode="External"/><Relationship Id="rId5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sv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4A799B5-DC18-E502-D5AA-286ED3091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BEC38D5-AA70-41ED-7129-42F27315F6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6A185A-2226-A3DE-6BF6-3C4115FBBFD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3DDD3BE-C661-12B2-ADF4-726199E5DBF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500225-901A-2D99-4727-EF59F276BE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5D547E8-D999-814F-07C0-67AF8EF4474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F05ED8-23B7-4C16-BF26-00A8394F726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6D27376-0037-942F-3922-44963D965C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C29769-5A37-ED79-DDB9-3171385FB53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D872BC-20DC-BF0A-BB38-78A50636C5C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11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6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But moving adds process noise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uncertainty 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0D03BE-2741-77CF-6AA5-8BA5A79B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A06F7D-0576-FD78-083B-927F78519E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81555A-9873-C25D-2321-857A024615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1F5E44-655F-112D-D445-334EF4CACF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A2C5C-8A0E-264A-6A39-30BDB621F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9914FF-C258-88FD-8E53-23A285BD30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A0F55D-2807-04CD-4C04-8051D66EAF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B8E005-277B-C577-1754-E2C0532E3F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9C2ECA1-AEEE-E5C1-7E1E-690F0A62674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912C74F-6B49-F930-5A27-F2BCE85E1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93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327B7D-7FEA-E73A-14E4-93893E95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7F16B4E-1D2C-F7C7-08EB-B89D3A9E543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CD9912D-E46C-999C-21FE-A93DE3C8F3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C2C88A-8817-7E05-6C4A-38745E9C93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B5255BF-C516-3744-8215-EF33C32A783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8065CE-2002-7252-9D2A-8EDB18A7E1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7690B1B-39E0-1563-0CC5-EA5DE91AD4C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87750E-4C26-ECA9-62B0-C7290E8BF7D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2D8D187-1A56-3B17-669A-64FD3892DB9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D571A45-C401-F0E2-ABC0-41DDD883CA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65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F57F97-58B5-3F6E-B28B-5B5237970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D389B96-13D0-D71F-4CA5-0367861A318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D389B96-13D0-D71F-4CA5-0367861A318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2BC4C90-245B-F6F0-C364-D6279022A3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E3CBFB-8032-682C-39E9-671364581CE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46AE51-D8D7-F9AA-4C1A-C7851C2AA33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B6E3826-59F9-E7DE-A7C8-3677B59D0D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A6A289-39E8-4A7D-C50A-99A58594E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51A40B-E84D-60B8-A787-5FBE915CE21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8B3E3FA-AD34-B6C1-532B-F5E08D4867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172A67C-F367-E325-FEDA-896AF46067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5357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56B897-DEC8-2B26-D22B-BC7438008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ABA63D-676D-DB15-AA7C-008A0C1EA8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27FA70-6F56-3C23-FD71-9F7EAC07C13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B43CD4C-B581-B87E-3035-36A4C64BB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05AF36-36A8-3B2C-CD6D-4516197DBD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4A988B-12EB-43B5-78FD-3A43F1BD0FD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3B84B7-9D80-F8D9-B84B-CD1B62AF153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A331E9F-9559-044D-1389-295DEE88CF0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C646723-2410-5FB4-D47D-69413E64966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258B433-0AD9-AB4A-4E5E-7067A7B3F2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757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DA9AB8-2BF0-674C-F21B-898EF723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A2ECFB-738A-C93D-F220-341A0A7E9B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FC1EAAF-3AEA-F8C1-E89E-B529C8A2BB7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0A8007-CC4B-657F-97AA-BF012427A8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46FB9A-6A10-591B-6DF0-A4A6DE3222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7D0EE-E257-5840-A668-915D9DC729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79E7C1-E117-598F-ECC7-320DFA5582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3CD6CD-D61E-68BB-B4C2-E94CF9B2EB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213CDB3-FCBD-033C-7FA6-2C81ADF001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7BD1292-1381-74C9-7D60-929C34529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256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3808</Words>
  <Application>Microsoft Office PowerPoint</Application>
  <PresentationFormat>Widescreen</PresentationFormat>
  <Paragraphs>610</Paragraphs>
  <Slides>64</Slides>
  <Notes>64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8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204</cp:revision>
  <dcterms:created xsi:type="dcterms:W3CDTF">2019-01-14T22:06:33Z</dcterms:created>
  <dcterms:modified xsi:type="dcterms:W3CDTF">2026-04-06T10:56:56Z</dcterms:modified>
</cp:coreProperties>
</file>