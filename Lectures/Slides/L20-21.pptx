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3" r:id="rId11"/>
    <p:sldId id="424" r:id="rId12"/>
    <p:sldId id="426" r:id="rId13"/>
    <p:sldId id="427" r:id="rId14"/>
    <p:sldId id="453" r:id="rId15"/>
    <p:sldId id="428" r:id="rId16"/>
    <p:sldId id="429" r:id="rId17"/>
    <p:sldId id="430" r:id="rId18"/>
    <p:sldId id="433" r:id="rId19"/>
    <p:sldId id="455" r:id="rId20"/>
    <p:sldId id="418" r:id="rId21"/>
    <p:sldId id="431" r:id="rId22"/>
    <p:sldId id="432" r:id="rId23"/>
    <p:sldId id="437" r:id="rId24"/>
    <p:sldId id="434" r:id="rId25"/>
    <p:sldId id="438" r:id="rId26"/>
    <p:sldId id="436" r:id="rId27"/>
    <p:sldId id="456" r:id="rId28"/>
    <p:sldId id="435" r:id="rId29"/>
    <p:sldId id="439" r:id="rId30"/>
    <p:sldId id="441" r:id="rId31"/>
    <p:sldId id="440" r:id="rId32"/>
    <p:sldId id="442" r:id="rId33"/>
    <p:sldId id="443" r:id="rId34"/>
    <p:sldId id="454" r:id="rId35"/>
    <p:sldId id="458" r:id="rId36"/>
    <p:sldId id="448" r:id="rId37"/>
    <p:sldId id="444" r:id="rId38"/>
    <p:sldId id="446" r:id="rId39"/>
    <p:sldId id="445" r:id="rId40"/>
    <p:sldId id="447" r:id="rId41"/>
    <p:sldId id="449" r:id="rId42"/>
    <p:sldId id="450" r:id="rId43"/>
    <p:sldId id="451" r:id="rId44"/>
    <p:sldId id="452" r:id="rId45"/>
    <p:sldId id="457" r:id="rId46"/>
    <p:sldId id="460" r:id="rId47"/>
    <p:sldId id="461" r:id="rId48"/>
    <p:sldId id="462" r:id="rId49"/>
    <p:sldId id="463" r:id="rId50"/>
    <p:sldId id="464" r:id="rId51"/>
    <p:sldId id="468" r:id="rId52"/>
    <p:sldId id="469" r:id="rId53"/>
    <p:sldId id="470" r:id="rId54"/>
    <p:sldId id="465" r:id="rId55"/>
    <p:sldId id="466" r:id="rId56"/>
    <p:sldId id="467" r:id="rId57"/>
    <p:sldId id="471" r:id="rId58"/>
    <p:sldId id="459" r:id="rId59"/>
    <p:sldId id="271" r:id="rId60"/>
    <p:sldId id="270" r:id="rId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95399DD-24C8-598F-6736-48F7C154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20EF1A-59AD-7BD3-4604-22E17A045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628EA8-B362-580C-114C-A022756DC1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0739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03AA6B1-1BB4-3B01-BAD3-41A065747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470CD9-B00A-1817-DC4C-399D2A68B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9C78B1B-88C0-70ED-EE92-69237083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85170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Normal_distribution" TargetMode="External"/><Relationship Id="rId5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4A799B5-DC18-E502-D5AA-286ED3091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BEC38D5-AA70-41ED-7129-42F27315F6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6A185A-2226-A3DE-6BF6-3C4115FBBFD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3DDD3BE-C661-12B2-ADF4-726199E5DBF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500225-901A-2D99-4727-EF59F276BE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5D547E8-D999-814F-07C0-67AF8EF4474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F05ED8-23B7-4C16-BF26-00A8394F726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6D27376-0037-942F-3922-44963D965C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C29769-5A37-ED79-DDB9-3171385FB53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D872BC-20DC-BF0A-BB38-78A50636C5C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11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6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But moving adds process noise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uncertainty 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F57F97-58B5-3F6E-B28B-5B523797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D389B96-13D0-D71F-4CA5-0367861A318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D389B96-13D0-D71F-4CA5-0367861A318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BC4C90-245B-F6F0-C364-D6279022A3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E3CBFB-8032-682C-39E9-671364581CE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46AE51-D8D7-F9AA-4C1A-C7851C2AA33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B6E3826-59F9-E7DE-A7C8-3677B59D0D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A6A289-39E8-4A7D-C50A-99A58594E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51A40B-E84D-60B8-A787-5FBE915CE21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B3E3FA-AD34-B6C1-532B-F5E08D4867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172A67C-F367-E325-FEDA-896AF46067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35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3772</Words>
  <Application>Microsoft Office PowerPoint</Application>
  <PresentationFormat>Widescreen</PresentationFormat>
  <Paragraphs>598</Paragraphs>
  <Slides>60</Slides>
  <Notes>60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203</cp:revision>
  <dcterms:created xsi:type="dcterms:W3CDTF">2019-01-14T22:06:33Z</dcterms:created>
  <dcterms:modified xsi:type="dcterms:W3CDTF">2026-04-06T10:41:40Z</dcterms:modified>
</cp:coreProperties>
</file>