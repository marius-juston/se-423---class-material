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green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red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red arrow) and estimated mean pose (purple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64748B"/>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64748B"/>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64748B"/>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