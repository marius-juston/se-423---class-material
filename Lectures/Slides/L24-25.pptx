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Information Matrix</a:t>
            </a:r>
          </a:p>
        </p:txBody>
      </p:sp>
      <p:pic>
        <p:nvPicPr>
          <p:cNvPr id="121" name="Google Shape;121;p29">
            <a:extLs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Coarse Filter</a:t>
            </a:r>
          </a:p>
        </p:txBody>
      </p:sp>
      <p:pic>
        <p:nvPicPr>
          <p:cNvPr id="121" name="Google Shape;121;p29">
            <a:extLs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Voxelization</a:t>
            </a:r>
          </a:p>
        </p:txBody>
      </p:sp>
      <p:pic>
        <p:nvPicPr>
          <p:cNvPr id="121" name="Google Shape;121;p29">
            <a:extLs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Scaling</a:t>
            </a:r>
          </a:p>
        </p:txBody>
      </p:sp>
      <p:pic>
        <p:nvPicPr>
          <p:cNvPr id="121" name="Google Shape;121;p29">
            <a:extLs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txBox="1"/>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Thank you everyone for this fantastic semester!</a:t>
            </a:r>
          </a:p>
          <a:p>
            <a:pPr lvl="0" algn="ctr"/>
            <a:endParaRPr lang="en-US" sz="6600" b="1" dirty="0">
              <a:solidFill>
                <a:schemeClr val="lt1"/>
              </a:solidFill>
            </a:endParaRPr>
          </a:p>
          <a:p>
            <a:pPr lvl="0" algn="ctr"/>
            <a:r>
              <a:rPr lang="en-US" sz="6600" b="1" dirty="0">
                <a:solidFill>
                  <a:schemeClr val="lt1"/>
                </a:solidFill>
              </a:rPr>
              <a:t>Best of luck on the final project!! </a:t>
            </a:r>
            <a:r>
              <a:rPr lang="en-US" sz="6600" b="1">
                <a:solidFill>
                  <a:schemeClr val="lt1"/>
                </a:solidFill>
              </a:rPr>
              <a:t>🫡</a:t>
            </a:r>
            <a:endParaRPr lang="en-US" sz="5400" b="1" dirty="0">
              <a:solidFill>
                <a:schemeClr val="lt1"/>
              </a:solidFill>
            </a:endParaRPr>
          </a:p>
        </p:txBody>
      </p:sp>
      <p:pic>
        <p:nvPicPr>
          <p:cNvPr id="265" name="Google Shape;265;p37">
            <a:extLs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