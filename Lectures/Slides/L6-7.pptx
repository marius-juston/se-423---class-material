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6-7: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 – Example 18-1</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carrier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Again, if the period is fast enough, since our eyes only see at 30-40 Hz, we only see the </a:t>
                </a:r>
                <a:r>
                  <a:rPr lang="en-US" sz="2000" b="1" dirty="0">
                    <a:latin typeface="+mj-lt"/>
                    <a:ea typeface="Arial"/>
                    <a:cs typeface="Arial"/>
                    <a:sym typeface="Arial"/>
                  </a:rPr>
                  <a:t>average </a:t>
                </a:r>
                <a:r>
                  <a:rPr lang="en-US" sz="2000" dirty="0">
                    <a:latin typeface="+mj-lt"/>
                    <a:ea typeface="Arial"/>
                    <a:cs typeface="Arial"/>
                    <a:sym typeface="Arial"/>
                  </a:rPr>
                  <a:t>power! Which is why we see a continuous dinner or brighter light!</a:t>
                </a:r>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Count down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2kHz (500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25000;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12500;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CAD</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PRD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a:t>
            </a:r>
            <a:r>
              <a:rPr lang="en-US" sz="1300">
                <a:solidFill>
                  <a:srgbClr val="3F7F5F"/>
                </a:solidFill>
                <a:latin typeface="Consolas" panose="020B0609020204030204" pitchFamily="49" charset="0"/>
              </a:rPr>
              <a:t>is Period</a:t>
            </a:r>
            <a:endParaRPr lang="en-US" sz="1300" dirty="0">
              <a:solidFill>
                <a:srgbClr val="3F7F5F"/>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What happens if we set a duty cycle of 75%?</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We are going 50% of the maximum forward speed!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PS1440P02BT : Detailed Information | Ceramic Switching / Heating, Piezo  Components, Contactors, Buzzers and Microphones - Piezoelectric Buzzers |  TDK Product Center">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FF0000"/>
                </a:solidFill>
              </a:rPr>
              <a:t>Note frequency!</a:t>
            </a:r>
          </a:p>
          <a:p>
            <a:pPr algn="ctr"/>
            <a:r>
              <a:rPr lang="en-US" dirty="0">
                <a:solidFill>
                  <a:srgbClr val="FF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FF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1218</TotalTime>
  <Words>5632</Words>
  <Application>Microsoft Office PowerPoint</Application>
  <PresentationFormat>Widescreen</PresentationFormat>
  <Paragraphs>730</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438</cp:revision>
  <dcterms:created xsi:type="dcterms:W3CDTF">2019-01-14T22:06:33Z</dcterms:created>
  <dcterms:modified xsi:type="dcterms:W3CDTF">2026-02-17T23:00:12Z</dcterms:modified>
</cp:coreProperties>
</file>