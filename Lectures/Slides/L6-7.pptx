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6-7: Encoders &amp; PWM</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Optical incremental encoder: an LED's light is collimated by a lens and shines through evenly spaced slots in a code wheel mounted on a rotating shaft, then through a stationary fixed slit onto two photo sensors, A and B. Each sensor feeds an amplifier that outputs a square wave as slots pass. The A and B square waves are offset by about a quarter period (quadrature), so pulse count gives rotation angle and which channel leads gives direction.">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Diagram: An LED shines through a rotating code wheel with 4 evenly spaced slits toward a photo sensor on the other side. Above, the sensor output is a square wave over time: high while a slit passes light, low while the solid wheel blocks it. One full revolution (360 degrees) produces 4 pulses, so resolution equals the number of slits.">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iagram: an LED shines through a rotating code wheel with 8 evenly spaced slits onto a photo sensor on the other side. The sensor output is a square wave over time, high while a slit passes light and low while the solid wheel blocks it. One full revolution (360 degrees) produces 8 pulses, so each pulse corresponds to 45 degrees of rotation.">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a pulse input goes from low (0) to high (1) at a rising edge, stays high, then returns to low at a falling edge. Below it, a rising-edge detection signal produces a brief pulse only at the rising edge, and a falling-edge detection signal produces a brief pulse only at the falling edge. Vertical lines align each detection pulse with its edge, illustrating how encoder transitions are detected to count pulses and compare channel timing.">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descr="State diagram: quadrature encoder channels A and B cycle through four states, (0,0), (1,0), (1,1) and (0,1), placed at the four corners of the A–B plane. The blue inner loop runs counterclockwise, (0,0) to (1,0) to (1,1) to (0,1) and back to (0,0), for one rotation direction. The red outer loop runs clockwise, (0,0) to (0,1) to (1,1) to (1,0) and back, for the opposite direction. The order of state transitions therefore reveals the direction of rotation.">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comparing incremental and absolute optical encoders. The incremental disc has one ring of evenly spaced slots, read by two light sources and two sensors, so position is found by counting pulses as the disc turns through angle theta. The absolute disc has five concentric coded tracks, read by five light sources and five sensors, so each angle gives a unique code. In both, the disc is mounted on a shaft and the sensors feed conditioning electronics that output 5 bits.">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Absolute rotary encoder disk with five concentric slit tracks, read along a line at 0 degrees; slits pass light (1) and dark areas block it (0). Track 1 (innermost) is open for half a turn, and each track outward has twice as many slits, up to track 5. The table gives the codes for tracks 1 to 5 in 11.25-degree steps: 0 is 00000, 11.25 is 00001, 22.5 is 00010, 33.75 is 00011, 45 is 00100, 56.25 is 00101, 67.5 is 00110, 78.75 is 00111, 90 is 01000, and so on, through 315 at 11100, 326.25 at 11101, 337.5 at 11110, and 348.75 at 11111.">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descr="YouTube video: Gray Code's Error Reduction with Encoders (Marius Juston)">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Diagram of a 4-bit absolute optical encoder: four LEDs shine through four concentric tracks on a rotating code wheel, where dark segments block light (0) and clear segments pass it (1). At the current angle, the highlighted sector blocks only the second beam, so four photo sensors read 1, 0, 1, 1 in parallel. A parallel-to-serial converter turns these into a single serial output line, currently sending 1.">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a:t>
            </a:r>
            <a:endParaRPr i="0" b="0" sz="1400" dirty="0">
              <a:solidFill>
                <a:srgbClr val="000000"/>
              </a:solidFill>
            </a:endParaRPr>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eQEP peripheral: encoder pins A, B, index and strobe pass through the GPIO mux into the quadrature decoder (QDU), which converts the A/B phase signals into a count clock (QCLK) and direction (QDIR), plus index, strobe and phase-error signals. These feed the position counter/control unit, which holds the 32-bit count and sends interrupts to the PIE. QCLK and QDIR also drive the capture unit for speed measurement and a watchdog. A unit timer and SYSCLKOUT provide timing.">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6-sample input qualification (GPxQSELn equals 1,0). The GPIO signal is sampled once every sampling period, set by QUALPRD equals 1 (SYSCLKOUT divided by 2). After six consecutive 0 samples, spanning a sampling window of SYSCLKOUT cycle times 2 times QUALPRD times 5, the qualifier output drops to 0. A brief one-sample high glitch is ignored, so the output stays 0. The output returns to 1 only after six consecutive 1 samples.">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descr="Table: GPIO mux selection for the course LaunchPad, listing each pin's board default, header pin, and peripheral functions for mux indexes 0 to 15, each set by a GPyGMUXn and GPyMUXn bit pair. For eQEP, the board defaults are EQEP1A and EQEP1B on GPIO20 and GPIO21 at connector J14 (index 1: GMUX 00b, MUX 01b), and EQEP2A and EQEP2B on GPIO54 and GPIO55 at J15 (index 5: GMUX 01b, MUX 01b). eQEP is also available on GPIO6–11 and GPIO24–27.">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eQEP decoder unit (TI Figure 17-5). Inputs EQEPxA, B, Index and Strobe each pass through an optional inverter selected by polarity bits (QAP, QBP, QIP, QSP), and a SWAP mux can exchange A and B. A quadrature decoder produces an internal clock, an internal direction and a phase-error flag. QSRC selects QCLK and QDIR: quadrature mode, direction-count mode (clock from A, direction from B), up count or down count. XCR sets x1 or x2 clock resolution. IGATE optionally gates Index with Strobe.">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QEP edge capture unit): Encoder channels QEPA and QEPB are square waves 90 degrees out of phase. QCLK pulses at every A or B edge, and the position counter QPOSCNT steps up by one on each pulse. Unit-position events (UPEVNT) occur every second count. The capture timer QCTMR ramps and resets at each event, so its peak value, delta T, is the time per fixed distance. Unit-timer pulses (UTOUT) mark a fixed period T, over which position change delta X equals x of k minus x of k minus 1. Speed is delta X over T, or distance over delta T.">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i="0" b="0" sz="1400" dirty="0">
              <a:solidFill>
                <a:srgbClr val="000000"/>
              </a:solidFill>
            </a:endParaRPr>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wo versions of the RLS AM4096 magnetic rotary encoder chip, the 28-lead SSOP28 package and the smaller leadless QFN32 package. Each has a cylindrical magnet centered just above it, with curved arrows showing the magnet rotating about its axis over the chip, which senses the shaft's absolute angle.">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AM4096 magnetic rotary encoder chip. A magnetic field enters a Hall array and front-end amplifier, which produce sine and cosine signals. These feed a differential amplifier and a 12-bit interpolator. The interpolated angle drives several output interfaces: incremental A, B and index; SSI, with clock in and data out; analog sine and cosine; UVW commutation; linear voltage through a 10-bit DAC; tacho; and TWI (SDA, SCL). Registers backed by a 32 by 16 EEPROM configure the chip, and two LDO regulators supply power.">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SSI clock and data lines. The clock idles high; at marker 1 the master pulls it low, and at marker 2 the first rising edge starts the data. Each clock period t sub CL has a high time t sub CHI and a low time t sub CLO. The encoder shifts out one bit per rising edge, MSB first, through D0. At marker 3 the clock stays high, and data stays low for the monoflop timeout t sub m, then returns high at marker 4.">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descr="Timing diagram of an SSI read: chip select CSn goes low, then 18 clock pulses shift data out on DO, one bit per rising edge. Bits D11 (most significant) through D0 form the 12-bit angular position data, followed by six status bits: OCF, COF, LIN, Mag INC, Mag DEC, and even parity. CSn then returns high and DO goes tristate. Labeled delays include t DO active, t CLK FE, t DO valid, t CSn, and t DO tristate.">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synchronous serial read of the absolute encoder. Clock idles high, then pulses low repeatedly. Data idles high and begins changing just after the first clock pulse, shifting out one bit per clock period: MSB, MSB minus 1, and so on through D4, D3, D2, D1, D0. Breaks in the diagram mark omitted bits. After D0 the data line stays low while extra clock pulses continue. Clock then returns high, and data returns high afterward.">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a:t>
            </a:r>
            <a:endParaRPr i="0" b="0" sz="1400" dirty="0">
              <a:solidFill>
                <a:srgbClr val="000000"/>
              </a:solidFill>
            </a:endParaRPr>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able of one 16-bit SPI transfer. SPIDAT before transmission holds 0111 0011 0111 1011. Each clock shifts SPIDAT left: the most significant bit, 0, is transmitted out the left end, and a received bit x enters at the least significant end. After transmission, SPIDAT holds 1110 0110 1111 011x, and the same value is copied to SPIRXBUF. Footnote: x is 1 if SPISOMI data is high and 0 if low, assuming master mode.">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a:t>
            </a:r>
            <a:endParaRPr i="0" b="0" sz="1400" dirty="0">
              <a:solidFill>
                <a:srgbClr val="000000"/>
              </a:solidFill>
            </a:endParaRPr>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descr="YouTube video: PWM Animation (Marius Just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ePWM time-base submodule. SYSCLK passes through the EPWMCLK prescaler (set by PERCLKDIVSEL EPWMCLKDIV), then the clock prescaler (TBCTL HSPCLKDIV and CLKDIV), producing TBCLK. TBCLK clocks the 16-bit up/down counter TBCTR, whose mode is set by TBCTL CTRMODE. A comparator against the period register TBPRD (with a shadow register) flags CTR equals PRD and resets the counter. The phase register TBPHS can load the counter on a sync input when PHSEN is enabled. Multiplexers select sync outputs EPWMxSYNCO and EPWMxSYNCPER.">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PWM time-base counter modes with period register TBPRD equal to 4. Up count: the counter steps 0, 1, 2, 3, 4, then resets to 0, so T sub PWM equals TBPRD plus 1, times T sub TBCLK. Down count: it steps 4 down to 0, then reloads 4, with the same period. Up-down count: it rises 0 to 4, then falls back to 0, while the CTR_dir signal toggles between Up and Down, so T sub PWM equals 2 times TBPRD times T sub TBCLK. In all modes, F sub PWM equals 1 over T sub PWM.">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15-3, Action-Qualifier Submodule Possible Input Events: signal, description, registers compared. CTR equals PRD: time-base counter equals period value, TBCTR equals TBPRD. CTR equals Zero: counter equals zero, TBCTR equals 0x00. CTR equals CMPA: counter equals counter-compare A, TBCTR equals CMPA. CTR equals CMPB: likewise, TBCTR equals CMPB. T1 and T2 events: based on comparator, trip or syncin events, no registers compared. Software forced event: asynchronous event initiated by software.">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he time-base counter TBCTR counts up and down in a triangle between zero and the TBPRD value. Two EPWMxSYNCI sync pulses each force the counter to jump to the TBPHS value and count up, because PHSDIR equals 1. The first arrives while counting up just after zero; the second arrives mid-down-count, so CTR_dir flips from DOWN to UP early, shortening that cycle. CTR equals zero pulses at each valley, CTR equals PRD at each peak, and CNT_max stays low.">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ePWM, up-count mode): the time-base counter TBCTR ramps from zero to TBPRD, then resets, forming a sawtooth; the PWM period equals TBPRD plus 1, times T sub TBCLK. EPWMxA is set high at zero and cleared when the counter equals CMPA, so its high time is proportional to CMPA. EPWMxB is set high at zero and cleared at CMPB, which comes earlier, giving a shorter pulse. All other compare and period events do nothing.">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PWM, up-count, active low): the time-base counter TBCTR ramps from zero up to TBPRD, then wraps to zero, forming a sawtooth. At each period event (P), both EPWMxA and EPWMxB are forced low. When the counter equals CMPA (CA), EPWMxA goes high; when it equals CMPB (CB), EPWMxB goes high. Each output's low time is therefore proportional to its compare value. Here CMPB is below CMPA, so EPWMxB rises first. PWM period equals TBPRD plus 1, times T sub TBCLK.">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Figure 15-30, up-down-count dual-edge asymmetric PWM. The time-base counter TBCTR is a triangle wave rising from zero to the period value and falling back. EPWMxA is set high when the counter passes CMPA while counting up and cleared low when it passes CMPB while counting down, so the pulse can sit off-center; its low time is proportional to CMPA plus CMPB. EPWMxB is cleared at zero and set at period, giving a fixed 50 percent duty cycle. PWM period equals 2 times TBPRD times TBCLK.">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for a requested 40.5% duty cycle with an 800 ns PWM period. A ramp counts from 0 to 79 in 10 ns steps, and 40.5% falls at 324 ns. Output EPWM1A goes high at count 0 and should go low at 324 ns, but only counts 32 and 33 are available, giving 40.0% or 41.3%. Each 10 ns step changes duty by about 1.25%, so 40.5% cannot be produced exactly. This illustrates the limited duty-cycle resolution of short PWM periods.">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Oscilloscope plot (500 millivolts per division, 200 microseconds per division) of a 976.6 hertz sine wave, 0.5 to 2.5 volts, made from 5 megahertz PWM passed through a low-pass filter (filter number 5). The high-resolution PWM output is a smooth sine reaching the full specified peaks. The standard-resolution PWM output follows the same curve as a visible staircase of discrete voltage steps, with flat plateaus that miss the true minimum and slightly overshoot the peak.">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Motor / Servo</a:t>
            </a:r>
            <a:endParaRPr i="0" b="0" sz="1400" dirty="0">
              <a:solidFill>
                <a:srgbClr val="000000"/>
              </a:solidFill>
            </a:endParaRPr>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descr="YouTube video: What is an H-Bridge? (CircuitBread)">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and circuit for controlling a full H-bridge with two ePWM modules at the same frequency. Master ePWM1 has phase 0 degrees and an optional external SyncIn. Its SyncOut, selected at counter equals zero, feeds the SyncIn of slave ePWM2, whose phase register is enabled with a variable phase. EPWM1A and 1B drive the high and low MOSFETs of the left leg, and EPWM2A and 2B drive the right leg, across a capacitor on the DC bus. The leg midpoints drive a transformer whose secondary feeds a diode bridge rectifier and an output filter producing V out. Varying the slave's phase shift sets the output.">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inout and internal schematic of the A3952SB 16-pin H-bridge driver chip. Left pins: 1 BRAKE (active low), 2 REF, 3 RC, 4 and 5 ground, 6 logic supply V sub CC, 7 PHASE, 8 ENABLE (active low). Right pins: 16 and 9 load supply V sub BB, 15 OUT B, 14 MODE, 13 and 12 ground, 11 SENSE, 10 OUT A. Inside, a logic block drives four transistors forming an H-bridge. High-side transistors connect V sub BB to each output, and low-side transistors connect each output to SENSE. Each output has flyback diodes to V sub BB and to ground.">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descr="Illustration: a hobby RC servo, a small rectangular case with mounting tabs on each side and a white plastic horn with holes on the top output shaft. Its three-wire lead, black for ground, red for power and yellow for the PWM control signal, ends in a three-pin connector.">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atasheet table for the Hitec HS-85MG+ micro metal gear servo. Control is pulse width with 1500 microseconds as neutral. Operating angle is 40 degrees per side for 400 microseconds of pulse travel, and 1500 to 1900 microseconds turns it clockwise. It runs on 4.8 to 6.0 volts, with no-load speed of 0.16 to 0.14 seconds per 60 degrees and stall torque of 3.0 to 3.5 kilogram-centimeters. Current is 8 milliamps idle and 240 milliamps running. Dead band is 8 microseconds, and it weighs 21.9 grams.">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hoto: a TDK PS1440P02BT piezoelectric buzzer, a small black cylindrical component with a sound opening on top and two wire leads on the bottom for mounting in a breadboard or circuit board, shown from the top and bottom.">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6–7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