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1.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9.svg"/><Relationship Id="rId4" Type="http://schemas.openxmlformats.org/officeDocument/2006/relationships/image" Target="../media/image58.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1.svg"/><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3.svg"/><Relationship Id="rId4" Type="http://schemas.openxmlformats.org/officeDocument/2006/relationships/image" Target="../media/image62.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5.svg"/><Relationship Id="rId4" Type="http://schemas.openxmlformats.org/officeDocument/2006/relationships/image" Target="../media/image64.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7.svg"/><Relationship Id="rId5" Type="http://schemas.openxmlformats.org/officeDocument/2006/relationships/image" Target="../media/image66.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9.svg"/><Relationship Id="rId5" Type="http://schemas.openxmlformats.org/officeDocument/2006/relationships/image" Target="../media/image68.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70.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2.svg"/><Relationship Id="rId4" Type="http://schemas.openxmlformats.org/officeDocument/2006/relationships/image" Target="../media/image71.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4.svg"/><Relationship Id="rId4" Type="http://schemas.openxmlformats.org/officeDocument/2006/relationships/image" Target="../media/image73.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5.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7.svg"/><Relationship Id="rId4" Type="http://schemas.openxmlformats.org/officeDocument/2006/relationships/image" Target="../media/image76.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8.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9.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6-7: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 – Example 18-1</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1213</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433</cp:revision>
  <dcterms:created xsi:type="dcterms:W3CDTF">2019-01-14T22:06:33Z</dcterms:created>
  <dcterms:modified xsi:type="dcterms:W3CDTF">2026-02-11T21:17:22Z</dcterms:modified>
</cp:coreProperties>
</file>