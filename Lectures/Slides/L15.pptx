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15: Coordinate Transforms &amp; Dead-reckoning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i="0" b="0"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The visualization interface showing the results of the ORB-SLAM and... |  Download Scientific Diagram">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AprilTag">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iterative-closest-point-stanford-bunny-converging-iterations-point2point-point2plane">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15</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