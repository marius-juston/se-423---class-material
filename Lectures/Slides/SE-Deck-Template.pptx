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22"/>
  </p:notesMasterIdLst>
  <p:sldIdLst>
    <p:sldId id="256" r:id="rId2"/>
    <p:sldId id="417" r:id="rId3"/>
    <p:sldId id="413" r:id="rId4"/>
    <p:sldId id="272" r:id="rId5"/>
    <p:sldId id="258" r:id="rId6"/>
    <p:sldId id="418" r:id="rId7"/>
    <p:sldId id="259" r:id="rId8"/>
    <p:sldId id="260" r:id="rId9"/>
    <p:sldId id="261" r:id="rId10"/>
    <p:sldId id="262" r:id="rId11"/>
    <p:sldId id="263" r:id="rId12"/>
    <p:sldId id="264" r:id="rId13"/>
    <p:sldId id="265" r:id="rId14"/>
    <p:sldId id="266" r:id="rId15"/>
    <p:sldId id="267" r:id="rId16"/>
    <p:sldId id="268" r:id="rId17"/>
    <p:sldId id="269" r:id="rId18"/>
    <p:sldId id="257" r:id="rId19"/>
    <p:sldId id="271" r:id="rId20"/>
    <p:sldId id="270" r:id="rId21"/>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tkinson Hyperlegible Next"/>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tkinson Hyperlegible Next"/>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tkinson Hyperlegible Next"/>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tkinson Hyperlegible Next"/>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tkinson Hyperlegible Next"/>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tkinson Hyperlegible Next"/>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tkinson Hyperlegible Next"/>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tkinson Hyperlegible Next"/>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tkinson Hyperlegible Next"/>
        <a:ea typeface="Arial"/>
        <a:cs typeface="Arial"/>
        <a:sym typeface="Arial"/>
      </a:defRPr>
    </a:lvl9pPr>
  </p:defaultTextStyle>
  <p:extLst>
    <p:ext uri="{EFAFB233-063F-42B5-8137-9DF3F51BA10A}">
      <p15:sldGuideLst xmlns:p15="http://schemas.microsoft.com/office/powerpoint/2012/main"/>
    </p:ext>
    <p:ext uri="http://customooxmlschemas.google.com/">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23" roundtripDataSignature="AMtx7mjKkk5wOoQj6sDPPETbbKgHU96Dzg=="/>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50" d="100"/>
          <a:sy n="150" d="100"/>
        </p:scale>
        <p:origin x="654" y="13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customschemas.google.com/relationships/presentationmetadata" Target="metadata"/><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tkinson Hyperlegible Next"/>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tkinson Hyperlegible Next"/>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tkinson Hyperlegible Next"/>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tkinson Hyperlegible Next"/>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tkinson Hyperlegible Next"/>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tkinson Hyperlegible Next"/>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tkinson Hyperlegible Next"/>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tkinson Hyperlegible Next"/>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tkinson Hyperlegible Next"/>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tkinson Hyperlegible Next"/>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tkinson Hyperlegible Next"/>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tkinson Hyperlegible Next"/>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tkinson Hyperlegible Next"/>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tkinson Hyperlegible Next"/>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tkinson Hyperlegible Next"/>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tkinson Hyperlegible Next"/>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tkinson Hyperlegible Next"/>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tkinson Hyperlegible Next"/>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tkinson Hyperlegible Next"/>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tkinson Hyperlegible Next"/>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tkinson Hyperlegible Next"/>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tkinson Hyperlegible Next"/>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tkinson Hyperlegible Next"/>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tkinson Hyperlegible Next"/>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tkinson Hyperlegible Next"/>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tkinson Hyperlegible Next"/>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tkinson Hyperlegible Next"/>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tkinson Hyperlegible Next"/>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tkinson Hyperlegible Next"/>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tkinson Hyperlegible Next"/>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tkinson Hyperlegible Next"/>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tkinson Hyperlegible Next"/>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tkinson Hyperlegible Next"/>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tkinson Hyperlegible Next"/>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tkinson Hyperlegible Next"/>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tkinson Hyperlegible Next"/>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chemeClr val="dk1"/>
                </a:solidFill>
                <a:latin typeface="Atkinson Hyperlegible Next"/>
                <a:ea typeface="Calibri"/>
                <a:cs typeface="Calibri"/>
                <a:sym typeface="Calibri"/>
              </a:rPr>
              <a:t>‹#›</a:t>
            </a:fld>
            <a:endParaRPr sz="1200" b="0" i="0" u="none" strike="noStrike" cap="none">
              <a:solidFill>
                <a:schemeClr val="dk1"/>
              </a:solidFill>
              <a:latin typeface="Atkinson Hyperlegible Next"/>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tkinson Hyperlegible Next"/>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tkinson Hyperlegible Next"/>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tkinson Hyperlegible Next"/>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tkinson Hyperlegible Next"/>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tkinson Hyperlegible Next"/>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tkinson Hyperlegible Next"/>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tkinson Hyperlegible Next"/>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tkinson Hyperlegible Next"/>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tkinson Hyperlegible Next"/>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8"/>
        <p:cNvGrpSpPr/>
        <p:nvPr/>
      </p:nvGrpSpPr>
      <p:grpSpPr>
        <a:xfrm>
          <a:off x="0" y="0"/>
          <a:ext cx="0" cy="0"/>
          <a:chOff x="0" y="0"/>
          <a:chExt cx="0" cy="0"/>
        </a:xfrm>
      </p:grpSpPr>
      <p:sp>
        <p:nvSpPr>
          <p:cNvPr id="79" name="Google Shape;79;p26: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0" name="Google Shape;80;p2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8CE7E3B5-49B9-1887-BB3D-532FE9FF8592}"/>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15B324B9-F340-1116-1318-88A50BDE8BC8}"/>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6" name="Google Shape;116;p29:notes">
            <a:extLst>
              <a:ext uri="{FF2B5EF4-FFF2-40B4-BE49-F238E27FC236}">
                <a16:creationId xmlns:a16="http://schemas.microsoft.com/office/drawing/2014/main" id="{F0993868-158A-56AF-D3A1-6FFF7658AE6E}"/>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425405439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6F004519-0EAD-FA0D-DE7A-BBED69225C08}"/>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79E58F23-9AF7-DB67-E863-18BBB13641E7}"/>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dirty="0"/>
          </a:p>
        </p:txBody>
      </p:sp>
      <p:sp>
        <p:nvSpPr>
          <p:cNvPr id="116" name="Google Shape;116;p29:notes">
            <a:extLst>
              <a:ext uri="{FF2B5EF4-FFF2-40B4-BE49-F238E27FC236}">
                <a16:creationId xmlns:a16="http://schemas.microsoft.com/office/drawing/2014/main" id="{3C79A737-144F-41FB-6FD9-A9EBE11C9500}"/>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0771917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
          <a:extLst>
            <a:ext uri="{FF2B5EF4-FFF2-40B4-BE49-F238E27FC236}">
              <a16:creationId xmlns:a16="http://schemas.microsoft.com/office/drawing/2014/main" id="{AF9ED5EC-765E-DDD7-332B-8A00B0540F98}"/>
            </a:ext>
          </a:extLst>
        </p:cNvPr>
        <p:cNvGrpSpPr/>
        <p:nvPr/>
      </p:nvGrpSpPr>
      <p:grpSpPr>
        <a:xfrm>
          <a:off x="0" y="0"/>
          <a:ext cx="0" cy="0"/>
          <a:chOff x="0" y="0"/>
          <a:chExt cx="0" cy="0"/>
        </a:xfrm>
      </p:grpSpPr>
      <p:sp>
        <p:nvSpPr>
          <p:cNvPr id="86" name="Google Shape;86;p27:notes">
            <a:extLst>
              <a:ext uri="{FF2B5EF4-FFF2-40B4-BE49-F238E27FC236}">
                <a16:creationId xmlns:a16="http://schemas.microsoft.com/office/drawing/2014/main" id="{5154540A-10BF-B029-D910-A380E44E1A04}"/>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7" name="Google Shape;87;p27:notes">
            <a:extLst>
              <a:ext uri="{FF2B5EF4-FFF2-40B4-BE49-F238E27FC236}">
                <a16:creationId xmlns:a16="http://schemas.microsoft.com/office/drawing/2014/main" id="{D65677FB-0014-3040-C794-160B4CD86AA2}"/>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02538161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p:cNvGrpSpPr/>
        <p:nvPr/>
      </p:nvGrpSpPr>
      <p:grpSpPr>
        <a:xfrm>
          <a:off x="0" y="0"/>
          <a:ext cx="0" cy="0"/>
          <a:chOff x="0" y="0"/>
          <a:chExt cx="0" cy="0"/>
        </a:xfrm>
      </p:grpSpPr>
      <p:sp>
        <p:nvSpPr>
          <p:cNvPr id="101" name="Google Shape;101;p28: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2" name="Google Shape;102;p2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D298137B-7DAA-9A50-71C4-FC55CDC8CD01}"/>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337DB962-8E1D-D8B2-EA44-B0D388CE43A4}"/>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6" name="Google Shape;116;p29:notes">
            <a:extLst>
              <a:ext uri="{FF2B5EF4-FFF2-40B4-BE49-F238E27FC236}">
                <a16:creationId xmlns:a16="http://schemas.microsoft.com/office/drawing/2014/main" id="{70FFEDAA-13A7-8EF9-E3D2-6527A8F5718B}"/>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83896078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p:cNvGrpSpPr/>
        <p:nvPr/>
      </p:nvGrpSpPr>
      <p:grpSpPr>
        <a:xfrm>
          <a:off x="0" y="0"/>
          <a:ext cx="0" cy="0"/>
          <a:chOff x="0" y="0"/>
          <a:chExt cx="0" cy="0"/>
        </a:xfrm>
      </p:grpSpPr>
      <p:sp>
        <p:nvSpPr>
          <p:cNvPr id="115" name="Google Shape;115;p2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6" name="Google Shape;116;p2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7"/>
        <p:cNvGrpSpPr/>
        <p:nvPr/>
      </p:nvGrpSpPr>
      <p:grpSpPr>
        <a:xfrm>
          <a:off x="0" y="0"/>
          <a:ext cx="0" cy="0"/>
          <a:chOff x="0" y="0"/>
          <a:chExt cx="0" cy="0"/>
        </a:xfrm>
      </p:grpSpPr>
      <p:sp>
        <p:nvSpPr>
          <p:cNvPr id="128" name="Google Shape;128;p30: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9" name="Google Shape;129;p3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1"/>
        <p:cNvGrpSpPr/>
        <p:nvPr/>
      </p:nvGrpSpPr>
      <p:grpSpPr>
        <a:xfrm>
          <a:off x="0" y="0"/>
          <a:ext cx="0" cy="0"/>
          <a:chOff x="0" y="0"/>
          <a:chExt cx="0" cy="0"/>
        </a:xfrm>
      </p:grpSpPr>
      <p:sp>
        <p:nvSpPr>
          <p:cNvPr id="142" name="Google Shape;142;p3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43" name="Google Shape;143;p3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8"/>
        <p:cNvGrpSpPr/>
        <p:nvPr/>
      </p:nvGrpSpPr>
      <p:grpSpPr>
        <a:xfrm>
          <a:off x="0" y="0"/>
          <a:ext cx="0" cy="0"/>
          <a:chOff x="0" y="0"/>
          <a:chExt cx="0" cy="0"/>
        </a:xfrm>
      </p:grpSpPr>
      <p:sp>
        <p:nvSpPr>
          <p:cNvPr id="159" name="Google Shape;159;p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60" name="Google Shape;160;p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5"/>
        <p:cNvGrpSpPr/>
        <p:nvPr/>
      </p:nvGrpSpPr>
      <p:grpSpPr>
        <a:xfrm>
          <a:off x="0" y="0"/>
          <a:ext cx="0" cy="0"/>
          <a:chOff x="0" y="0"/>
          <a:chExt cx="0" cy="0"/>
        </a:xfrm>
      </p:grpSpPr>
      <p:sp>
        <p:nvSpPr>
          <p:cNvPr id="176" name="Google Shape;176;p3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77" name="Google Shape;177;p3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0"/>
        <p:cNvGrpSpPr/>
        <p:nvPr/>
      </p:nvGrpSpPr>
      <p:grpSpPr>
        <a:xfrm>
          <a:off x="0" y="0"/>
          <a:ext cx="0" cy="0"/>
          <a:chOff x="0" y="0"/>
          <a:chExt cx="0" cy="0"/>
        </a:xfrm>
      </p:grpSpPr>
      <p:sp>
        <p:nvSpPr>
          <p:cNvPr id="191" name="Google Shape;191;p3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92" name="Google Shape;192;p3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5"/>
        <p:cNvGrpSpPr/>
        <p:nvPr/>
      </p:nvGrpSpPr>
      <p:grpSpPr>
        <a:xfrm>
          <a:off x="0" y="0"/>
          <a:ext cx="0" cy="0"/>
          <a:chOff x="0" y="0"/>
          <a:chExt cx="0" cy="0"/>
        </a:xfrm>
      </p:grpSpPr>
      <p:sp>
        <p:nvSpPr>
          <p:cNvPr id="206" name="Google Shape;206;p8: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07" name="Google Shape;207;p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0"/>
        <p:cNvGrpSpPr/>
        <p:nvPr/>
      </p:nvGrpSpPr>
      <p:grpSpPr>
        <a:xfrm>
          <a:off x="0" y="0"/>
          <a:ext cx="0" cy="0"/>
          <a:chOff x="0" y="0"/>
          <a:chExt cx="0" cy="0"/>
        </a:xfrm>
      </p:grpSpPr>
      <p:sp>
        <p:nvSpPr>
          <p:cNvPr id="221" name="Google Shape;221;p3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22" name="Google Shape;222;p3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3"/>
        <p:cNvGrpSpPr/>
        <p:nvPr/>
      </p:nvGrpSpPr>
      <p:grpSpPr>
        <a:xfrm>
          <a:off x="0" y="0"/>
          <a:ext cx="0" cy="0"/>
          <a:chOff x="0" y="0"/>
          <a:chExt cx="0" cy="0"/>
        </a:xfrm>
      </p:grpSpPr>
      <p:sp>
        <p:nvSpPr>
          <p:cNvPr id="234" name="Google Shape;234;p3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35" name="Google Shape;235;p3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6"/>
        <p:cNvGrpSpPr/>
        <p:nvPr/>
      </p:nvGrpSpPr>
      <p:grpSpPr>
        <a:xfrm>
          <a:off x="0" y="0"/>
          <a:ext cx="0" cy="0"/>
          <a:chOff x="0" y="0"/>
          <a:chExt cx="0" cy="0"/>
        </a:xfrm>
      </p:grpSpPr>
      <p:sp>
        <p:nvSpPr>
          <p:cNvPr id="247" name="Google Shape;247;p36: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48" name="Google Shape;248;p3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0"/>
        <p:cNvGrpSpPr/>
        <p:nvPr/>
      </p:nvGrpSpPr>
      <p:grpSpPr>
        <a:xfrm>
          <a:off x="0" y="0"/>
          <a:ext cx="0" cy="0"/>
          <a:chOff x="0" y="0"/>
          <a:chExt cx="0" cy="0"/>
        </a:xfrm>
      </p:grpSpPr>
      <p:sp>
        <p:nvSpPr>
          <p:cNvPr id="261" name="Google Shape;261;p3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62" name="Google Shape;262;p3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
        <p:cNvGrpSpPr/>
        <p:nvPr/>
      </p:nvGrpSpPr>
      <p:grpSpPr>
        <a:xfrm>
          <a:off x="0" y="0"/>
          <a:ext cx="0" cy="0"/>
          <a:chOff x="0" y="0"/>
          <a:chExt cx="0" cy="0"/>
        </a:xfrm>
      </p:grpSpPr>
      <p:sp>
        <p:nvSpPr>
          <p:cNvPr id="86" name="Google Shape;86;p2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7" name="Google Shape;87;p2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0">
          <a:extLst>
            <a:ext uri="{FF2B5EF4-FFF2-40B4-BE49-F238E27FC236}">
              <a16:creationId xmlns:a16="http://schemas.microsoft.com/office/drawing/2014/main" id="{ED6D95D0-49C4-BE65-6DB0-A8408AD9A1A2}"/>
            </a:ext>
          </a:extLst>
        </p:cNvPr>
        <p:cNvGrpSpPr/>
        <p:nvPr/>
      </p:nvGrpSpPr>
      <p:grpSpPr>
        <a:xfrm>
          <a:off x="0" y="0"/>
          <a:ext cx="0" cy="0"/>
          <a:chOff x="0" y="0"/>
          <a:chExt cx="0" cy="0"/>
        </a:xfrm>
      </p:grpSpPr>
      <p:sp>
        <p:nvSpPr>
          <p:cNvPr id="261" name="Google Shape;261;p37:notes">
            <a:extLst>
              <a:ext uri="{FF2B5EF4-FFF2-40B4-BE49-F238E27FC236}">
                <a16:creationId xmlns:a16="http://schemas.microsoft.com/office/drawing/2014/main" id="{D5BF9D20-A937-E031-5ACD-4B566F245A56}"/>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62" name="Google Shape;262;p37:notes">
            <a:extLst>
              <a:ext uri="{FF2B5EF4-FFF2-40B4-BE49-F238E27FC236}">
                <a16:creationId xmlns:a16="http://schemas.microsoft.com/office/drawing/2014/main" id="{1666A96F-D523-1F0C-00D5-14D5F35E2C2F}"/>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88882365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p:cNvGrpSpPr/>
        <p:nvPr/>
      </p:nvGrpSpPr>
      <p:grpSpPr>
        <a:xfrm>
          <a:off x="0" y="0"/>
          <a:ext cx="0" cy="0"/>
          <a:chOff x="0" y="0"/>
          <a:chExt cx="0" cy="0"/>
        </a:xfrm>
      </p:grpSpPr>
      <p:sp>
        <p:nvSpPr>
          <p:cNvPr id="272" name="Google Shape;272;p38: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3" name="Google Shape;273;p3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5"/>
        <p:cNvGrpSpPr/>
        <p:nvPr/>
      </p:nvGrpSpPr>
      <p:grpSpPr>
        <a:xfrm>
          <a:off x="0" y="0"/>
          <a:ext cx="0" cy="0"/>
          <a:chOff x="0" y="0"/>
          <a:chExt cx="0" cy="0"/>
        </a:xfrm>
      </p:grpSpPr>
      <p:sp>
        <p:nvSpPr>
          <p:cNvPr id="16" name="Google Shape;16;p2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7" name="Google Shape;17;p2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8" name="Google Shape;18;p2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9"/>
        <p:cNvGrpSpPr/>
        <p:nvPr/>
      </p:nvGrpSpPr>
      <p:grpSpPr>
        <a:xfrm>
          <a:off x="0" y="0"/>
          <a:ext cx="0" cy="0"/>
          <a:chOff x="0" y="0"/>
          <a:chExt cx="0" cy="0"/>
        </a:xfrm>
      </p:grpSpPr>
      <p:sp>
        <p:nvSpPr>
          <p:cNvPr id="20" name="Google Shape;20;p1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1" name="Google Shape;21;p16"/>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2" name="Google Shape;22;p1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3" name="Google Shape;23;p1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4" name="Google Shape;24;p1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5"/>
        <p:cNvGrpSpPr/>
        <p:nvPr/>
      </p:nvGrpSpPr>
      <p:grpSpPr>
        <a:xfrm>
          <a:off x="0" y="0"/>
          <a:ext cx="0" cy="0"/>
          <a:chOff x="0" y="0"/>
          <a:chExt cx="0" cy="0"/>
        </a:xfrm>
      </p:grpSpPr>
      <p:sp>
        <p:nvSpPr>
          <p:cNvPr id="26" name="Google Shape;26;p17"/>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7" name="Google Shape;27;p17"/>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28" name="Google Shape;28;p1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9" name="Google Shape;29;p1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0" name="Google Shape;30;p1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1"/>
        <p:cNvGrpSpPr/>
        <p:nvPr/>
      </p:nvGrpSpPr>
      <p:grpSpPr>
        <a:xfrm>
          <a:off x="0" y="0"/>
          <a:ext cx="0" cy="0"/>
          <a:chOff x="0" y="0"/>
          <a:chExt cx="0" cy="0"/>
        </a:xfrm>
      </p:grpSpPr>
      <p:sp>
        <p:nvSpPr>
          <p:cNvPr id="32" name="Google Shape;32;p18"/>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3" name="Google Shape;33;p18"/>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4" name="Google Shape;34;p18"/>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5" name="Google Shape;35;p1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6" name="Google Shape;36;p1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7" name="Google Shape;37;p1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8"/>
        <p:cNvGrpSpPr/>
        <p:nvPr/>
      </p:nvGrpSpPr>
      <p:grpSpPr>
        <a:xfrm>
          <a:off x="0" y="0"/>
          <a:ext cx="0" cy="0"/>
          <a:chOff x="0" y="0"/>
          <a:chExt cx="0" cy="0"/>
        </a:xfrm>
      </p:grpSpPr>
      <p:sp>
        <p:nvSpPr>
          <p:cNvPr id="39" name="Google Shape;39;p19"/>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0" name="Google Shape;40;p19"/>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1" name="Google Shape;41;p19"/>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2" name="Google Shape;42;p19"/>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3" name="Google Shape;43;p19"/>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4" name="Google Shape;44;p1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5" name="Google Shape;45;p1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6" name="Google Shape;46;p1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7"/>
        <p:cNvGrpSpPr/>
        <p:nvPr/>
      </p:nvGrpSpPr>
      <p:grpSpPr>
        <a:xfrm>
          <a:off x="0" y="0"/>
          <a:ext cx="0" cy="0"/>
          <a:chOff x="0" y="0"/>
          <a:chExt cx="0" cy="0"/>
        </a:xfrm>
      </p:grpSpPr>
      <p:sp>
        <p:nvSpPr>
          <p:cNvPr id="48" name="Google Shape;48;p20"/>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9" name="Google Shape;49;p2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0" name="Google Shape;50;p2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1" name="Google Shape;51;p2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2"/>
        <p:cNvGrpSpPr/>
        <p:nvPr/>
      </p:nvGrpSpPr>
      <p:grpSpPr>
        <a:xfrm>
          <a:off x="0" y="0"/>
          <a:ext cx="0" cy="0"/>
          <a:chOff x="0" y="0"/>
          <a:chExt cx="0" cy="0"/>
        </a:xfrm>
      </p:grpSpPr>
      <p:sp>
        <p:nvSpPr>
          <p:cNvPr id="53" name="Google Shape;53;p22"/>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4" name="Google Shape;54;p22"/>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55" name="Google Shape;55;p22"/>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56" name="Google Shape;56;p2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7" name="Google Shape;57;p2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8" name="Google Shape;58;p2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59"/>
        <p:cNvGrpSpPr/>
        <p:nvPr/>
      </p:nvGrpSpPr>
      <p:grpSpPr>
        <a:xfrm>
          <a:off x="0" y="0"/>
          <a:ext cx="0" cy="0"/>
          <a:chOff x="0" y="0"/>
          <a:chExt cx="0" cy="0"/>
        </a:xfrm>
      </p:grpSpPr>
      <p:sp>
        <p:nvSpPr>
          <p:cNvPr id="60" name="Google Shape;60;p23"/>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1" name="Google Shape;61;p23"/>
          <p:cNvSpPr>
            <a:spLocks noGrp="1"/>
          </p:cNvSpPr>
          <p:nvPr>
            <p:ph type="pic" idx="2"/>
          </p:nvPr>
        </p:nvSpPr>
        <p:spPr>
          <a:xfrm>
            <a:off x="5183188" y="987425"/>
            <a:ext cx="6172200" cy="4873625"/>
          </a:xfrm>
          <a:prstGeom prst="rect">
            <a:avLst/>
          </a:prstGeom>
          <a:noFill/>
          <a:ln>
            <a:noFill/>
          </a:ln>
        </p:spPr>
      </p:sp>
      <p:sp>
        <p:nvSpPr>
          <p:cNvPr id="62" name="Google Shape;62;p23"/>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3" name="Google Shape;63;p2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4" name="Google Shape;64;p2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5" name="Google Shape;65;p2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6"/>
        <p:cNvGrpSpPr/>
        <p:nvPr/>
      </p:nvGrpSpPr>
      <p:grpSpPr>
        <a:xfrm>
          <a:off x="0" y="0"/>
          <a:ext cx="0" cy="0"/>
          <a:chOff x="0" y="0"/>
          <a:chExt cx="0" cy="0"/>
        </a:xfrm>
      </p:grpSpPr>
      <p:sp>
        <p:nvSpPr>
          <p:cNvPr id="67" name="Google Shape;67;p24"/>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8" name="Google Shape;68;p24"/>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69" name="Google Shape;69;p2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0" name="Google Shape;70;p2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1" name="Google Shape;71;p2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2"/>
        <p:cNvGrpSpPr/>
        <p:nvPr/>
      </p:nvGrpSpPr>
      <p:grpSpPr>
        <a:xfrm>
          <a:off x="0" y="0"/>
          <a:ext cx="0" cy="0"/>
          <a:chOff x="0" y="0"/>
          <a:chExt cx="0" cy="0"/>
        </a:xfrm>
      </p:grpSpPr>
      <p:sp>
        <p:nvSpPr>
          <p:cNvPr id="73" name="Google Shape;73;p25"/>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4" name="Google Shape;74;p25"/>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5" name="Google Shape;75;p2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6" name="Google Shape;76;p2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7" name="Google Shape;77;p2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4"/>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Atkinson Hyperlegible Next"/>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tkinson Hyperlegible Next"/>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tkinson Hyperlegible Next"/>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tkinson Hyperlegible Next"/>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tkinson Hyperlegible Next"/>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tkinson Hyperlegible Next"/>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tkinson Hyperlegible Next"/>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tkinson Hyperlegible Next"/>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tkinson Hyperlegible Next"/>
                <a:ea typeface="Arial"/>
                <a:cs typeface="Arial"/>
                <a:sym typeface="Arial"/>
              </a:defRPr>
            </a:lvl9pPr>
          </a:lstStyle>
          <a:p>
            <a:endParaRPr/>
          </a:p>
        </p:txBody>
      </p:sp>
      <p:sp>
        <p:nvSpPr>
          <p:cNvPr id="11" name="Google Shape;11;p14"/>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Atkinson Hyperlegible Next"/>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Atkinson Hyperlegible Next"/>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Atkinson Hyperlegible Next"/>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tkinson Hyperlegible Next"/>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tkinson Hyperlegible Next"/>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tkinson Hyperlegible Next"/>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tkinson Hyperlegible Next"/>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tkinson Hyperlegible Next"/>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tkinson Hyperlegible Next"/>
                <a:ea typeface="Calibri"/>
                <a:cs typeface="Calibri"/>
                <a:sym typeface="Calibri"/>
              </a:defRPr>
            </a:lvl9pPr>
          </a:lstStyle>
          <a:p>
            <a:endParaRPr/>
          </a:p>
        </p:txBody>
      </p:sp>
      <p:sp>
        <p:nvSpPr>
          <p:cNvPr id="12" name="Google Shape;12;p1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Atkinson Hyperlegible Next"/>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tkinson Hyperlegible Next"/>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tkinson Hyperlegible Next"/>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tkinson Hyperlegible Next"/>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tkinson Hyperlegible Next"/>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tkinson Hyperlegible Next"/>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tkinson Hyperlegible Next"/>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tkinson Hyperlegible Next"/>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tkinson Hyperlegible Next"/>
                <a:ea typeface="Calibri"/>
                <a:cs typeface="Calibri"/>
                <a:sym typeface="Calibri"/>
              </a:defRPr>
            </a:lvl9pPr>
          </a:lstStyle>
          <a:p>
            <a:endParaRPr/>
          </a:p>
        </p:txBody>
      </p:sp>
      <p:sp>
        <p:nvSpPr>
          <p:cNvPr id="13" name="Google Shape;13;p1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Atkinson Hyperlegible Next"/>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tkinson Hyperlegible Next"/>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tkinson Hyperlegible Next"/>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tkinson Hyperlegible Next"/>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tkinson Hyperlegible Next"/>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tkinson Hyperlegible Next"/>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tkinson Hyperlegible Next"/>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tkinson Hyperlegible Next"/>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tkinson Hyperlegible Next"/>
                <a:ea typeface="Calibri"/>
                <a:cs typeface="Calibri"/>
                <a:sym typeface="Calibri"/>
              </a:defRPr>
            </a:lvl9pPr>
          </a:lstStyle>
          <a:p>
            <a:endParaRPr/>
          </a:p>
        </p:txBody>
      </p:sp>
      <p:sp>
        <p:nvSpPr>
          <p:cNvPr id="14" name="Google Shape;14;p1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tkinson Hyperlegible Next"/>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tkinson Hyperlegible Next"/>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tkinson Hyperlegible Next"/>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tkinson Hyperlegible Next"/>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tkinson Hyperlegible Next"/>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tkinson Hyperlegible Next"/>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tkinson Hyperlegible Next"/>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tkinson Hyperlegible Next"/>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tkinson Hyperlegible Next"/>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tkinson Hyperlegible Next"/>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tkinson Hyperlegible Next"/>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tkinson Hyperlegible Next"/>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tkinson Hyperlegible Next"/>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tkinson Hyperlegible Next"/>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tkinson Hyperlegible Next"/>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tkinson Hyperlegible Next"/>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tkinson Hyperlegible Next"/>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tkinson Hyperlegible Next"/>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tkinson Hyperlegible Next"/>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tkinson Hyperlegible Next"/>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tkinson Hyperlegible Next"/>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tkinson Hyperlegible Next"/>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tkinson Hyperlegible Next"/>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tkinson Hyperlegible Next"/>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tkinson Hyperlegible Next"/>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tkinson Hyperlegible Next"/>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tkinson Hyperlegible Next"/>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notesSlide" Target="../notesSlides/notesSlide16.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17.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17.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18.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18.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19.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19.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20.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20.xml"/><Relationship Id="rId1" Type="http://schemas.openxmlformats.org/officeDocument/2006/relationships/slideLayout" Target="../slideLayouts/slideLayout1.xml"/><Relationship Id="rId4" Type="http://schemas.openxmlformats.org/officeDocument/2006/relationships/image" Target="../media/image8.png"/></Relationships>
</file>

<file path=ppt/slides/slide1.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81"/>
        <p:cNvGrpSpPr/>
        <p:nvPr/>
      </p:nvGrpSpPr>
      <p:grpSpPr>
        <a:xfrm>
          <a:off x="0" y="0"/>
          <a:ext cx="0" cy="0"/>
          <a:chOff x="0" y="0"/>
          <a:chExt cx="0" cy="0"/>
        </a:xfrm>
      </p:grpSpPr>
      <p:sp>
        <p:nvSpPr>
          <p:cNvPr id="82" name="Google Shape;82;p26"/>
          <p:cNvSpPr/>
          <p:nvPr>
            <p:ph type="title"/>
          </p:nvPr>
        </p:nvSpPr>
        <p:spPr>
          <a:xfrm>
            <a:off x="1134035" y="2553964"/>
            <a:ext cx="9924000" cy="2723782"/>
          </a:xfrm>
          <a:prstGeom prst="rect">
            <a:avLst/>
          </a:prstGeom>
          <a:noFill/>
          <a:ln>
            <a:noFill/>
          </a:ln>
        </p:spPr>
        <p:txBody>
          <a:bodyPr spcFirstLastPara="1" wrap="square" lIns="91425" tIns="45700" rIns="91425" bIns="45700" anchor="t" anchorCtr="0">
            <a:spAutoFit/>
          </a:bodyPr>
          <a:lstStyle/>
          <a:p>
            <a:pPr lvl="0" algn="ctr">
              <a:lnSpc>
                <a:spcPct val="100000"/>
              </a:lnSpc>
              <a:spcBef>
                <a:spcPts val="600"/>
              </a:spcBef>
              <a:spcAft>
                <a:spcPts val="0"/>
              </a:spcAft>
              <a:buSzPts val="4500"/>
            </a:pPr>
            <a:r>
              <a:rPr i="0" lang="en-US" sz="4500" b="1" dirty="0">
                <a:solidFill>
                  <a:schemeClr val="lt1"/>
                </a:solidFill>
              </a:rPr>
              <a:t>SE 423: Introduction to Mechatronics</a:t>
            </a:r>
            <a:endParaRPr i="0" b="0" lang="en-US" sz="4500" dirty="0">
              <a:solidFill>
                <a:srgbClr val="000000"/>
              </a:solidFill>
            </a:endParaRPr>
          </a:p>
          <a:p>
            <a:pPr marL="0" marR="0" lvl="0" indent="0" algn="ctr" rtl="0">
              <a:lnSpc>
                <a:spcPct val="100000"/>
              </a:lnSpc>
              <a:spcBef>
                <a:spcPts val="600"/>
              </a:spcBef>
              <a:spcAft>
                <a:spcPts val="0"/>
              </a:spcAft>
              <a:buNone/>
            </a:pPr>
            <a:r>
              <a:rPr i="0" b="0" lang="en-US" sz="2500" dirty="0">
                <a:solidFill>
                  <a:schemeClr val="lt1"/>
                </a:solidFill>
              </a:rPr>
              <a:t>Lecture X</a:t>
            </a:r>
            <a:endParaRPr i="0" b="0" sz="1400" dirty="0">
              <a:solidFill>
                <a:srgbClr val="000000"/>
              </a:solidFill>
            </a:endParaRPr>
          </a:p>
          <a:p>
            <a:pPr marL="0" marR="0" lvl="0" indent="0" algn="ctr" rtl="0">
              <a:lnSpc>
                <a:spcPct val="100000"/>
              </a:lnSpc>
              <a:spcBef>
                <a:spcPts val="600"/>
              </a:spcBef>
              <a:spcAft>
                <a:spcPts val="0"/>
              </a:spcAft>
              <a:buNone/>
            </a:pPr>
            <a:endParaRPr sz="1800" b="0" i="0" u="none" strike="noStrike" cap="none" dirty="0">
              <a:solidFill>
                <a:schemeClr val="lt1"/>
              </a:solidFill>
              <a:latin typeface="Atkinson Hyperlegible Next"/>
              <a:ea typeface="Arial"/>
              <a:cs typeface="Arial"/>
              <a:sym typeface="Arial"/>
            </a:endParaRPr>
          </a:p>
          <a:p>
            <a:pPr marL="0" marR="0" lvl="0" indent="0" algn="ctr" rtl="0">
              <a:lnSpc>
                <a:spcPct val="100000"/>
              </a:lnSpc>
              <a:spcBef>
                <a:spcPts val="600"/>
              </a:spcBef>
              <a:spcAft>
                <a:spcPts val="0"/>
              </a:spcAft>
              <a:buNone/>
            </a:pPr>
            <a:r>
              <a:rPr lang="en-US" sz="1800" b="0" i="0" u="none" strike="noStrike" cap="none">
                <a:solidFill>
                  <a:schemeClr val="lt1"/>
                </a:solidFill>
                <a:latin typeface="Atkinson Hyperlegible Next"/>
                <a:ea typeface="Arial"/>
                <a:cs typeface="Arial"/>
                <a:sym typeface="Arial"/>
              </a:rPr>
              <a:t>Marius Juston</a:t>
            </a:r>
            <a:endParaRPr sz="1800" b="0" i="0" u="none" strike="noStrike" cap="none" dirty="0">
              <a:solidFill>
                <a:srgbClr val="000000"/>
              </a:solidFill>
              <a:latin typeface="Atkinson Hyperlegible Next"/>
              <a:ea typeface="Arial"/>
              <a:cs typeface="Arial"/>
              <a:sym typeface="Arial"/>
            </a:endParaRPr>
          </a:p>
        </p:txBody>
      </p:sp>
      <p:sp>
        <p:nvSpPr>
          <p:cNvPr id="83" name="Google Shape;83;p26"/>
          <p:cNvSpPr txBox="1"/>
          <p:nvPr/>
        </p:nvSpPr>
        <p:spPr>
          <a:xfrm>
            <a:off x="3922059" y="5413888"/>
            <a:ext cx="4347882" cy="369291"/>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chemeClr val="lt1"/>
                </a:solidFill>
                <a:latin typeface="Atkinson Hyperlegible Next"/>
                <a:ea typeface="Arial"/>
                <a:cs typeface="Arial"/>
                <a:sym typeface="Arial"/>
              </a:rPr>
              <a:t>DATE</a:t>
            </a:r>
            <a:endParaRPr sz="1800" b="0" i="0" u="none" strike="noStrike" cap="none">
              <a:solidFill>
                <a:schemeClr val="lt1"/>
              </a:solidFill>
              <a:latin typeface="Atkinson Hyperlegible Next"/>
              <a:ea typeface="Arial"/>
              <a:cs typeface="Arial"/>
              <a:sym typeface="Arial"/>
            </a:endParaRPr>
          </a:p>
        </p:txBody>
      </p:sp>
      <p:pic>
        <p:nvPicPr>
          <p:cNvPr id="84" name="Google Shape;84;p26"/>
          <p:cNvPicPr preferRelativeResize="0"/>
          <p:nvPr/>
        </p:nvPicPr>
        <p:blipFill rotWithShape="1">
          <a:blip r:embed="rId4">
            <a:alphaModFix/>
          </a:blip>
          <a:srcRect/>
          <a:stretch/>
        </p:blipFill>
        <p:spPr>
          <a:xfrm>
            <a:off x="4641007" y="1004743"/>
            <a:ext cx="2909982" cy="754664"/>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B787707C-0AB4-57C3-5639-B4BEF4389386}"/>
            </a:ext>
          </a:extLst>
        </p:cNvPr>
        <p:cNvGrpSpPr/>
        <p:nvPr/>
      </p:nvGrpSpPr>
      <p:grpSpPr>
        <a:xfrm>
          <a:off x="0" y="0"/>
          <a:ext cx="0" cy="0"/>
          <a:chOff x="0" y="0"/>
          <a:chExt cx="0" cy="0"/>
        </a:xfrm>
      </p:grpSpPr>
      <p:sp>
        <p:nvSpPr>
          <p:cNvPr id="118" name="Google Shape;118;p29">
            <a:extLst>
              <a:ext uri="{FF2B5EF4-FFF2-40B4-BE49-F238E27FC236}">
                <a16:creationId xmlns:a16="http://schemas.microsoft.com/office/drawing/2014/main" id="{E7EA1A55-2BAC-C6A5-ABC3-168138F62B6C}"/>
              </a:ext>
            </a:extLst>
          </p:cNvPr>
          <p:cNvSpPr txBox="1">
            <a:spLocks noGrp="1"/>
          </p:cNvSpPr>
          <p:nvPr>
            <p:ph type="body" idx="1"/>
          </p:nvPr>
        </p:nvSpPr>
        <p:spPr>
          <a:xfrm>
            <a:off x="376809" y="1334279"/>
            <a:ext cx="11177401" cy="4821102"/>
          </a:xfrm>
          <a:prstGeom prst="rect">
            <a:avLst/>
          </a:prstGeom>
          <a:noFill/>
          <a:ln>
            <a:noFill/>
          </a:ln>
        </p:spPr>
        <p:txBody>
          <a:bodyPr spcFirstLastPara="1" wrap="square" lIns="91425" tIns="45700" rIns="91425" bIns="45700" anchor="t" anchorCtr="0">
            <a:noAutofit/>
          </a:bodyPr>
          <a:lstStyle/>
          <a:p>
            <a:pPr marL="0" indent="0">
              <a:lnSpc>
                <a:spcPct val="100000"/>
              </a:lnSpc>
              <a:spcBef>
                <a:spcPts val="0"/>
              </a:spcBef>
              <a:buSzPts val="3000"/>
              <a:buNone/>
            </a:pPr>
            <a:r>
              <a:rPr lang="en-US" sz="2400" dirty="0">
                <a:solidFill>
                  <a:schemeClr val="dk1"/>
                </a:solidFill>
                <a:latin typeface="Atkinson Hyperlegible Next"/>
                <a:ea typeface="Arial"/>
                <a:cs typeface="Arial"/>
                <a:sym typeface="Arial"/>
              </a:rPr>
              <a:t>Talk to the person next to you and answer these questions.</a:t>
            </a:r>
          </a:p>
          <a:p>
            <a:pPr marL="285750" indent="-285750">
              <a:lnSpc>
                <a:spcPct val="100000"/>
              </a:lnSpc>
              <a:spcBef>
                <a:spcPts val="0"/>
              </a:spcBef>
              <a:buSzPts val="3000"/>
            </a:pPr>
            <a:endParaRPr lang="en-US" sz="2400" dirty="0">
              <a:latin typeface="Atkinson Hyperlegible Next"/>
              <a:ea typeface="Arial"/>
              <a:cs typeface="Arial"/>
              <a:sym typeface="Arial"/>
            </a:endParaRPr>
          </a:p>
          <a:p>
            <a:pPr marL="285750" indent="-285750">
              <a:lnSpc>
                <a:spcPct val="100000"/>
              </a:lnSpc>
              <a:spcBef>
                <a:spcPts val="0"/>
              </a:spcBef>
              <a:buSzPts val="3000"/>
            </a:pPr>
            <a:r>
              <a:rPr lang="en-US" sz="2400" dirty="0">
                <a:solidFill>
                  <a:schemeClr val="dk1"/>
                </a:solidFill>
                <a:latin typeface="Atkinson Hyperlegible Next"/>
                <a:ea typeface="Arial"/>
                <a:cs typeface="Arial"/>
                <a:sym typeface="Arial"/>
              </a:rPr>
              <a:t>Question 1</a:t>
            </a:r>
          </a:p>
          <a:p>
            <a:pPr marL="285750" indent="-285750">
              <a:lnSpc>
                <a:spcPct val="100000"/>
              </a:lnSpc>
              <a:spcBef>
                <a:spcPts val="0"/>
              </a:spcBef>
              <a:buSzPts val="3000"/>
            </a:pPr>
            <a:r>
              <a:rPr lang="en-US" sz="2400" dirty="0">
                <a:latin typeface="Atkinson Hyperlegible Next"/>
                <a:ea typeface="Arial"/>
                <a:cs typeface="Arial"/>
                <a:sym typeface="Arial"/>
              </a:rPr>
              <a:t>Question 2</a:t>
            </a:r>
            <a:endParaRPr lang="en-US" sz="2400" dirty="0">
              <a:solidFill>
                <a:schemeClr val="dk1"/>
              </a:solidFill>
              <a:latin typeface="Atkinson Hyperlegible Next"/>
              <a:ea typeface="Arial"/>
              <a:cs typeface="Arial"/>
              <a:sym typeface="Arial"/>
            </a:endParaRPr>
          </a:p>
          <a:p>
            <a:pPr marL="285750" indent="-285750">
              <a:lnSpc>
                <a:spcPct val="100000"/>
              </a:lnSpc>
              <a:spcBef>
                <a:spcPts val="0"/>
              </a:spcBef>
              <a:buSzPts val="3000"/>
            </a:pPr>
            <a:endParaRPr sz="2400" dirty="0">
              <a:solidFill>
                <a:schemeClr val="dk1"/>
              </a:solidFill>
              <a:latin typeface="Atkinson Hyperlegible Next"/>
              <a:ea typeface="Arial"/>
              <a:cs typeface="Arial"/>
              <a:sym typeface="Arial"/>
            </a:endParaRPr>
          </a:p>
        </p:txBody>
      </p:sp>
      <p:sp>
        <p:nvSpPr>
          <p:cNvPr id="119" name="Google Shape;119;p29">
            <a:extLst>
              <a:ext uri="{FF2B5EF4-FFF2-40B4-BE49-F238E27FC236}">
                <a16:creationId xmlns:a16="http://schemas.microsoft.com/office/drawing/2014/main" id="{AADDCC56-907C-FD39-6E34-87042D08FA2E}"/>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Atkinson Hyperlegible Next"/>
              <a:ea typeface="Calibri"/>
              <a:cs typeface="Calibri"/>
              <a:sym typeface="Calibri"/>
            </a:endParaRPr>
          </a:p>
        </p:txBody>
      </p:sp>
      <p:sp>
        <p:nvSpPr>
          <p:cNvPr id="120" name="Google Shape;120;p29">
            <a:extLst>
              <a:ext uri="{FF2B5EF4-FFF2-40B4-BE49-F238E27FC236}">
                <a16:creationId xmlns:a16="http://schemas.microsoft.com/office/drawing/2014/main" id="{C941C760-8B23-A46D-5C4A-981290CB9EBC}"/>
              </a:ext>
            </a:extLst>
          </p:cNvPr>
          <p:cNvSpPr/>
          <p:nvPr>
            <p:ph type="title"/>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0" i="0" u="none" strike="noStrike" cap="none" dirty="0">
                <a:solidFill>
                  <a:schemeClr val="lt1"/>
                </a:solidFill>
                <a:latin typeface="Atkinson Hyperlegible Next"/>
                <a:ea typeface="Arial"/>
                <a:cs typeface="Arial"/>
                <a:sym typeface="Arial"/>
              </a:rPr>
              <a:t>Review – 5-minute partner discussion</a:t>
            </a:r>
            <a:endParaRPr sz="2400" b="0" i="0" u="none" strike="noStrike" cap="none" dirty="0">
              <a:solidFill>
                <a:schemeClr val="lt1"/>
              </a:solidFill>
              <a:latin typeface="Atkinson Hyperlegible Next"/>
              <a:ea typeface="Arial"/>
              <a:cs typeface="Arial"/>
              <a:sym typeface="Arial"/>
            </a:endParaRPr>
          </a:p>
        </p:txBody>
      </p:sp>
      <p:pic>
        <p:nvPicPr>
          <p:cNvPr id="121" name="Google Shape;121;p29">
            <a:extLst>
              <a:ext uri="{FF2B5EF4-FFF2-40B4-BE49-F238E27FC236}">
                <a16:creationId xmlns:a16="http://schemas.microsoft.com/office/drawing/2014/main" id="{C1984774-B7FA-53FC-ECBE-3FFBD377F556}"/>
              </a:ext>
            </a:extLst>
          </p:cNvPr>
          <p:cNvPicPr preferRelativeResize="0"/>
          <p:nvPr/>
        </p:nvPicPr>
        <p:blipFill rotWithShape="1">
          <a:blip r:embed="rId3">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D52648EA-0120-942E-FA7D-98B9C25F4F34}"/>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tkinson Hyperlegible Next"/>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9187DBB9-03BE-10E2-9B63-400A9675CEAD}"/>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73B542CF-2028-95AA-CCEF-91A8D02AD178}"/>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33141631-F3ED-2759-4D92-932A85BC40E3}"/>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E4D9BF8E-CB10-CAD2-7648-4939A5B564E5}"/>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tkinson Hyperlegible Next"/>
                <a:ea typeface="Arial"/>
                <a:cs typeface="Arial"/>
                <a:sym typeface="Arial"/>
              </a:endParaRPr>
            </a:p>
          </p:txBody>
        </p:sp>
      </p:grpSp>
    </p:spTree>
    <p:extLst>
      <p:ext uri="{BB962C8B-B14F-4D97-AF65-F5344CB8AC3E}">
        <p14:creationId xmlns:p14="http://schemas.microsoft.com/office/powerpoint/2010/main" val="170208083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275841FD-D14E-77AC-760B-C98E4D88C8D9}"/>
            </a:ext>
          </a:extLst>
        </p:cNvPr>
        <p:cNvGrpSpPr/>
        <p:nvPr/>
      </p:nvGrpSpPr>
      <p:grpSpPr>
        <a:xfrm>
          <a:off x="0" y="0"/>
          <a:ext cx="0" cy="0"/>
          <a:chOff x="0" y="0"/>
          <a:chExt cx="0" cy="0"/>
        </a:xfrm>
      </p:grpSpPr>
      <p:sp>
        <p:nvSpPr>
          <p:cNvPr id="118" name="Google Shape;118;p29">
            <a:extLst>
              <a:ext uri="{FF2B5EF4-FFF2-40B4-BE49-F238E27FC236}">
                <a16:creationId xmlns:a16="http://schemas.microsoft.com/office/drawing/2014/main" id="{A3B12240-FBE7-C432-98A9-C2883C24C714}"/>
              </a:ext>
            </a:extLst>
          </p:cNvPr>
          <p:cNvSpPr txBox="1">
            <a:spLocks noGrp="1"/>
          </p:cNvSpPr>
          <p:nvPr>
            <p:ph type="body" idx="1"/>
          </p:nvPr>
        </p:nvSpPr>
        <p:spPr>
          <a:xfrm>
            <a:off x="376809" y="1334279"/>
            <a:ext cx="11177401" cy="4821102"/>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3000"/>
              <a:buNone/>
            </a:pPr>
            <a:r>
              <a:rPr lang="en-US" sz="1800" b="1" dirty="0">
                <a:solidFill>
                  <a:srgbClr val="E84B36"/>
                </a:solidFill>
                <a:latin typeface="Atkinson Hyperlegible Next"/>
                <a:ea typeface="Arial"/>
                <a:cs typeface="Arial"/>
                <a:sym typeface="Arial"/>
              </a:rPr>
              <a:t>Office Hours:</a:t>
            </a:r>
            <a:endParaRPr lang="en-US" sz="2600" b="1" dirty="0">
              <a:solidFill>
                <a:srgbClr val="E84B36"/>
              </a:solidFill>
              <a:latin typeface="Atkinson Hyperlegible Next"/>
              <a:ea typeface="Arial"/>
              <a:cs typeface="Arial"/>
              <a:sym typeface="Arial"/>
            </a:endParaRPr>
          </a:p>
          <a:p>
            <a:pPr marL="285750" indent="-285750">
              <a:lnSpc>
                <a:spcPct val="100000"/>
              </a:lnSpc>
              <a:spcBef>
                <a:spcPts val="0"/>
              </a:spcBef>
              <a:buSzPts val="3000"/>
            </a:pPr>
            <a:r>
              <a:rPr lang="en-US" sz="1800" b="1" dirty="0">
                <a:solidFill>
                  <a:schemeClr val="dk1"/>
                </a:solidFill>
                <a:latin typeface="Atkinson Hyperlegible Next"/>
                <a:ea typeface="Arial"/>
                <a:cs typeface="Arial"/>
                <a:sym typeface="Arial"/>
              </a:rPr>
              <a:t>Monday: </a:t>
            </a:r>
            <a:r>
              <a:rPr lang="en-US" sz="1800" dirty="0">
                <a:solidFill>
                  <a:schemeClr val="dk1"/>
                </a:solidFill>
                <a:latin typeface="Atkinson Hyperlegible Next"/>
                <a:ea typeface="Arial"/>
                <a:cs typeface="Arial"/>
                <a:sym typeface="Arial"/>
              </a:rPr>
              <a:t>4-6 PM</a:t>
            </a:r>
            <a:r>
              <a:rPr lang="en-US" sz="1800" b="1" dirty="0">
                <a:solidFill>
                  <a:schemeClr val="dk1"/>
                </a:solidFill>
                <a:latin typeface="Atkinson Hyperlegible Next"/>
                <a:ea typeface="Arial"/>
                <a:cs typeface="Arial"/>
                <a:sym typeface="Arial"/>
              </a:rPr>
              <a:t>, </a:t>
            </a:r>
            <a:r>
              <a:rPr lang="en-US" sz="1800" dirty="0">
                <a:solidFill>
                  <a:schemeClr val="dk1"/>
                </a:solidFill>
                <a:latin typeface="Atkinson Hyperlegible Next"/>
                <a:ea typeface="Arial"/>
                <a:cs typeface="Arial"/>
                <a:sym typeface="Arial"/>
              </a:rPr>
              <a:t>Neel</a:t>
            </a:r>
          </a:p>
          <a:p>
            <a:pPr marL="285750" indent="-285750">
              <a:lnSpc>
                <a:spcPct val="100000"/>
              </a:lnSpc>
              <a:spcBef>
                <a:spcPts val="0"/>
              </a:spcBef>
              <a:buSzPts val="3000"/>
            </a:pPr>
            <a:r>
              <a:rPr lang="en-US" sz="1800" b="1" dirty="0">
                <a:latin typeface="Atkinson Hyperlegible Next"/>
                <a:ea typeface="Arial"/>
                <a:cs typeface="Arial"/>
                <a:sym typeface="Arial"/>
              </a:rPr>
              <a:t>Tuesday: </a:t>
            </a:r>
            <a:r>
              <a:rPr lang="en-US" sz="1800" dirty="0">
                <a:latin typeface="Atkinson Hyperlegible Next"/>
                <a:ea typeface="Arial"/>
                <a:cs typeface="Arial"/>
                <a:sym typeface="Arial"/>
              </a:rPr>
              <a:t>11-1 PM</a:t>
            </a:r>
            <a:r>
              <a:rPr lang="en-US" sz="1800" b="1" dirty="0">
                <a:latin typeface="Atkinson Hyperlegible Next"/>
                <a:ea typeface="Arial"/>
                <a:cs typeface="Arial"/>
                <a:sym typeface="Arial"/>
              </a:rPr>
              <a:t>, </a:t>
            </a:r>
            <a:r>
              <a:rPr lang="en-US" sz="1800" dirty="0">
                <a:latin typeface="Atkinson Hyperlegible Next"/>
                <a:ea typeface="Arial"/>
                <a:cs typeface="Arial"/>
                <a:sym typeface="Arial"/>
              </a:rPr>
              <a:t>Lakshmi</a:t>
            </a:r>
          </a:p>
          <a:p>
            <a:pPr marL="285750" indent="-285750">
              <a:lnSpc>
                <a:spcPct val="100000"/>
              </a:lnSpc>
              <a:spcBef>
                <a:spcPts val="0"/>
              </a:spcBef>
              <a:buSzPts val="3000"/>
            </a:pPr>
            <a:r>
              <a:rPr lang="en-US" sz="1800" b="1" dirty="0">
                <a:solidFill>
                  <a:schemeClr val="dk1"/>
                </a:solidFill>
                <a:latin typeface="Atkinson Hyperlegible Next"/>
                <a:ea typeface="Arial"/>
                <a:cs typeface="Arial"/>
                <a:sym typeface="Arial"/>
              </a:rPr>
              <a:t>Tuesday: </a:t>
            </a:r>
            <a:r>
              <a:rPr lang="en-US" sz="1800" dirty="0">
                <a:latin typeface="Atkinson Hyperlegible Next"/>
                <a:ea typeface="Arial"/>
                <a:cs typeface="Arial"/>
                <a:sym typeface="Arial"/>
              </a:rPr>
              <a:t>1-3 PM</a:t>
            </a:r>
            <a:r>
              <a:rPr lang="en-US" sz="1800" b="1" dirty="0">
                <a:latin typeface="Atkinson Hyperlegible Next"/>
                <a:ea typeface="Arial"/>
                <a:cs typeface="Arial"/>
                <a:sym typeface="Arial"/>
              </a:rPr>
              <a:t>, </a:t>
            </a:r>
            <a:r>
              <a:rPr lang="en-US" sz="1800" dirty="0">
                <a:latin typeface="Atkinson Hyperlegible Next"/>
                <a:ea typeface="Arial"/>
                <a:cs typeface="Arial"/>
                <a:sym typeface="Arial"/>
              </a:rPr>
              <a:t>Samuel</a:t>
            </a:r>
          </a:p>
          <a:p>
            <a:pPr marL="285750" indent="-285750">
              <a:lnSpc>
                <a:spcPct val="100000"/>
              </a:lnSpc>
              <a:spcBef>
                <a:spcPts val="0"/>
              </a:spcBef>
              <a:buSzPts val="3000"/>
            </a:pPr>
            <a:r>
              <a:rPr lang="en-US" sz="1800" b="1" dirty="0">
                <a:solidFill>
                  <a:schemeClr val="dk1"/>
                </a:solidFill>
                <a:latin typeface="Atkinson Hyperlegible Next"/>
                <a:ea typeface="Arial"/>
                <a:cs typeface="Arial"/>
                <a:sym typeface="Arial"/>
              </a:rPr>
              <a:t>Tuesday: </a:t>
            </a:r>
            <a:r>
              <a:rPr lang="en-US" sz="1800" dirty="0">
                <a:solidFill>
                  <a:schemeClr val="dk1"/>
                </a:solidFill>
                <a:latin typeface="Atkinson Hyperlegible Next"/>
                <a:ea typeface="Arial"/>
                <a:cs typeface="Arial"/>
                <a:sym typeface="Arial"/>
              </a:rPr>
              <a:t>2-5 PM</a:t>
            </a:r>
            <a:r>
              <a:rPr lang="en-US" sz="1800" b="1" dirty="0">
                <a:solidFill>
                  <a:schemeClr val="dk1"/>
                </a:solidFill>
                <a:latin typeface="Atkinson Hyperlegible Next"/>
                <a:ea typeface="Arial"/>
                <a:cs typeface="Arial"/>
                <a:sym typeface="Arial"/>
              </a:rPr>
              <a:t>, </a:t>
            </a:r>
            <a:r>
              <a:rPr lang="en-US" sz="1800" dirty="0">
                <a:solidFill>
                  <a:schemeClr val="dk1"/>
                </a:solidFill>
                <a:latin typeface="Atkinson Hyperlegible Next"/>
                <a:ea typeface="Arial"/>
                <a:cs typeface="Arial"/>
                <a:sym typeface="Arial"/>
              </a:rPr>
              <a:t>Dan &amp; Marius</a:t>
            </a:r>
          </a:p>
          <a:p>
            <a:pPr marL="285750" indent="-285750">
              <a:lnSpc>
                <a:spcPct val="100000"/>
              </a:lnSpc>
              <a:spcBef>
                <a:spcPts val="0"/>
              </a:spcBef>
              <a:buSzPts val="3000"/>
            </a:pPr>
            <a:endParaRPr lang="en-US" sz="1800" b="1" dirty="0">
              <a:latin typeface="Atkinson Hyperlegible Next"/>
              <a:ea typeface="Arial"/>
              <a:cs typeface="Arial"/>
              <a:sym typeface="Arial"/>
            </a:endParaRPr>
          </a:p>
          <a:p>
            <a:pPr marL="0" indent="0">
              <a:lnSpc>
                <a:spcPct val="100000"/>
              </a:lnSpc>
              <a:spcBef>
                <a:spcPts val="0"/>
              </a:spcBef>
              <a:buSzPts val="3000"/>
              <a:buNone/>
            </a:pPr>
            <a:r>
              <a:rPr lang="en-US" sz="1800" b="1" dirty="0">
                <a:solidFill>
                  <a:srgbClr val="E84B36"/>
                </a:solidFill>
                <a:latin typeface="Atkinson Hyperlegible Next"/>
                <a:ea typeface="Arial"/>
                <a:cs typeface="Arial"/>
                <a:sym typeface="Arial"/>
              </a:rPr>
              <a:t>Lab: </a:t>
            </a:r>
            <a:r>
              <a:rPr lang="en-US" sz="1800" dirty="0">
                <a:latin typeface="Atkinson Hyperlegible Next"/>
                <a:ea typeface="Arial"/>
                <a:cs typeface="Arial"/>
                <a:sym typeface="Arial"/>
              </a:rPr>
              <a:t>Starting Lab X this week. This a X-week lab!</a:t>
            </a:r>
            <a:endParaRPr lang="en-US" sz="1800" dirty="0">
              <a:solidFill>
                <a:srgbClr val="E84B36"/>
              </a:solidFill>
              <a:latin typeface="Atkinson Hyperlegible Next"/>
              <a:ea typeface="Arial"/>
              <a:cs typeface="Arial"/>
              <a:sym typeface="Arial"/>
            </a:endParaRPr>
          </a:p>
          <a:p>
            <a:pPr marL="0" indent="0">
              <a:lnSpc>
                <a:spcPct val="100000"/>
              </a:lnSpc>
              <a:spcBef>
                <a:spcPts val="0"/>
              </a:spcBef>
              <a:buSzPts val="3000"/>
              <a:buNone/>
            </a:pPr>
            <a:endParaRPr lang="en-US" sz="1800" b="1" dirty="0">
              <a:solidFill>
                <a:srgbClr val="E84B36"/>
              </a:solidFill>
              <a:latin typeface="Atkinson Hyperlegible Next"/>
              <a:ea typeface="Arial"/>
              <a:cs typeface="Arial"/>
              <a:sym typeface="Arial"/>
            </a:endParaRPr>
          </a:p>
          <a:p>
            <a:pPr marL="0" indent="0">
              <a:lnSpc>
                <a:spcPct val="100000"/>
              </a:lnSpc>
              <a:spcBef>
                <a:spcPts val="0"/>
              </a:spcBef>
              <a:buSzPts val="3000"/>
              <a:buNone/>
            </a:pPr>
            <a:r>
              <a:rPr lang="en-US" sz="1800" b="1" dirty="0" err="1">
                <a:solidFill>
                  <a:srgbClr val="E84B36"/>
                </a:solidFill>
                <a:latin typeface="Atkinson Hyperlegible Next"/>
                <a:ea typeface="Arial"/>
                <a:cs typeface="Arial"/>
                <a:sym typeface="Arial"/>
              </a:rPr>
              <a:t>Homeworks</a:t>
            </a:r>
            <a:r>
              <a:rPr lang="en-US" sz="1800" b="1" dirty="0">
                <a:solidFill>
                  <a:srgbClr val="E84B36"/>
                </a:solidFill>
                <a:latin typeface="Atkinson Hyperlegible Next"/>
                <a:ea typeface="Arial"/>
                <a:cs typeface="Arial"/>
                <a:sym typeface="Arial"/>
              </a:rPr>
              <a:t>:</a:t>
            </a:r>
          </a:p>
          <a:p>
            <a:pPr marL="285750" indent="-285750">
              <a:lnSpc>
                <a:spcPct val="100000"/>
              </a:lnSpc>
              <a:spcBef>
                <a:spcPts val="0"/>
              </a:spcBef>
              <a:buSzPts val="3000"/>
            </a:pPr>
            <a:r>
              <a:rPr lang="en-US" sz="1800" dirty="0">
                <a:latin typeface="Atkinson Hyperlegible Next"/>
                <a:ea typeface="Arial"/>
                <a:cs typeface="Arial"/>
                <a:sym typeface="Arial"/>
              </a:rPr>
              <a:t>Check-offs for …</a:t>
            </a:r>
            <a:endParaRPr lang="en-US" sz="1800" b="1" dirty="0">
              <a:latin typeface="Atkinson Hyperlegible Next"/>
              <a:ea typeface="Arial"/>
              <a:cs typeface="Arial"/>
              <a:sym typeface="Arial"/>
            </a:endParaRPr>
          </a:p>
        </p:txBody>
      </p:sp>
      <p:sp>
        <p:nvSpPr>
          <p:cNvPr id="119" name="Google Shape;119;p29">
            <a:extLst>
              <a:ext uri="{FF2B5EF4-FFF2-40B4-BE49-F238E27FC236}">
                <a16:creationId xmlns:a16="http://schemas.microsoft.com/office/drawing/2014/main" id="{28F4DC60-5615-4235-EF8F-749635053A2B}"/>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Atkinson Hyperlegible Next"/>
              <a:ea typeface="Calibri"/>
              <a:cs typeface="Calibri"/>
              <a:sym typeface="Calibri"/>
            </a:endParaRPr>
          </a:p>
        </p:txBody>
      </p:sp>
      <p:sp>
        <p:nvSpPr>
          <p:cNvPr id="120" name="Google Shape;120;p29">
            <a:extLst>
              <a:ext uri="{FF2B5EF4-FFF2-40B4-BE49-F238E27FC236}">
                <a16:creationId xmlns:a16="http://schemas.microsoft.com/office/drawing/2014/main" id="{C7341C0B-3353-6FAC-59B6-1BC184B1DEE7}"/>
              </a:ext>
            </a:extLst>
          </p:cNvPr>
          <p:cNvSpPr/>
          <p:nvPr>
            <p:ph type="title"/>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0" i="0" u="none" strike="noStrike" cap="none" dirty="0">
                <a:solidFill>
                  <a:schemeClr val="lt1"/>
                </a:solidFill>
                <a:latin typeface="Atkinson Hyperlegible Next"/>
                <a:ea typeface="Arial"/>
                <a:cs typeface="Arial"/>
                <a:sym typeface="Arial"/>
              </a:rPr>
              <a:t>Reminders</a:t>
            </a:r>
            <a:endParaRPr sz="2400" b="0" i="0" u="none" strike="noStrike" cap="none" dirty="0">
              <a:solidFill>
                <a:schemeClr val="lt1"/>
              </a:solidFill>
              <a:latin typeface="Atkinson Hyperlegible Next"/>
              <a:ea typeface="Arial"/>
              <a:cs typeface="Arial"/>
              <a:sym typeface="Arial"/>
            </a:endParaRPr>
          </a:p>
        </p:txBody>
      </p:sp>
      <p:pic>
        <p:nvPicPr>
          <p:cNvPr id="121" name="Google Shape;121;p29">
            <a:extLst>
              <a:ext uri="{FF2B5EF4-FFF2-40B4-BE49-F238E27FC236}">
                <a16:creationId xmlns:a16="http://schemas.microsoft.com/office/drawing/2014/main" id="{25A7A3C5-2C94-DFDE-B6CE-1AA71BB909D6}"/>
              </a:ext>
            </a:extLst>
          </p:cNvPr>
          <p:cNvPicPr preferRelativeResize="0"/>
          <p:nvPr/>
        </p:nvPicPr>
        <p:blipFill rotWithShape="1">
          <a:blip r:embed="rId3">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531F53DB-DB9B-6876-2739-ED5A2DD2AF69}"/>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tkinson Hyperlegible Next"/>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4656C000-32C7-7004-5110-9F4CDD9B5029}"/>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BCD0378D-0FED-2133-BE9C-D95394C460C3}"/>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E1170382-A03B-CBAF-126E-BC0414D20EC0}"/>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838B4CC3-ADE6-376F-FF48-9094A8F0ECD8}"/>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tkinson Hyperlegible Next"/>
                <a:ea typeface="Arial"/>
                <a:cs typeface="Arial"/>
                <a:sym typeface="Arial"/>
              </a:endParaRPr>
            </a:p>
          </p:txBody>
        </p:sp>
      </p:grpSp>
    </p:spTree>
    <p:extLst>
      <p:ext uri="{BB962C8B-B14F-4D97-AF65-F5344CB8AC3E}">
        <p14:creationId xmlns:p14="http://schemas.microsoft.com/office/powerpoint/2010/main" val="383281291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88">
          <a:extLst>
            <a:ext uri="{FF2B5EF4-FFF2-40B4-BE49-F238E27FC236}">
              <a16:creationId xmlns:a16="http://schemas.microsoft.com/office/drawing/2014/main" id="{8AF3B574-1FB7-47D8-7C3B-2D8B80C1B71E}"/>
            </a:ext>
          </a:extLst>
        </p:cNvPr>
        <p:cNvGrpSpPr/>
        <p:nvPr/>
      </p:nvGrpSpPr>
      <p:grpSpPr>
        <a:xfrm>
          <a:off x="0" y="0"/>
          <a:ext cx="0" cy="0"/>
          <a:chOff x="0" y="0"/>
          <a:chExt cx="0" cy="0"/>
        </a:xfrm>
      </p:grpSpPr>
      <p:grpSp>
        <p:nvGrpSpPr>
          <p:cNvPr id="2" name="Group 1">
            <a:extLst>
              <a:ext uri="{FF2B5EF4-FFF2-40B4-BE49-F238E27FC236}">
                <a16:creationId xmlns:a16="http://schemas.microsoft.com/office/drawing/2014/main" id="{018C368B-FE2D-5B17-BE43-7465482AEBFA}"/>
              </a:ext>
            </a:extLst>
          </p:cNvPr>
          <p:cNvGrpSpPr/>
          <p:nvPr/>
        </p:nvGrpSpPr>
        <p:grpSpPr>
          <a:xfrm>
            <a:off x="1441528" y="2296815"/>
            <a:ext cx="9308941" cy="2264370"/>
            <a:chOff x="1441528" y="1491040"/>
            <a:chExt cx="9308941" cy="2264370"/>
          </a:xfrm>
        </p:grpSpPr>
        <p:sp>
          <p:nvSpPr>
            <p:cNvPr id="89" name="Google Shape;89;p27">
              <a:extLst>
                <a:ext uri="{FF2B5EF4-FFF2-40B4-BE49-F238E27FC236}">
                  <a16:creationId xmlns:a16="http://schemas.microsoft.com/office/drawing/2014/main" id="{BCBC3FB6-47F6-7775-CB52-E1D0141B8A3F}"/>
                </a:ext>
              </a:extLst>
            </p:cNvPr>
            <p:cNvSpPr/>
            <p:nvPr>
              <p:ph type="title"/>
            </p:nvPr>
          </p:nvSpPr>
          <p:spPr>
            <a:xfrm>
              <a:off x="2206906" y="1491040"/>
              <a:ext cx="7778187" cy="1015663"/>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6000"/>
                <a:buFont typeface="Arial"/>
                <a:buNone/>
              </a:pPr>
              <a:r>
                <a:rPr lang="en-US" sz="6000" b="1" i="0" u="none" strike="noStrike" cap="none" dirty="0">
                  <a:solidFill>
                    <a:schemeClr val="lt1"/>
                  </a:solidFill>
                  <a:latin typeface="Atkinson Hyperlegible Next"/>
                  <a:ea typeface="Arial"/>
                  <a:cs typeface="Arial"/>
                  <a:sym typeface="Arial"/>
                </a:rPr>
                <a:t>Questions?</a:t>
              </a:r>
              <a:endParaRPr sz="1400" b="0" i="0" u="none" strike="noStrike" cap="none" dirty="0">
                <a:solidFill>
                  <a:srgbClr val="000000"/>
                </a:solidFill>
                <a:latin typeface="Atkinson Hyperlegible Next"/>
                <a:ea typeface="Arial"/>
                <a:cs typeface="Arial"/>
                <a:sym typeface="Arial"/>
              </a:endParaRPr>
            </a:p>
          </p:txBody>
        </p:sp>
        <p:sp>
          <p:nvSpPr>
            <p:cNvPr id="90" name="Google Shape;90;p27">
              <a:extLst>
                <a:ext uri="{FF2B5EF4-FFF2-40B4-BE49-F238E27FC236}">
                  <a16:creationId xmlns:a16="http://schemas.microsoft.com/office/drawing/2014/main" id="{D56A7593-AC73-7040-DB5D-E69F313BBDE7}"/>
                </a:ext>
              </a:extLst>
            </p:cNvPr>
            <p:cNvSpPr txBox="1"/>
            <p:nvPr/>
          </p:nvSpPr>
          <p:spPr>
            <a:xfrm>
              <a:off x="1441528" y="3232230"/>
              <a:ext cx="9308941" cy="52318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2800"/>
                <a:buFont typeface="Arial"/>
                <a:buNone/>
              </a:pPr>
              <a:r>
                <a:rPr lang="en-US" sz="2800" b="0" i="0" u="none" strike="noStrike" cap="none" dirty="0">
                  <a:solidFill>
                    <a:schemeClr val="lt1"/>
                  </a:solidFill>
                  <a:latin typeface="Atkinson Hyperlegible Next"/>
                  <a:ea typeface="Arial"/>
                  <a:cs typeface="Arial"/>
                  <a:sym typeface="Arial"/>
                </a:rPr>
                <a:t>Homework, Lab, LabVIEW?</a:t>
              </a:r>
              <a:endParaRPr sz="1800" b="0" i="0" u="none" strike="noStrike" cap="none" dirty="0">
                <a:solidFill>
                  <a:schemeClr val="lt1"/>
                </a:solidFill>
                <a:latin typeface="Atkinson Hyperlegible Next"/>
                <a:ea typeface="Arial"/>
                <a:cs typeface="Arial"/>
                <a:sym typeface="Arial"/>
              </a:endParaRPr>
            </a:p>
          </p:txBody>
        </p:sp>
        <p:cxnSp>
          <p:nvCxnSpPr>
            <p:cNvPr id="92" name="Google Shape;92;p27">
              <a:extLst>
                <a:ext uri="{FF2B5EF4-FFF2-40B4-BE49-F238E27FC236}">
                  <a16:creationId xmlns:a16="http://schemas.microsoft.com/office/drawing/2014/main" id="{BFE751B6-CF4D-273E-D560-6B4D883779FC}"/>
                </a:ext>
              </a:extLst>
            </p:cNvPr>
            <p:cNvCxnSpPr/>
            <p:nvPr/>
          </p:nvCxnSpPr>
          <p:spPr>
            <a:xfrm>
              <a:off x="4426226" y="2676939"/>
              <a:ext cx="3379304" cy="0"/>
            </a:xfrm>
            <a:prstGeom prst="straightConnector1">
              <a:avLst/>
            </a:prstGeom>
            <a:noFill/>
            <a:ln w="19050" cap="flat" cmpd="sng">
              <a:solidFill>
                <a:srgbClr val="E84B36"/>
              </a:solidFill>
              <a:prstDash val="solid"/>
              <a:round/>
              <a:headEnd type="none" w="sm" len="sm"/>
              <a:tailEnd type="none" w="sm" len="sm"/>
            </a:ln>
          </p:spPr>
        </p:cxnSp>
        <p:cxnSp>
          <p:nvCxnSpPr>
            <p:cNvPr id="93" name="Google Shape;93;p27">
              <a:extLst>
                <a:ext uri="{FF2B5EF4-FFF2-40B4-BE49-F238E27FC236}">
                  <a16:creationId xmlns:a16="http://schemas.microsoft.com/office/drawing/2014/main" id="{A7768501-64BD-D022-44D2-3CA620B502C6}"/>
                </a:ext>
              </a:extLst>
            </p:cNvPr>
            <p:cNvCxnSpPr/>
            <p:nvPr/>
          </p:nvCxnSpPr>
          <p:spPr>
            <a:xfrm rot="10800000" flipH="1">
              <a:off x="3943790" y="2676939"/>
              <a:ext cx="482436" cy="322845"/>
            </a:xfrm>
            <a:prstGeom prst="straightConnector1">
              <a:avLst/>
            </a:prstGeom>
            <a:noFill/>
            <a:ln w="19050" cap="flat" cmpd="sng">
              <a:solidFill>
                <a:srgbClr val="E84B36"/>
              </a:solidFill>
              <a:prstDash val="solid"/>
              <a:round/>
              <a:headEnd type="none" w="sm" len="sm"/>
              <a:tailEnd type="none" w="sm" len="sm"/>
            </a:ln>
          </p:spPr>
        </p:cxnSp>
      </p:grpSp>
      <p:pic>
        <p:nvPicPr>
          <p:cNvPr id="94" name="Google Shape;94;p27">
            <a:extLst>
              <a:ext uri="{FF2B5EF4-FFF2-40B4-BE49-F238E27FC236}">
                <a16:creationId xmlns:a16="http://schemas.microsoft.com/office/drawing/2014/main" id="{19915C55-6271-9B95-62A4-D901C77AA9DE}"/>
              </a:ext>
            </a:extLst>
          </p:cNvPr>
          <p:cNvPicPr preferRelativeResize="0"/>
          <p:nvPr/>
        </p:nvPicPr>
        <p:blipFill rotWithShape="1">
          <a:blip r:embed="rId4">
            <a:alphaModFix/>
          </a:blip>
          <a:srcRect/>
          <a:stretch/>
        </p:blipFill>
        <p:spPr>
          <a:xfrm>
            <a:off x="11557509" y="233819"/>
            <a:ext cx="271308" cy="389810"/>
          </a:xfrm>
          <a:prstGeom prst="rect">
            <a:avLst/>
          </a:prstGeom>
          <a:noFill/>
          <a:ln>
            <a:noFill/>
          </a:ln>
        </p:spPr>
      </p:pic>
      <p:sp>
        <p:nvSpPr>
          <p:cNvPr id="95" name="Google Shape;95;p27">
            <a:extLst>
              <a:ext uri="{FF2B5EF4-FFF2-40B4-BE49-F238E27FC236}">
                <a16:creationId xmlns:a16="http://schemas.microsoft.com/office/drawing/2014/main" id="{96534BB9-415B-75C5-14DF-605417B1EA0F}"/>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chemeClr val="lt1"/>
                </a:solidFill>
                <a:latin typeface="Atkinson Hyperlegible Next"/>
                <a:ea typeface="Arial"/>
                <a:cs typeface="Arial"/>
                <a:sym typeface="Arial"/>
              </a:rPr>
              <a:t>GRAINGER ENGINEERING</a:t>
            </a:r>
            <a:endParaRPr/>
          </a:p>
        </p:txBody>
      </p:sp>
      <p:sp>
        <p:nvSpPr>
          <p:cNvPr id="96" name="Google Shape;96;p27">
            <a:extLst>
              <a:ext uri="{FF2B5EF4-FFF2-40B4-BE49-F238E27FC236}">
                <a16:creationId xmlns:a16="http://schemas.microsoft.com/office/drawing/2014/main" id="{A8493C96-336F-E402-218B-5C13C8F047B5}"/>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chemeClr val="lt1"/>
                </a:solidFill>
              </a:rPr>
              <a:t>SYSTEMS ENGINEERING </a:t>
            </a:r>
            <a:endParaRPr dirty="0"/>
          </a:p>
        </p:txBody>
      </p:sp>
      <p:grpSp>
        <p:nvGrpSpPr>
          <p:cNvPr id="97" name="Google Shape;97;p27">
            <a:extLst>
              <a:ext uri="{FF2B5EF4-FFF2-40B4-BE49-F238E27FC236}">
                <a16:creationId xmlns:a16="http://schemas.microsoft.com/office/drawing/2014/main" id="{33C3076B-D3BE-042B-369B-996B00F03F2C}"/>
              </a:ext>
            </a:extLst>
          </p:cNvPr>
          <p:cNvGrpSpPr/>
          <p:nvPr/>
        </p:nvGrpSpPr>
        <p:grpSpPr>
          <a:xfrm>
            <a:off x="4066674" y="6601537"/>
            <a:ext cx="5233412" cy="70446"/>
            <a:chOff x="4033424" y="6601537"/>
            <a:chExt cx="5233412" cy="70446"/>
          </a:xfrm>
        </p:grpSpPr>
        <p:cxnSp>
          <p:nvCxnSpPr>
            <p:cNvPr id="98" name="Google Shape;98;p27">
              <a:extLst>
                <a:ext uri="{FF2B5EF4-FFF2-40B4-BE49-F238E27FC236}">
                  <a16:creationId xmlns:a16="http://schemas.microsoft.com/office/drawing/2014/main" id="{A886A22C-18CA-ADCE-8A13-5D51F5F174D3}"/>
                </a:ext>
              </a:extLst>
            </p:cNvPr>
            <p:cNvCxnSpPr/>
            <p:nvPr/>
          </p:nvCxnSpPr>
          <p:spPr>
            <a:xfrm rot="10800000">
              <a:off x="4033424" y="6639606"/>
              <a:ext cx="5164651" cy="0"/>
            </a:xfrm>
            <a:prstGeom prst="straightConnector1">
              <a:avLst/>
            </a:prstGeom>
            <a:noFill/>
            <a:ln w="9525" cap="flat" cmpd="sng">
              <a:solidFill>
                <a:schemeClr val="lt1"/>
              </a:solidFill>
              <a:prstDash val="solid"/>
              <a:round/>
              <a:headEnd type="none" w="sm" len="sm"/>
              <a:tailEnd type="none" w="sm" len="sm"/>
            </a:ln>
          </p:spPr>
        </p:cxnSp>
        <p:sp>
          <p:nvSpPr>
            <p:cNvPr id="99" name="Google Shape;99;p27">
              <a:extLst>
                <a:ext uri="{FF2B5EF4-FFF2-40B4-BE49-F238E27FC236}">
                  <a16:creationId xmlns:a16="http://schemas.microsoft.com/office/drawing/2014/main" id="{F5546652-0DF2-2B1B-5CB6-25C023D4F23A}"/>
                </a:ext>
              </a:extLst>
            </p:cNvPr>
            <p:cNvSpPr/>
            <p:nvPr/>
          </p:nvSpPr>
          <p:spPr>
            <a:xfrm>
              <a:off x="9196390" y="6601537"/>
              <a:ext cx="70446" cy="70446"/>
            </a:xfrm>
            <a:prstGeom prst="ellipse">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tkinson Hyperlegible Next"/>
                <a:ea typeface="Arial"/>
                <a:cs typeface="Arial"/>
                <a:sym typeface="Arial"/>
              </a:endParaRPr>
            </a:p>
          </p:txBody>
        </p:sp>
      </p:grpSp>
    </p:spTree>
    <p:extLst>
      <p:ext uri="{BB962C8B-B14F-4D97-AF65-F5344CB8AC3E}">
        <p14:creationId xmlns:p14="http://schemas.microsoft.com/office/powerpoint/2010/main" val="213065661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103"/>
        <p:cNvGrpSpPr/>
        <p:nvPr/>
      </p:nvGrpSpPr>
      <p:grpSpPr>
        <a:xfrm>
          <a:off x="0" y="0"/>
          <a:ext cx="0" cy="0"/>
          <a:chOff x="0" y="0"/>
          <a:chExt cx="0" cy="0"/>
        </a:xfrm>
      </p:grpSpPr>
      <p:sp>
        <p:nvSpPr>
          <p:cNvPr id="104" name="Google Shape;104;p28"/>
          <p:cNvSpPr/>
          <p:nvPr>
            <p:ph type="title"/>
          </p:nvPr>
        </p:nvSpPr>
        <p:spPr>
          <a:xfrm>
            <a:off x="1295400" y="2948490"/>
            <a:ext cx="9601200" cy="1338788"/>
          </a:xfrm>
          <a:prstGeom prst="rect">
            <a:avLst/>
          </a:prstGeom>
          <a:noFill/>
          <a:ln>
            <a:noFill/>
          </a:ln>
        </p:spPr>
        <p:txBody>
          <a:bodyPr spcFirstLastPara="1" wrap="square" lIns="91425" tIns="45700" rIns="91425" bIns="45700" anchor="ctr" anchorCtr="0">
            <a:spAutoFit/>
          </a:bodyPr>
          <a:lstStyle/>
          <a:p>
            <a:pPr marL="0" marR="0" lvl="0" indent="0" algn="ctr" rtl="0">
              <a:lnSpc>
                <a:spcPct val="100000"/>
              </a:lnSpc>
              <a:spcBef>
                <a:spcPts val="0"/>
              </a:spcBef>
              <a:spcAft>
                <a:spcPts val="0"/>
              </a:spcAft>
              <a:buClr>
                <a:srgbClr val="000000"/>
              </a:buClr>
              <a:buSzPts val="4500"/>
              <a:buFont typeface="Arial"/>
              <a:buNone/>
            </a:pPr>
            <a:r>
              <a:rPr lang="en-US" sz="4500" b="1" i="0" u="none" strike="noStrike" cap="none">
                <a:solidFill>
                  <a:srgbClr val="15264B"/>
                </a:solidFill>
                <a:latin typeface="Atkinson Hyperlegible Next"/>
                <a:ea typeface="Arial"/>
                <a:cs typeface="Arial"/>
                <a:sym typeface="Arial"/>
              </a:rPr>
              <a:t>Heading</a:t>
            </a:r>
            <a:endParaRPr i="0" b="0" sz="1400">
              <a:solidFill>
                <a:srgbClr val="000000"/>
              </a:solidFill>
            </a:endParaRPr>
          </a:p>
          <a:p>
            <a:pPr marL="0" marR="0" lvl="0" indent="0" algn="ctr" rtl="0">
              <a:lnSpc>
                <a:spcPct val="100000"/>
              </a:lnSpc>
              <a:spcBef>
                <a:spcPts val="0"/>
              </a:spcBef>
              <a:spcAft>
                <a:spcPts val="0"/>
              </a:spcAft>
              <a:buClr>
                <a:srgbClr val="000000"/>
              </a:buClr>
              <a:buSzPts val="1800"/>
              <a:buFont typeface="Arial"/>
              <a:buNone/>
            </a:pPr>
            <a:endParaRPr sz="1800" b="1" i="0" u="none" strike="noStrike" cap="none">
              <a:solidFill>
                <a:srgbClr val="15264B"/>
              </a:solidFill>
              <a:latin typeface="Atkinson Hyperlegible Next"/>
              <a:ea typeface="Arial"/>
              <a:cs typeface="Arial"/>
              <a:sym typeface="Arial"/>
            </a:endParaRPr>
          </a:p>
          <a:p>
            <a:pPr marL="0" marR="0" lvl="0" indent="0" algn="ctr" rtl="0">
              <a:lnSpc>
                <a:spcPct val="100000"/>
              </a:lnSpc>
              <a:spcBef>
                <a:spcPts val="0"/>
              </a:spcBef>
              <a:spcAft>
                <a:spcPts val="0"/>
              </a:spcAft>
              <a:buNone/>
            </a:pPr>
            <a:r>
              <a:rPr lang="en-US" sz="1800" b="0" i="0" u="none" strike="noStrike" cap="none">
                <a:solidFill>
                  <a:srgbClr val="15264B"/>
                </a:solidFill>
                <a:latin typeface="Atkinson Hyperlegible Next"/>
                <a:ea typeface="Arial"/>
                <a:cs typeface="Arial"/>
                <a:sym typeface="Arial"/>
              </a:rPr>
              <a:t>(Main section divider slide option two, or transition slide.)</a:t>
            </a:r>
            <a:endParaRPr sz="1800" b="0" i="0" u="none" strike="noStrike" cap="none">
              <a:solidFill>
                <a:srgbClr val="15264B"/>
              </a:solidFill>
              <a:latin typeface="Atkinson Hyperlegible Next"/>
              <a:ea typeface="Arial"/>
              <a:cs typeface="Arial"/>
              <a:sym typeface="Arial"/>
            </a:endParaRPr>
          </a:p>
        </p:txBody>
      </p:sp>
      <p:grpSp>
        <p:nvGrpSpPr>
          <p:cNvPr id="105" name="Google Shape;105;p28"/>
          <p:cNvGrpSpPr/>
          <p:nvPr/>
        </p:nvGrpSpPr>
        <p:grpSpPr>
          <a:xfrm>
            <a:off x="3943790" y="2676939"/>
            <a:ext cx="3861740" cy="322845"/>
            <a:chOff x="3943790" y="2676939"/>
            <a:chExt cx="3861740" cy="322845"/>
          </a:xfrm>
        </p:grpSpPr>
        <p:cxnSp>
          <p:nvCxnSpPr>
            <p:cNvPr id="106" name="Google Shape;106;p28"/>
            <p:cNvCxnSpPr/>
            <p:nvPr/>
          </p:nvCxnSpPr>
          <p:spPr>
            <a:xfrm>
              <a:off x="4426226" y="2676939"/>
              <a:ext cx="3379304" cy="0"/>
            </a:xfrm>
            <a:prstGeom prst="straightConnector1">
              <a:avLst/>
            </a:prstGeom>
            <a:noFill/>
            <a:ln w="19050" cap="flat" cmpd="sng">
              <a:solidFill>
                <a:schemeClr val="lt1"/>
              </a:solidFill>
              <a:prstDash val="solid"/>
              <a:round/>
              <a:headEnd type="none" w="sm" len="sm"/>
              <a:tailEnd type="none" w="sm" len="sm"/>
            </a:ln>
          </p:spPr>
        </p:cxnSp>
        <p:cxnSp>
          <p:nvCxnSpPr>
            <p:cNvPr id="107" name="Google Shape;107;p28"/>
            <p:cNvCxnSpPr/>
            <p:nvPr/>
          </p:nvCxnSpPr>
          <p:spPr>
            <a:xfrm rot="10800000" flipH="1">
              <a:off x="3943790" y="2676939"/>
              <a:ext cx="482436" cy="322845"/>
            </a:xfrm>
            <a:prstGeom prst="straightConnector1">
              <a:avLst/>
            </a:prstGeom>
            <a:noFill/>
            <a:ln w="19050" cap="flat" cmpd="sng">
              <a:solidFill>
                <a:schemeClr val="lt1"/>
              </a:solidFill>
              <a:prstDash val="solid"/>
              <a:round/>
              <a:headEnd type="none" w="sm" len="sm"/>
              <a:tailEnd type="none" w="sm" len="sm"/>
            </a:ln>
          </p:spPr>
        </p:cxnSp>
      </p:grpSp>
      <p:pic>
        <p:nvPicPr>
          <p:cNvPr id="108" name="Google Shape;108;p28"/>
          <p:cNvPicPr preferRelativeResize="0"/>
          <p:nvPr/>
        </p:nvPicPr>
        <p:blipFill rotWithShape="1">
          <a:blip r:embed="rId4">
            <a:alphaModFix/>
          </a:blip>
          <a:srcRect/>
          <a:stretch/>
        </p:blipFill>
        <p:spPr>
          <a:xfrm>
            <a:off x="11557509" y="233819"/>
            <a:ext cx="271308" cy="389811"/>
          </a:xfrm>
          <a:prstGeom prst="rect">
            <a:avLst/>
          </a:prstGeom>
          <a:noFill/>
          <a:ln>
            <a:noFill/>
          </a:ln>
        </p:spPr>
      </p:pic>
      <p:sp>
        <p:nvSpPr>
          <p:cNvPr id="109" name="Google Shape;109;p28"/>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tkinson Hyperlegible Next"/>
                <a:ea typeface="Arial"/>
                <a:cs typeface="Arial"/>
                <a:sym typeface="Arial"/>
              </a:rPr>
              <a:t>GRAINGER ENGINEERING</a:t>
            </a:r>
            <a:endParaRPr/>
          </a:p>
        </p:txBody>
      </p:sp>
      <p:sp>
        <p:nvSpPr>
          <p:cNvPr id="110" name="Google Shape;110;p28"/>
          <p:cNvSpPr txBox="1"/>
          <p:nvPr/>
        </p:nvSpPr>
        <p:spPr>
          <a:xfrm>
            <a:off x="376807" y="6524381"/>
            <a:ext cx="7991400" cy="2307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a:t>
            </a:r>
            <a:endParaRPr dirty="0"/>
          </a:p>
        </p:txBody>
      </p:sp>
      <p:grpSp>
        <p:nvGrpSpPr>
          <p:cNvPr id="111" name="Google Shape;111;p28"/>
          <p:cNvGrpSpPr/>
          <p:nvPr/>
        </p:nvGrpSpPr>
        <p:grpSpPr>
          <a:xfrm>
            <a:off x="4066674" y="6601537"/>
            <a:ext cx="5233412" cy="70446"/>
            <a:chOff x="4033424" y="6601537"/>
            <a:chExt cx="5233412" cy="70446"/>
          </a:xfrm>
        </p:grpSpPr>
        <p:cxnSp>
          <p:nvCxnSpPr>
            <p:cNvPr id="112" name="Google Shape;112;p28"/>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13" name="Google Shape;113;p28"/>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tkinson Hyperlegible Next"/>
                <a:ea typeface="Arial"/>
                <a:cs typeface="Arial"/>
                <a:sym typeface="Arial"/>
              </a:endParaRPr>
            </a:p>
          </p:txBody>
        </p:sp>
      </p:gr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284C1449-3E0A-4861-9392-BE1442E4AF85}"/>
            </a:ext>
          </a:extLst>
        </p:cNvPr>
        <p:cNvGrpSpPr/>
        <p:nvPr/>
      </p:nvGrpSpPr>
      <p:grpSpPr>
        <a:xfrm>
          <a:off x="0" y="0"/>
          <a:ext cx="0" cy="0"/>
          <a:chOff x="0" y="0"/>
          <a:chExt cx="0" cy="0"/>
        </a:xfrm>
      </p:grpSpPr>
      <p:sp>
        <p:nvSpPr>
          <p:cNvPr id="118" name="Google Shape;118;p29">
            <a:extLst>
              <a:ext uri="{FF2B5EF4-FFF2-40B4-BE49-F238E27FC236}">
                <a16:creationId xmlns:a16="http://schemas.microsoft.com/office/drawing/2014/main" id="{90B82F22-2950-651A-368C-79B66C411823}"/>
              </a:ext>
            </a:extLst>
          </p:cNvPr>
          <p:cNvSpPr txBox="1">
            <a:spLocks noGrp="1"/>
          </p:cNvSpPr>
          <p:nvPr>
            <p:ph type="body" idx="1"/>
          </p:nvPr>
        </p:nvSpPr>
        <p:spPr>
          <a:xfrm>
            <a:off x="376809" y="1334279"/>
            <a:ext cx="11177401" cy="4821102"/>
          </a:xfrm>
          <a:prstGeom prst="rect">
            <a:avLst/>
          </a:prstGeom>
          <a:noFill/>
          <a:ln>
            <a:noFill/>
          </a:ln>
        </p:spPr>
        <p:txBody>
          <a:bodyPr spcFirstLastPara="1" wrap="square" lIns="91425" tIns="45700" rIns="91425" bIns="45700" anchor="t" anchorCtr="0">
            <a:noAutofit/>
          </a:bodyPr>
          <a:lstStyle/>
          <a:p>
            <a:pPr marL="0" indent="0">
              <a:lnSpc>
                <a:spcPct val="100000"/>
              </a:lnSpc>
              <a:spcBef>
                <a:spcPts val="0"/>
              </a:spcBef>
              <a:buSzPts val="3000"/>
              <a:buNone/>
            </a:pPr>
            <a:r>
              <a:rPr lang="en-US" sz="2400">
                <a:latin typeface="Atkinson Hyperlegible Next"/>
                <a:ea typeface="Arial"/>
                <a:cs typeface="Arial"/>
                <a:sym typeface="Arial"/>
              </a:rPr>
              <a:t>Empt</a:t>
            </a:r>
            <a:r>
              <a:rPr lang="en-US" sz="2400" dirty="0">
                <a:latin typeface="Atkinson Hyperlegible Next"/>
                <a:ea typeface="Arial"/>
                <a:cs typeface="Arial"/>
                <a:sym typeface="Arial"/>
              </a:rPr>
              <a:t>y</a:t>
            </a:r>
            <a:endParaRPr lang="en-US" sz="2400" dirty="0">
              <a:solidFill>
                <a:schemeClr val="dk1"/>
              </a:solidFill>
              <a:latin typeface="Atkinson Hyperlegible Next"/>
              <a:ea typeface="Arial"/>
              <a:cs typeface="Arial"/>
              <a:sym typeface="Arial"/>
            </a:endParaRPr>
          </a:p>
        </p:txBody>
      </p:sp>
      <p:sp>
        <p:nvSpPr>
          <p:cNvPr id="119" name="Google Shape;119;p29">
            <a:extLst>
              <a:ext uri="{FF2B5EF4-FFF2-40B4-BE49-F238E27FC236}">
                <a16:creationId xmlns:a16="http://schemas.microsoft.com/office/drawing/2014/main" id="{6A628A2B-B709-CACE-8F95-69BCFBA16850}"/>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Atkinson Hyperlegible Next"/>
              <a:ea typeface="Calibri"/>
              <a:cs typeface="Calibri"/>
              <a:sym typeface="Calibri"/>
            </a:endParaRPr>
          </a:p>
        </p:txBody>
      </p:sp>
      <p:sp>
        <p:nvSpPr>
          <p:cNvPr id="120" name="Google Shape;120;p29">
            <a:extLst>
              <a:ext uri="{FF2B5EF4-FFF2-40B4-BE49-F238E27FC236}">
                <a16:creationId xmlns:a16="http://schemas.microsoft.com/office/drawing/2014/main" id="{D0483023-EDBE-4389-5B7F-1D8932DD80A0}"/>
              </a:ext>
            </a:extLst>
          </p:cNvPr>
          <p:cNvSpPr/>
          <p:nvPr>
            <p:ph type="title"/>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i="0" b="0" lang="en-US" sz="2400" dirty="0">
                <a:solidFill>
                  <a:schemeClr val="lt1"/>
                </a:solidFill>
              </a:rPr>
              <a:t>Empty</a:t>
            </a:r>
            <a:endParaRPr sz="2400" b="0" i="0" u="none" strike="noStrike" cap="none" dirty="0">
              <a:solidFill>
                <a:schemeClr val="lt1"/>
              </a:solidFill>
              <a:latin typeface="Atkinson Hyperlegible Next"/>
              <a:ea typeface="Arial"/>
              <a:cs typeface="Arial"/>
              <a:sym typeface="Arial"/>
            </a:endParaRPr>
          </a:p>
        </p:txBody>
      </p:sp>
      <p:pic>
        <p:nvPicPr>
          <p:cNvPr id="121" name="Google Shape;121;p29">
            <a:extLst>
              <a:ext uri="{FF2B5EF4-FFF2-40B4-BE49-F238E27FC236}">
                <a16:creationId xmlns:a16="http://schemas.microsoft.com/office/drawing/2014/main" id="{C330AC21-503A-97DC-BCF1-95DD8206162E}"/>
              </a:ext>
            </a:extLst>
          </p:cNvPr>
          <p:cNvPicPr preferRelativeResize="0"/>
          <p:nvPr/>
        </p:nvPicPr>
        <p:blipFill rotWithShape="1">
          <a:blip r:embed="rId3">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790C9303-015B-BA26-66AF-C804A163D8CA}"/>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tkinson Hyperlegible Next"/>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B640AD6F-925A-DF39-18C2-1660A40D8DF8}"/>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46834384-62C3-933E-328D-C094682345A4}"/>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E82058DB-8DC9-B90E-8DCC-F65D880AB5F7}"/>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46DA9392-D2C8-BB5F-1616-0AF3151C33D5}"/>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tkinson Hyperlegible Next"/>
                <a:ea typeface="Arial"/>
                <a:cs typeface="Arial"/>
                <a:sym typeface="Arial"/>
              </a:endParaRPr>
            </a:p>
          </p:txBody>
        </p:sp>
      </p:grpSp>
    </p:spTree>
    <p:extLst>
      <p:ext uri="{BB962C8B-B14F-4D97-AF65-F5344CB8AC3E}">
        <p14:creationId xmlns:p14="http://schemas.microsoft.com/office/powerpoint/2010/main" val="150078645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17"/>
        <p:cNvGrpSpPr/>
        <p:nvPr/>
      </p:nvGrpSpPr>
      <p:grpSpPr>
        <a:xfrm>
          <a:off x="0" y="0"/>
          <a:ext cx="0" cy="0"/>
          <a:chOff x="0" y="0"/>
          <a:chExt cx="0" cy="0"/>
        </a:xfrm>
      </p:grpSpPr>
      <p:sp>
        <p:nvSpPr>
          <p:cNvPr id="118" name="Google Shape;118;p29"/>
          <p:cNvSpPr txBox="1">
            <a:spLocks noGrp="1"/>
          </p:cNvSpPr>
          <p:nvPr>
            <p:ph type="body" idx="1"/>
          </p:nvPr>
        </p:nvSpPr>
        <p:spPr>
          <a:xfrm>
            <a:off x="376809" y="1334279"/>
            <a:ext cx="11177401" cy="4821102"/>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3000"/>
              <a:buNone/>
            </a:pPr>
            <a:r>
              <a:rPr lang="en-US" sz="2600" b="1">
                <a:solidFill>
                  <a:srgbClr val="E84B36"/>
                </a:solidFill>
                <a:latin typeface="Atkinson Hyperlegible Next"/>
                <a:ea typeface="Arial"/>
                <a:cs typeface="Arial"/>
                <a:sym typeface="Arial"/>
              </a:rPr>
              <a:t>Lorem Ipsum Dolor Sit Amet Consectetur Adipiscing</a:t>
            </a:r>
            <a:endParaRPr sz="2600" b="1">
              <a:solidFill>
                <a:srgbClr val="E84B36"/>
              </a:solidFill>
              <a:latin typeface="Atkinson Hyperlegible Next"/>
              <a:ea typeface="Arial"/>
              <a:cs typeface="Arial"/>
              <a:sym typeface="Arial"/>
            </a:endParaRPr>
          </a:p>
          <a:p>
            <a:pPr marL="0" lvl="0" indent="0" algn="l" rtl="0">
              <a:lnSpc>
                <a:spcPct val="100000"/>
              </a:lnSpc>
              <a:spcBef>
                <a:spcPts val="0"/>
              </a:spcBef>
              <a:spcAft>
                <a:spcPts val="0"/>
              </a:spcAft>
              <a:buSzPts val="2000"/>
              <a:buNone/>
            </a:pPr>
            <a:endParaRPr sz="1800">
              <a:solidFill>
                <a:schemeClr val="dk1"/>
              </a:solidFill>
              <a:latin typeface="Atkinson Hyperlegible Next"/>
              <a:ea typeface="Arial"/>
              <a:cs typeface="Arial"/>
              <a:sym typeface="Arial"/>
            </a:endParaRPr>
          </a:p>
          <a:p>
            <a:pPr marL="0" lvl="0" indent="0" algn="l" rtl="0">
              <a:lnSpc>
                <a:spcPct val="100000"/>
              </a:lnSpc>
              <a:spcBef>
                <a:spcPts val="0"/>
              </a:spcBef>
              <a:spcAft>
                <a:spcPts val="0"/>
              </a:spcAft>
              <a:buSzPts val="2000"/>
              <a:buNone/>
            </a:pPr>
            <a:r>
              <a:rPr lang="en-US" sz="1800">
                <a:latin typeface="Atkinson Hyperlegible Next"/>
                <a:ea typeface="Arial"/>
                <a:cs typeface="Arial"/>
                <a:sym typeface="Arial"/>
              </a:rPr>
              <a:t>Lorem ipsum dolor sit amet, consectetur adipiscing elit, sed do eiusmod tempor incididunt ut labore et dolore magna aliqua. Ut enim ad minim veniam, quis nostrud exercitation ullamco laboris nisi ut aliquip ex ea commodo consequat. Duis aute irure dolor in reprehenderit in voluptate velit esse cillum dolore eu fugiat nulla pariatur. Excepteur sint occaecat cupidatat non proident, sunt in culpa qui officia deserunt mollit anim id est laborum.</a:t>
            </a:r>
            <a:endParaRPr/>
          </a:p>
          <a:p>
            <a:pPr marL="0" lvl="0" indent="0" algn="l" rtl="0">
              <a:lnSpc>
                <a:spcPct val="100000"/>
              </a:lnSpc>
              <a:spcBef>
                <a:spcPts val="0"/>
              </a:spcBef>
              <a:spcAft>
                <a:spcPts val="0"/>
              </a:spcAft>
              <a:buSzPts val="2000"/>
              <a:buNone/>
            </a:pPr>
            <a:endParaRPr sz="1800">
              <a:solidFill>
                <a:schemeClr val="dk1"/>
              </a:solidFill>
              <a:latin typeface="Atkinson Hyperlegible Next"/>
              <a:ea typeface="Arial"/>
              <a:cs typeface="Arial"/>
              <a:sym typeface="Arial"/>
            </a:endParaRPr>
          </a:p>
          <a:p>
            <a:pPr marL="0" lvl="0" indent="0" algn="l" rtl="0">
              <a:lnSpc>
                <a:spcPct val="100000"/>
              </a:lnSpc>
              <a:spcBef>
                <a:spcPts val="0"/>
              </a:spcBef>
              <a:spcAft>
                <a:spcPts val="0"/>
              </a:spcAft>
              <a:buSzPts val="3000"/>
              <a:buNone/>
            </a:pPr>
            <a:r>
              <a:rPr lang="en-US" sz="2000" b="1">
                <a:solidFill>
                  <a:srgbClr val="15264B"/>
                </a:solidFill>
                <a:latin typeface="Atkinson Hyperlegible Next"/>
                <a:ea typeface="Arial"/>
                <a:cs typeface="Arial"/>
                <a:sym typeface="Arial"/>
              </a:rPr>
              <a:t>Lorem Ipsum Dolor Sit Amet Consectetur Adipiscing</a:t>
            </a:r>
            <a:endParaRPr sz="2000" b="1">
              <a:solidFill>
                <a:srgbClr val="15264B"/>
              </a:solidFill>
              <a:latin typeface="Atkinson Hyperlegible Next"/>
              <a:ea typeface="Arial"/>
              <a:cs typeface="Arial"/>
              <a:sym typeface="Arial"/>
            </a:endParaRPr>
          </a:p>
          <a:p>
            <a:pPr marL="0" lvl="0" indent="0" algn="l" rtl="0">
              <a:lnSpc>
                <a:spcPct val="100000"/>
              </a:lnSpc>
              <a:spcBef>
                <a:spcPts val="0"/>
              </a:spcBef>
              <a:spcAft>
                <a:spcPts val="0"/>
              </a:spcAft>
              <a:buSzPts val="3000"/>
              <a:buNone/>
            </a:pPr>
            <a:endParaRPr sz="1800" b="1">
              <a:solidFill>
                <a:schemeClr val="dk1"/>
              </a:solidFill>
              <a:latin typeface="Atkinson Hyperlegible Next"/>
              <a:ea typeface="Arial"/>
              <a:cs typeface="Arial"/>
              <a:sym typeface="Arial"/>
            </a:endParaRPr>
          </a:p>
          <a:p>
            <a:pPr marL="0" lvl="0" indent="0" algn="l" rtl="0">
              <a:lnSpc>
                <a:spcPct val="100000"/>
              </a:lnSpc>
              <a:spcBef>
                <a:spcPts val="0"/>
              </a:spcBef>
              <a:spcAft>
                <a:spcPts val="0"/>
              </a:spcAft>
              <a:buSzPts val="3000"/>
              <a:buNone/>
            </a:pPr>
            <a:r>
              <a:rPr lang="en-US" sz="1800">
                <a:latin typeface="Atkinson Hyperlegible Next"/>
                <a:ea typeface="Arial"/>
                <a:cs typeface="Arial"/>
                <a:sym typeface="Arial"/>
              </a:rPr>
              <a:t>Lorem ipsum dolor sit amet, consectetur adipiscing elit, sed do eiusmod tempor incididunt ut labore et dolore magna aliqua.</a:t>
            </a:r>
            <a:endParaRPr sz="1800" b="1">
              <a:solidFill>
                <a:schemeClr val="dk1"/>
              </a:solidFill>
              <a:latin typeface="Atkinson Hyperlegible Next"/>
              <a:ea typeface="Arial"/>
              <a:cs typeface="Arial"/>
              <a:sym typeface="Arial"/>
            </a:endParaRPr>
          </a:p>
        </p:txBody>
      </p:sp>
      <p:sp>
        <p:nvSpPr>
          <p:cNvPr id="119" name="Google Shape;119;p29"/>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Atkinson Hyperlegible Next"/>
              <a:ea typeface="Calibri"/>
              <a:cs typeface="Calibri"/>
              <a:sym typeface="Calibri"/>
            </a:endParaRPr>
          </a:p>
        </p:txBody>
      </p:sp>
      <p:sp>
        <p:nvSpPr>
          <p:cNvPr id="120" name="Google Shape;120;p29"/>
          <p:cNvSpPr/>
          <p:nvPr>
            <p:ph type="title"/>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0" i="0" u="none" strike="noStrike" cap="none">
                <a:solidFill>
                  <a:schemeClr val="lt1"/>
                </a:solidFill>
                <a:latin typeface="Atkinson Hyperlegible Next"/>
                <a:ea typeface="Arial"/>
                <a:cs typeface="Arial"/>
                <a:sym typeface="Arial"/>
              </a:rPr>
              <a:t>Slide Title</a:t>
            </a:r>
            <a:endParaRPr sz="2400" b="0" i="0" u="none" strike="noStrike" cap="none">
              <a:solidFill>
                <a:schemeClr val="lt1"/>
              </a:solidFill>
              <a:latin typeface="Atkinson Hyperlegible Next"/>
              <a:ea typeface="Arial"/>
              <a:cs typeface="Arial"/>
              <a:sym typeface="Arial"/>
            </a:endParaRPr>
          </a:p>
        </p:txBody>
      </p:sp>
      <p:pic>
        <p:nvPicPr>
          <p:cNvPr id="121" name="Google Shape;121;p29"/>
          <p:cNvPicPr preferRelativeResize="0"/>
          <p:nvPr/>
        </p:nvPicPr>
        <p:blipFill rotWithShape="1">
          <a:blip r:embed="rId3">
            <a:alphaModFix/>
          </a:blip>
          <a:srcRect/>
          <a:stretch/>
        </p:blipFill>
        <p:spPr>
          <a:xfrm>
            <a:off x="11557509" y="233819"/>
            <a:ext cx="271308" cy="389810"/>
          </a:xfrm>
          <a:prstGeom prst="rect">
            <a:avLst/>
          </a:prstGeom>
          <a:noFill/>
          <a:ln>
            <a:noFill/>
          </a:ln>
        </p:spPr>
      </p:pic>
      <p:sp>
        <p:nvSpPr>
          <p:cNvPr id="122" name="Google Shape;122;p29"/>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tkinson Hyperlegible Next"/>
                <a:ea typeface="Arial"/>
                <a:cs typeface="Arial"/>
                <a:sym typeface="Arial"/>
              </a:rPr>
              <a:t>GRAINGER ENGINEERING</a:t>
            </a:r>
            <a:endParaRPr/>
          </a:p>
        </p:txBody>
      </p:sp>
      <p:sp>
        <p:nvSpPr>
          <p:cNvPr id="123" name="Google Shape;123;p29"/>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p:cNvGrpSpPr/>
          <p:nvPr/>
        </p:nvGrpSpPr>
        <p:grpSpPr>
          <a:xfrm>
            <a:off x="4066674" y="6601537"/>
            <a:ext cx="5233412" cy="70446"/>
            <a:chOff x="4033424" y="6601537"/>
            <a:chExt cx="5233412" cy="70446"/>
          </a:xfrm>
        </p:grpSpPr>
        <p:cxnSp>
          <p:nvCxnSpPr>
            <p:cNvPr id="125" name="Google Shape;125;p29"/>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tkinson Hyperlegible Next"/>
                <a:ea typeface="Arial"/>
                <a:cs typeface="Arial"/>
                <a:sym typeface="Arial"/>
              </a:endParaRPr>
            </a:p>
          </p:txBody>
        </p:sp>
      </p:gr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30"/>
        <p:cNvGrpSpPr/>
        <p:nvPr/>
      </p:nvGrpSpPr>
      <p:grpSpPr>
        <a:xfrm>
          <a:off x="0" y="0"/>
          <a:ext cx="0" cy="0"/>
          <a:chOff x="0" y="0"/>
          <a:chExt cx="0" cy="0"/>
        </a:xfrm>
      </p:grpSpPr>
      <p:sp>
        <p:nvSpPr>
          <p:cNvPr id="131" name="Google Shape;131;p30"/>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Atkinson Hyperlegible Next"/>
              <a:ea typeface="Calibri"/>
              <a:cs typeface="Calibri"/>
              <a:sym typeface="Calibri"/>
            </a:endParaRPr>
          </a:p>
        </p:txBody>
      </p:sp>
      <p:sp>
        <p:nvSpPr>
          <p:cNvPr id="132" name="Google Shape;132;p30"/>
          <p:cNvSpPr txBox="1"/>
          <p:nvPr/>
        </p:nvSpPr>
        <p:spPr>
          <a:xfrm>
            <a:off x="376810" y="1334279"/>
            <a:ext cx="5442100" cy="4821102"/>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r>
              <a:rPr lang="en-US" sz="2600" b="1" i="0" u="none" strike="noStrike" cap="none">
                <a:solidFill>
                  <a:srgbClr val="E84B36"/>
                </a:solidFill>
                <a:latin typeface="Atkinson Hyperlegible Next"/>
                <a:ea typeface="Arial"/>
                <a:cs typeface="Arial"/>
                <a:sym typeface="Arial"/>
              </a:rPr>
              <a:t>Lorem Ipsum Dolor Sit Amet Consectetur Adipiscing</a:t>
            </a:r>
            <a:endParaRPr sz="2600" b="1" i="0" u="none" strike="noStrike" cap="none">
              <a:solidFill>
                <a:srgbClr val="E84B36"/>
              </a:solidFill>
              <a:latin typeface="Atkinson Hyperlegible Next"/>
              <a:ea typeface="Arial"/>
              <a:cs typeface="Arial"/>
              <a:sym typeface="Arial"/>
            </a:endParaRPr>
          </a:p>
          <a:p>
            <a:pPr marL="0" marR="0" lvl="0" indent="0" algn="l" rtl="0">
              <a:lnSpc>
                <a:spcPct val="100000"/>
              </a:lnSpc>
              <a:spcBef>
                <a:spcPts val="0"/>
              </a:spcBef>
              <a:spcAft>
                <a:spcPts val="0"/>
              </a:spcAft>
              <a:buNone/>
            </a:pPr>
            <a:endParaRPr sz="1800" b="0" i="0" u="none" strike="noStrike" cap="none">
              <a:solidFill>
                <a:schemeClr val="dk1"/>
              </a:solidFill>
              <a:latin typeface="Atkinson Hyperlegible Next"/>
              <a:ea typeface="Arial"/>
              <a:cs typeface="Arial"/>
              <a:sym typeface="Arial"/>
            </a:endParaRPr>
          </a:p>
          <a:p>
            <a:pPr marL="0" marR="0" lvl="0" indent="0" algn="l" rtl="0">
              <a:lnSpc>
                <a:spcPct val="100000"/>
              </a:lnSpc>
              <a:spcBef>
                <a:spcPts val="0"/>
              </a:spcBef>
              <a:spcAft>
                <a:spcPts val="0"/>
              </a:spcAft>
              <a:buNone/>
            </a:pPr>
            <a:r>
              <a:rPr lang="en-US" sz="1800" b="0" i="0" u="none" strike="noStrike" cap="none">
                <a:solidFill>
                  <a:srgbClr val="000000"/>
                </a:solidFill>
                <a:latin typeface="Atkinson Hyperlegible Next"/>
                <a:ea typeface="Arial"/>
                <a:cs typeface="Arial"/>
                <a:sym typeface="Arial"/>
              </a:rPr>
              <a:t>Lorem ipsum dolor sit amet, consectetur adipiscing elit, sed do eiusmod tempor incididunt ut labore et dolore magna aliqua. Ut enim ad minim veniam, quis nostrud exercitation ullamco laboris nisi ut aliquip ex ea commodo consequat. Duis aute irure dolor in reprehenderit in voluptate velit esse cillum dolore eu fugiat nulla pariatur. Excepteur sint occaecat cupidatat non proident, sunt in culpa qui officia deserunt mollit anim id est laborum.</a:t>
            </a:r>
            <a:endParaRPr sz="1800" b="1" i="0" u="none" strike="noStrike" cap="none">
              <a:solidFill>
                <a:schemeClr val="dk1"/>
              </a:solidFill>
              <a:latin typeface="Atkinson Hyperlegible Next"/>
              <a:ea typeface="Arial"/>
              <a:cs typeface="Arial"/>
              <a:sym typeface="Arial"/>
            </a:endParaRPr>
          </a:p>
        </p:txBody>
      </p:sp>
      <p:sp>
        <p:nvSpPr>
          <p:cNvPr id="133" name="Google Shape;133;p30"/>
          <p:cNvSpPr txBox="1"/>
          <p:nvPr/>
        </p:nvSpPr>
        <p:spPr>
          <a:xfrm>
            <a:off x="6158774" y="1334279"/>
            <a:ext cx="5442100" cy="4821102"/>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r>
              <a:rPr lang="en-US" sz="2000" b="1" i="0" u="none" strike="noStrike" cap="none">
                <a:solidFill>
                  <a:srgbClr val="15264B"/>
                </a:solidFill>
                <a:latin typeface="Atkinson Hyperlegible Next"/>
                <a:ea typeface="Arial"/>
                <a:cs typeface="Arial"/>
                <a:sym typeface="Arial"/>
              </a:rPr>
              <a:t>Lorem Ipsum Dolor Sit Amet Consectetur Adipiscing</a:t>
            </a:r>
            <a:endParaRPr sz="2000" b="1" i="0" u="none" strike="noStrike" cap="none">
              <a:solidFill>
                <a:srgbClr val="15264B"/>
              </a:solidFill>
              <a:latin typeface="Atkinson Hyperlegible Next"/>
              <a:ea typeface="Arial"/>
              <a:cs typeface="Arial"/>
              <a:sym typeface="Arial"/>
            </a:endParaRPr>
          </a:p>
          <a:p>
            <a:pPr marL="0" marR="0" lvl="0" indent="0" algn="l" rtl="0">
              <a:lnSpc>
                <a:spcPct val="100000"/>
              </a:lnSpc>
              <a:spcBef>
                <a:spcPts val="0"/>
              </a:spcBef>
              <a:spcAft>
                <a:spcPts val="0"/>
              </a:spcAft>
              <a:buNone/>
            </a:pPr>
            <a:endParaRPr sz="1800" b="0" i="0" u="none" strike="noStrike" cap="none">
              <a:solidFill>
                <a:schemeClr val="dk1"/>
              </a:solidFill>
              <a:latin typeface="Atkinson Hyperlegible Next"/>
              <a:ea typeface="Arial"/>
              <a:cs typeface="Arial"/>
              <a:sym typeface="Arial"/>
            </a:endParaRPr>
          </a:p>
          <a:p>
            <a:pPr marL="0" marR="0" lvl="0" indent="0" algn="l" rtl="0">
              <a:lnSpc>
                <a:spcPct val="100000"/>
              </a:lnSpc>
              <a:spcBef>
                <a:spcPts val="0"/>
              </a:spcBef>
              <a:spcAft>
                <a:spcPts val="0"/>
              </a:spcAft>
              <a:buNone/>
            </a:pPr>
            <a:r>
              <a:rPr lang="en-US" sz="1800" b="0" i="0" u="none" strike="noStrike" cap="none">
                <a:solidFill>
                  <a:srgbClr val="000000"/>
                </a:solidFill>
                <a:latin typeface="Atkinson Hyperlegible Next"/>
                <a:ea typeface="Arial"/>
                <a:cs typeface="Arial"/>
                <a:sym typeface="Arial"/>
              </a:rPr>
              <a:t>Lorem ipsum dolor sit amet, consectetur adipiscing elit, sed do eiusmod tempor incididunt ut labore et dolore magna aliqua. Ut enim ad minim veniam, quis nostrud exercitation ullamco laboris nisi ut aliquip ex ea commodo consequat. Duis aute irure dolor in reprehenderit in voluptate velit esse cillum dolore eu fugiat nulla pariatur. Excepteur sint occaecat cupidatat non proident, sunt in culpa qui officia deserunt mollit anim id est laborum.</a:t>
            </a:r>
            <a:endParaRPr sz="1800" b="1" i="0" u="none" strike="noStrike" cap="none">
              <a:solidFill>
                <a:schemeClr val="dk1"/>
              </a:solidFill>
              <a:latin typeface="Atkinson Hyperlegible Next"/>
              <a:ea typeface="Arial"/>
              <a:cs typeface="Arial"/>
              <a:sym typeface="Arial"/>
            </a:endParaRPr>
          </a:p>
        </p:txBody>
      </p:sp>
      <p:sp>
        <p:nvSpPr>
          <p:cNvPr id="134" name="Google Shape;134;p30"/>
          <p:cNvSpPr/>
          <p:nvPr>
            <p:ph type="title"/>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0" i="0" u="none" strike="noStrike" cap="none">
                <a:solidFill>
                  <a:schemeClr val="lt1"/>
                </a:solidFill>
                <a:latin typeface="Atkinson Hyperlegible Next"/>
                <a:ea typeface="Arial"/>
                <a:cs typeface="Arial"/>
                <a:sym typeface="Arial"/>
              </a:rPr>
              <a:t>Slide Title</a:t>
            </a:r>
            <a:endParaRPr sz="2400" b="0" i="0" u="none" strike="noStrike" cap="none">
              <a:solidFill>
                <a:schemeClr val="lt1"/>
              </a:solidFill>
              <a:latin typeface="Atkinson Hyperlegible Next"/>
              <a:ea typeface="Arial"/>
              <a:cs typeface="Arial"/>
              <a:sym typeface="Arial"/>
            </a:endParaRPr>
          </a:p>
        </p:txBody>
      </p:sp>
      <p:pic>
        <p:nvPicPr>
          <p:cNvPr id="135" name="Google Shape;135;p30"/>
          <p:cNvPicPr preferRelativeResize="0"/>
          <p:nvPr/>
        </p:nvPicPr>
        <p:blipFill rotWithShape="1">
          <a:blip r:embed="rId3">
            <a:alphaModFix/>
          </a:blip>
          <a:srcRect/>
          <a:stretch/>
        </p:blipFill>
        <p:spPr>
          <a:xfrm>
            <a:off x="11557509" y="233819"/>
            <a:ext cx="271308" cy="389810"/>
          </a:xfrm>
          <a:prstGeom prst="rect">
            <a:avLst/>
          </a:prstGeom>
          <a:noFill/>
          <a:ln>
            <a:noFill/>
          </a:ln>
        </p:spPr>
      </p:pic>
      <p:sp>
        <p:nvSpPr>
          <p:cNvPr id="136" name="Google Shape;136;p30"/>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tkinson Hyperlegible Next"/>
                <a:ea typeface="Arial"/>
                <a:cs typeface="Arial"/>
                <a:sym typeface="Arial"/>
              </a:rPr>
              <a:t>GRAINGER ENGINEERING</a:t>
            </a:r>
            <a:endParaRPr/>
          </a:p>
        </p:txBody>
      </p:sp>
      <p:sp>
        <p:nvSpPr>
          <p:cNvPr id="137" name="Google Shape;137;p30"/>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a:t>
            </a:r>
            <a:endParaRPr dirty="0"/>
          </a:p>
        </p:txBody>
      </p:sp>
      <p:grpSp>
        <p:nvGrpSpPr>
          <p:cNvPr id="138" name="Google Shape;138;p30"/>
          <p:cNvGrpSpPr/>
          <p:nvPr/>
        </p:nvGrpSpPr>
        <p:grpSpPr>
          <a:xfrm>
            <a:off x="4066674" y="6601537"/>
            <a:ext cx="5233412" cy="70446"/>
            <a:chOff x="4033424" y="6601537"/>
            <a:chExt cx="5233412" cy="70446"/>
          </a:xfrm>
        </p:grpSpPr>
        <p:cxnSp>
          <p:nvCxnSpPr>
            <p:cNvPr id="139" name="Google Shape;139;p30"/>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40" name="Google Shape;140;p30"/>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tkinson Hyperlegible Next"/>
                <a:ea typeface="Arial"/>
                <a:cs typeface="Arial"/>
                <a:sym typeface="Arial"/>
              </a:endParaRPr>
            </a:p>
          </p:txBody>
        </p:sp>
      </p:gr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44"/>
        <p:cNvGrpSpPr/>
        <p:nvPr/>
      </p:nvGrpSpPr>
      <p:grpSpPr>
        <a:xfrm>
          <a:off x="0" y="0"/>
          <a:ext cx="0" cy="0"/>
          <a:chOff x="0" y="0"/>
          <a:chExt cx="0" cy="0"/>
        </a:xfrm>
      </p:grpSpPr>
      <p:sp>
        <p:nvSpPr>
          <p:cNvPr id="145" name="Google Shape;145;p31"/>
          <p:cNvSpPr/>
          <p:nvPr/>
        </p:nvSpPr>
        <p:spPr>
          <a:xfrm>
            <a:off x="475566" y="1263717"/>
            <a:ext cx="4356660" cy="2315647"/>
          </a:xfrm>
          <a:prstGeom prst="rect">
            <a:avLst/>
          </a:prstGeom>
          <a:solidFill>
            <a:srgbClr val="D8D8D8"/>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tkinson Hyperlegible Next"/>
              <a:ea typeface="Calibri"/>
              <a:cs typeface="Calibri"/>
              <a:sym typeface="Calibri"/>
            </a:endParaRPr>
          </a:p>
        </p:txBody>
      </p:sp>
      <p:sp>
        <p:nvSpPr>
          <p:cNvPr id="146" name="Google Shape;146;p31"/>
          <p:cNvSpPr txBox="1"/>
          <p:nvPr/>
        </p:nvSpPr>
        <p:spPr>
          <a:xfrm>
            <a:off x="1494115" y="2239572"/>
            <a:ext cx="2280491" cy="369332"/>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5A5A5"/>
                </a:solidFill>
                <a:latin typeface="Atkinson Hyperlegible Next"/>
                <a:ea typeface="Arial"/>
                <a:cs typeface="Arial"/>
                <a:sym typeface="Arial"/>
              </a:rPr>
              <a:t>IMAGE / GRAPHIC</a:t>
            </a:r>
            <a:endParaRPr sz="1400" b="0" i="0" u="none" strike="noStrike" cap="none">
              <a:solidFill>
                <a:srgbClr val="000000"/>
              </a:solidFill>
              <a:latin typeface="Atkinson Hyperlegible Next"/>
              <a:ea typeface="Arial"/>
              <a:cs typeface="Arial"/>
              <a:sym typeface="Arial"/>
            </a:endParaRPr>
          </a:p>
        </p:txBody>
      </p:sp>
      <p:sp>
        <p:nvSpPr>
          <p:cNvPr id="147" name="Google Shape;147;p31"/>
          <p:cNvSpPr/>
          <p:nvPr/>
        </p:nvSpPr>
        <p:spPr>
          <a:xfrm>
            <a:off x="475566" y="3774068"/>
            <a:ext cx="4356660" cy="2315647"/>
          </a:xfrm>
          <a:prstGeom prst="rect">
            <a:avLst/>
          </a:prstGeom>
          <a:solidFill>
            <a:srgbClr val="D8D8D8"/>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tkinson Hyperlegible Next"/>
              <a:ea typeface="Calibri"/>
              <a:cs typeface="Calibri"/>
              <a:sym typeface="Calibri"/>
            </a:endParaRPr>
          </a:p>
        </p:txBody>
      </p:sp>
      <p:sp>
        <p:nvSpPr>
          <p:cNvPr id="148" name="Google Shape;148;p31"/>
          <p:cNvSpPr txBox="1"/>
          <p:nvPr/>
        </p:nvSpPr>
        <p:spPr>
          <a:xfrm>
            <a:off x="1494115" y="4747225"/>
            <a:ext cx="2280491" cy="369332"/>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5A5A5"/>
                </a:solidFill>
                <a:latin typeface="Atkinson Hyperlegible Next"/>
                <a:ea typeface="Arial"/>
                <a:cs typeface="Arial"/>
                <a:sym typeface="Arial"/>
              </a:rPr>
              <a:t>IMAGE / GRAPHIC</a:t>
            </a:r>
            <a:endParaRPr sz="1400" b="0" i="0" u="none" strike="noStrike" cap="none">
              <a:solidFill>
                <a:srgbClr val="000000"/>
              </a:solidFill>
              <a:latin typeface="Atkinson Hyperlegible Next"/>
              <a:ea typeface="Arial"/>
              <a:cs typeface="Arial"/>
              <a:sym typeface="Arial"/>
            </a:endParaRPr>
          </a:p>
        </p:txBody>
      </p:sp>
      <p:sp>
        <p:nvSpPr>
          <p:cNvPr id="149" name="Google Shape;149;p31"/>
          <p:cNvSpPr txBox="1"/>
          <p:nvPr/>
        </p:nvSpPr>
        <p:spPr>
          <a:xfrm>
            <a:off x="5122548" y="1334279"/>
            <a:ext cx="6686464" cy="4821102"/>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r>
              <a:rPr lang="en-US" sz="2600" b="1" i="0" u="none" strike="noStrike" cap="none">
                <a:solidFill>
                  <a:srgbClr val="E84B36"/>
                </a:solidFill>
                <a:latin typeface="Atkinson Hyperlegible Next"/>
                <a:ea typeface="Arial"/>
                <a:cs typeface="Arial"/>
                <a:sym typeface="Arial"/>
              </a:rPr>
              <a:t>Lorem Ipsum Dolor Sit Amet Consectetur Adipiscing</a:t>
            </a:r>
            <a:endParaRPr sz="2600" b="1" i="0" u="none" strike="noStrike" cap="none">
              <a:solidFill>
                <a:srgbClr val="E84B36"/>
              </a:solidFill>
              <a:latin typeface="Atkinson Hyperlegible Next"/>
              <a:ea typeface="Arial"/>
              <a:cs typeface="Arial"/>
              <a:sym typeface="Arial"/>
            </a:endParaRPr>
          </a:p>
          <a:p>
            <a:pPr marL="0" marR="0" lvl="0" indent="0" algn="l" rtl="0">
              <a:lnSpc>
                <a:spcPct val="100000"/>
              </a:lnSpc>
              <a:spcBef>
                <a:spcPts val="0"/>
              </a:spcBef>
              <a:spcAft>
                <a:spcPts val="0"/>
              </a:spcAft>
              <a:buNone/>
            </a:pPr>
            <a:endParaRPr sz="1800" b="0" i="0" u="none" strike="noStrike" cap="none">
              <a:solidFill>
                <a:schemeClr val="dk1"/>
              </a:solidFill>
              <a:latin typeface="Atkinson Hyperlegible Next"/>
              <a:ea typeface="Arial"/>
              <a:cs typeface="Arial"/>
              <a:sym typeface="Arial"/>
            </a:endParaRPr>
          </a:p>
          <a:p>
            <a:pPr marL="0" marR="0" lvl="0" indent="0" algn="l" rtl="0">
              <a:lnSpc>
                <a:spcPct val="100000"/>
              </a:lnSpc>
              <a:spcBef>
                <a:spcPts val="0"/>
              </a:spcBef>
              <a:spcAft>
                <a:spcPts val="0"/>
              </a:spcAft>
              <a:buNone/>
            </a:pPr>
            <a:r>
              <a:rPr lang="en-US" sz="1800" b="0" i="0" u="none" strike="noStrike" cap="none">
                <a:solidFill>
                  <a:srgbClr val="000000"/>
                </a:solidFill>
                <a:latin typeface="Atkinson Hyperlegible Next"/>
                <a:ea typeface="Arial"/>
                <a:cs typeface="Arial"/>
                <a:sym typeface="Arial"/>
              </a:rPr>
              <a:t>Lorem ipsum dolor sit amet, consectetur adipiscing elit, sed do eiusmod tempor incididunt ut labore et dolore magna aliqua. Ut enim ad minim veniam, quis nostrud exercitation ullamco laboris nisi ut aliquip ex ea commodo consequat. </a:t>
            </a:r>
            <a:endParaRPr/>
          </a:p>
          <a:p>
            <a:pPr marL="0" marR="0" lvl="0" indent="0" algn="l" rtl="0">
              <a:lnSpc>
                <a:spcPct val="100000"/>
              </a:lnSpc>
              <a:spcBef>
                <a:spcPts val="0"/>
              </a:spcBef>
              <a:spcAft>
                <a:spcPts val="0"/>
              </a:spcAft>
              <a:buNone/>
            </a:pPr>
            <a:endParaRPr sz="1800" b="0" i="0" u="none" strike="noStrike" cap="none">
              <a:solidFill>
                <a:schemeClr val="dk1"/>
              </a:solidFill>
              <a:latin typeface="Atkinson Hyperlegible Next"/>
              <a:ea typeface="Arial"/>
              <a:cs typeface="Arial"/>
              <a:sym typeface="Arial"/>
            </a:endParaRPr>
          </a:p>
          <a:p>
            <a:pPr marL="0" marR="0" lvl="0" indent="0" algn="l" rtl="0">
              <a:lnSpc>
                <a:spcPct val="100000"/>
              </a:lnSpc>
              <a:spcBef>
                <a:spcPts val="0"/>
              </a:spcBef>
              <a:spcAft>
                <a:spcPts val="0"/>
              </a:spcAft>
              <a:buNone/>
            </a:pPr>
            <a:r>
              <a:rPr lang="en-US" sz="2000" b="1" i="0" u="none" strike="noStrike" cap="none">
                <a:solidFill>
                  <a:srgbClr val="15264B"/>
                </a:solidFill>
                <a:latin typeface="Atkinson Hyperlegible Next"/>
                <a:ea typeface="Arial"/>
                <a:cs typeface="Arial"/>
                <a:sym typeface="Arial"/>
              </a:rPr>
              <a:t>Lorem Ipsum Dolor Sit Amet Consectetur Adipiscing</a:t>
            </a:r>
            <a:endParaRPr sz="2000" b="1" i="0" u="none" strike="noStrike" cap="none">
              <a:solidFill>
                <a:srgbClr val="15264B"/>
              </a:solidFill>
              <a:latin typeface="Atkinson Hyperlegible Next"/>
              <a:ea typeface="Arial"/>
              <a:cs typeface="Arial"/>
              <a:sym typeface="Arial"/>
            </a:endParaRPr>
          </a:p>
          <a:p>
            <a:pPr marL="0" marR="0" lvl="0" indent="0" algn="l" rtl="0">
              <a:lnSpc>
                <a:spcPct val="100000"/>
              </a:lnSpc>
              <a:spcBef>
                <a:spcPts val="0"/>
              </a:spcBef>
              <a:spcAft>
                <a:spcPts val="0"/>
              </a:spcAft>
              <a:buNone/>
            </a:pPr>
            <a:endParaRPr sz="1800" b="1" i="0" u="none" strike="noStrike" cap="none">
              <a:solidFill>
                <a:schemeClr val="dk1"/>
              </a:solidFill>
              <a:latin typeface="Atkinson Hyperlegible Next"/>
              <a:ea typeface="Arial"/>
              <a:cs typeface="Arial"/>
              <a:sym typeface="Arial"/>
            </a:endParaRPr>
          </a:p>
          <a:p>
            <a:pPr marL="0" marR="0" lvl="0" indent="0" algn="l" rtl="0">
              <a:lnSpc>
                <a:spcPct val="100000"/>
              </a:lnSpc>
              <a:spcBef>
                <a:spcPts val="0"/>
              </a:spcBef>
              <a:spcAft>
                <a:spcPts val="0"/>
              </a:spcAft>
              <a:buNone/>
            </a:pPr>
            <a:r>
              <a:rPr lang="en-US" sz="1800" b="0" i="0" u="none" strike="noStrike" cap="none">
                <a:solidFill>
                  <a:srgbClr val="000000"/>
                </a:solidFill>
                <a:latin typeface="Atkinson Hyperlegible Next"/>
                <a:ea typeface="Arial"/>
                <a:cs typeface="Arial"/>
                <a:sym typeface="Arial"/>
              </a:rPr>
              <a:t>Lorem ipsum dolor sit amet, consectetur adipiscing elit, sed do eiusmod tempor incididunt ut labore et dolore magna aliqua.</a:t>
            </a:r>
            <a:endParaRPr sz="1800" b="1" i="0" u="none" strike="noStrike" cap="none">
              <a:solidFill>
                <a:schemeClr val="dk1"/>
              </a:solidFill>
              <a:latin typeface="Atkinson Hyperlegible Next"/>
              <a:ea typeface="Arial"/>
              <a:cs typeface="Arial"/>
              <a:sym typeface="Arial"/>
            </a:endParaRPr>
          </a:p>
        </p:txBody>
      </p:sp>
      <p:sp>
        <p:nvSpPr>
          <p:cNvPr id="150" name="Google Shape;150;p31"/>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Atkinson Hyperlegible Next"/>
              <a:ea typeface="Calibri"/>
              <a:cs typeface="Calibri"/>
              <a:sym typeface="Calibri"/>
            </a:endParaRPr>
          </a:p>
        </p:txBody>
      </p:sp>
      <p:sp>
        <p:nvSpPr>
          <p:cNvPr id="151" name="Google Shape;151;p31"/>
          <p:cNvSpPr/>
          <p:nvPr>
            <p:ph type="title"/>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0" i="0" u="none" strike="noStrike" cap="none">
                <a:solidFill>
                  <a:schemeClr val="lt1"/>
                </a:solidFill>
                <a:latin typeface="Atkinson Hyperlegible Next"/>
                <a:ea typeface="Arial"/>
                <a:cs typeface="Arial"/>
                <a:sym typeface="Arial"/>
              </a:rPr>
              <a:t>Slide Title</a:t>
            </a:r>
            <a:endParaRPr sz="2400" b="0" i="0" u="none" strike="noStrike" cap="none">
              <a:solidFill>
                <a:schemeClr val="lt1"/>
              </a:solidFill>
              <a:latin typeface="Atkinson Hyperlegible Next"/>
              <a:ea typeface="Arial"/>
              <a:cs typeface="Arial"/>
              <a:sym typeface="Arial"/>
            </a:endParaRPr>
          </a:p>
        </p:txBody>
      </p:sp>
      <p:pic>
        <p:nvPicPr>
          <p:cNvPr id="152" name="Google Shape;152;p31"/>
          <p:cNvPicPr preferRelativeResize="0"/>
          <p:nvPr/>
        </p:nvPicPr>
        <p:blipFill rotWithShape="1">
          <a:blip r:embed="rId3">
            <a:alphaModFix/>
          </a:blip>
          <a:srcRect/>
          <a:stretch/>
        </p:blipFill>
        <p:spPr>
          <a:xfrm>
            <a:off x="11557509" y="233819"/>
            <a:ext cx="271308" cy="389810"/>
          </a:xfrm>
          <a:prstGeom prst="rect">
            <a:avLst/>
          </a:prstGeom>
          <a:noFill/>
          <a:ln>
            <a:noFill/>
          </a:ln>
        </p:spPr>
      </p:pic>
      <p:sp>
        <p:nvSpPr>
          <p:cNvPr id="153" name="Google Shape;153;p31"/>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tkinson Hyperlegible Next"/>
                <a:ea typeface="Arial"/>
                <a:cs typeface="Arial"/>
                <a:sym typeface="Arial"/>
              </a:rPr>
              <a:t>GRAINGER ENGINEERING</a:t>
            </a:r>
            <a:endParaRPr/>
          </a:p>
        </p:txBody>
      </p:sp>
      <p:sp>
        <p:nvSpPr>
          <p:cNvPr id="154" name="Google Shape;154;p31"/>
          <p:cNvSpPr txBox="1"/>
          <p:nvPr/>
        </p:nvSpPr>
        <p:spPr>
          <a:xfrm>
            <a:off x="376807" y="6524381"/>
            <a:ext cx="7991400" cy="2307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a:t>
            </a:r>
            <a:endParaRPr dirty="0"/>
          </a:p>
        </p:txBody>
      </p:sp>
      <p:grpSp>
        <p:nvGrpSpPr>
          <p:cNvPr id="155" name="Google Shape;155;p31"/>
          <p:cNvGrpSpPr/>
          <p:nvPr/>
        </p:nvGrpSpPr>
        <p:grpSpPr>
          <a:xfrm>
            <a:off x="4066674" y="6601537"/>
            <a:ext cx="5233412" cy="70446"/>
            <a:chOff x="4033424" y="6601537"/>
            <a:chExt cx="5233412" cy="70446"/>
          </a:xfrm>
        </p:grpSpPr>
        <p:cxnSp>
          <p:nvCxnSpPr>
            <p:cNvPr id="156" name="Google Shape;156;p31"/>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57" name="Google Shape;157;p31"/>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tkinson Hyperlegible Next"/>
                <a:ea typeface="Arial"/>
                <a:cs typeface="Arial"/>
                <a:sym typeface="Arial"/>
              </a:endParaRPr>
            </a:p>
          </p:txBody>
        </p:sp>
      </p:gr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61"/>
        <p:cNvGrpSpPr/>
        <p:nvPr/>
      </p:nvGrpSpPr>
      <p:grpSpPr>
        <a:xfrm>
          <a:off x="0" y="0"/>
          <a:ext cx="0" cy="0"/>
          <a:chOff x="0" y="0"/>
          <a:chExt cx="0" cy="0"/>
        </a:xfrm>
      </p:grpSpPr>
      <p:sp>
        <p:nvSpPr>
          <p:cNvPr id="162" name="Google Shape;162;p7"/>
          <p:cNvSpPr/>
          <p:nvPr/>
        </p:nvSpPr>
        <p:spPr>
          <a:xfrm>
            <a:off x="7475456" y="1263717"/>
            <a:ext cx="4356660" cy="2315647"/>
          </a:xfrm>
          <a:prstGeom prst="rect">
            <a:avLst/>
          </a:prstGeom>
          <a:solidFill>
            <a:srgbClr val="D8D8D8"/>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tkinson Hyperlegible Next"/>
              <a:ea typeface="Calibri"/>
              <a:cs typeface="Calibri"/>
              <a:sym typeface="Calibri"/>
            </a:endParaRPr>
          </a:p>
        </p:txBody>
      </p:sp>
      <p:sp>
        <p:nvSpPr>
          <p:cNvPr id="163" name="Google Shape;163;p7"/>
          <p:cNvSpPr txBox="1"/>
          <p:nvPr/>
        </p:nvSpPr>
        <p:spPr>
          <a:xfrm>
            <a:off x="8494005" y="2239572"/>
            <a:ext cx="2280491" cy="369332"/>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5A5A5"/>
                </a:solidFill>
                <a:latin typeface="Atkinson Hyperlegible Next"/>
                <a:ea typeface="Arial"/>
                <a:cs typeface="Arial"/>
                <a:sym typeface="Arial"/>
              </a:rPr>
              <a:t>IMAGE / GRAPHIC</a:t>
            </a:r>
            <a:endParaRPr sz="1400" b="0" i="0" u="none" strike="noStrike" cap="none">
              <a:solidFill>
                <a:srgbClr val="000000"/>
              </a:solidFill>
              <a:latin typeface="Atkinson Hyperlegible Next"/>
              <a:ea typeface="Arial"/>
              <a:cs typeface="Arial"/>
              <a:sym typeface="Arial"/>
            </a:endParaRPr>
          </a:p>
        </p:txBody>
      </p:sp>
      <p:sp>
        <p:nvSpPr>
          <p:cNvPr id="164" name="Google Shape;164;p7"/>
          <p:cNvSpPr/>
          <p:nvPr/>
        </p:nvSpPr>
        <p:spPr>
          <a:xfrm>
            <a:off x="7475456" y="3774068"/>
            <a:ext cx="4356660" cy="2315647"/>
          </a:xfrm>
          <a:prstGeom prst="rect">
            <a:avLst/>
          </a:prstGeom>
          <a:solidFill>
            <a:srgbClr val="D8D8D8"/>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tkinson Hyperlegible Next"/>
              <a:ea typeface="Calibri"/>
              <a:cs typeface="Calibri"/>
              <a:sym typeface="Calibri"/>
            </a:endParaRPr>
          </a:p>
        </p:txBody>
      </p:sp>
      <p:sp>
        <p:nvSpPr>
          <p:cNvPr id="165" name="Google Shape;165;p7"/>
          <p:cNvSpPr txBox="1"/>
          <p:nvPr/>
        </p:nvSpPr>
        <p:spPr>
          <a:xfrm>
            <a:off x="8494005" y="4747225"/>
            <a:ext cx="2280491" cy="369332"/>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5A5A5"/>
                </a:solidFill>
                <a:latin typeface="Atkinson Hyperlegible Next"/>
                <a:ea typeface="Arial"/>
                <a:cs typeface="Arial"/>
                <a:sym typeface="Arial"/>
              </a:rPr>
              <a:t>IMAGE / GRAPHIC</a:t>
            </a:r>
            <a:endParaRPr sz="1400" b="0" i="0" u="none" strike="noStrike" cap="none">
              <a:solidFill>
                <a:srgbClr val="000000"/>
              </a:solidFill>
              <a:latin typeface="Atkinson Hyperlegible Next"/>
              <a:ea typeface="Arial"/>
              <a:cs typeface="Arial"/>
              <a:sym typeface="Arial"/>
            </a:endParaRPr>
          </a:p>
        </p:txBody>
      </p:sp>
      <p:sp>
        <p:nvSpPr>
          <p:cNvPr id="166" name="Google Shape;166;p7"/>
          <p:cNvSpPr txBox="1">
            <a:spLocks noGrp="1"/>
          </p:cNvSpPr>
          <p:nvPr>
            <p:ph type="body" idx="1"/>
          </p:nvPr>
        </p:nvSpPr>
        <p:spPr>
          <a:xfrm>
            <a:off x="376810" y="1334279"/>
            <a:ext cx="6686464" cy="4821102"/>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3000"/>
              <a:buNone/>
            </a:pPr>
            <a:r>
              <a:rPr lang="en-US" sz="2600" b="1">
                <a:solidFill>
                  <a:srgbClr val="E84B36"/>
                </a:solidFill>
                <a:latin typeface="Atkinson Hyperlegible Next"/>
                <a:ea typeface="Arial"/>
                <a:cs typeface="Arial"/>
                <a:sym typeface="Arial"/>
              </a:rPr>
              <a:t>Lorem Ipsum Dolor Sit Amet Consectetur Adipiscing</a:t>
            </a:r>
            <a:endParaRPr sz="2600" b="1">
              <a:solidFill>
                <a:srgbClr val="E84B36"/>
              </a:solidFill>
              <a:latin typeface="Atkinson Hyperlegible Next"/>
              <a:ea typeface="Arial"/>
              <a:cs typeface="Arial"/>
              <a:sym typeface="Arial"/>
            </a:endParaRPr>
          </a:p>
          <a:p>
            <a:pPr marL="0" lvl="0" indent="0" algn="l" rtl="0">
              <a:lnSpc>
                <a:spcPct val="100000"/>
              </a:lnSpc>
              <a:spcBef>
                <a:spcPts val="0"/>
              </a:spcBef>
              <a:spcAft>
                <a:spcPts val="0"/>
              </a:spcAft>
              <a:buSzPts val="2000"/>
              <a:buNone/>
            </a:pPr>
            <a:endParaRPr sz="1800">
              <a:solidFill>
                <a:schemeClr val="dk1"/>
              </a:solidFill>
              <a:latin typeface="Atkinson Hyperlegible Next"/>
              <a:ea typeface="Arial"/>
              <a:cs typeface="Arial"/>
              <a:sym typeface="Arial"/>
            </a:endParaRPr>
          </a:p>
          <a:p>
            <a:pPr marL="0" lvl="0" indent="0" algn="l" rtl="0">
              <a:lnSpc>
                <a:spcPct val="100000"/>
              </a:lnSpc>
              <a:spcBef>
                <a:spcPts val="0"/>
              </a:spcBef>
              <a:spcAft>
                <a:spcPts val="0"/>
              </a:spcAft>
              <a:buSzPts val="2000"/>
              <a:buNone/>
            </a:pPr>
            <a:r>
              <a:rPr lang="en-US" sz="1800">
                <a:latin typeface="Atkinson Hyperlegible Next"/>
                <a:ea typeface="Arial"/>
                <a:cs typeface="Arial"/>
                <a:sym typeface="Arial"/>
              </a:rPr>
              <a:t>Lorem ipsum dolor sit amet, consectetur adipiscing elit, sed do eiusmod tempor incididunt ut labore et dolore magna aliqua. Ut enim ad minim veniam, quis nostrud exercitation ullamco laboris nisi ut aliquip ex ea commodo consequat. </a:t>
            </a:r>
            <a:endParaRPr/>
          </a:p>
          <a:p>
            <a:pPr marL="0" lvl="0" indent="0" algn="l" rtl="0">
              <a:lnSpc>
                <a:spcPct val="100000"/>
              </a:lnSpc>
              <a:spcBef>
                <a:spcPts val="0"/>
              </a:spcBef>
              <a:spcAft>
                <a:spcPts val="0"/>
              </a:spcAft>
              <a:buSzPts val="2000"/>
              <a:buNone/>
            </a:pPr>
            <a:endParaRPr sz="1800">
              <a:solidFill>
                <a:schemeClr val="dk1"/>
              </a:solidFill>
              <a:latin typeface="Atkinson Hyperlegible Next"/>
              <a:ea typeface="Arial"/>
              <a:cs typeface="Arial"/>
              <a:sym typeface="Arial"/>
            </a:endParaRPr>
          </a:p>
          <a:p>
            <a:pPr marL="0" lvl="0" indent="0" algn="l" rtl="0">
              <a:lnSpc>
                <a:spcPct val="100000"/>
              </a:lnSpc>
              <a:spcBef>
                <a:spcPts val="0"/>
              </a:spcBef>
              <a:spcAft>
                <a:spcPts val="0"/>
              </a:spcAft>
              <a:buSzPts val="3000"/>
              <a:buNone/>
            </a:pPr>
            <a:r>
              <a:rPr lang="en-US" sz="2000" b="1">
                <a:solidFill>
                  <a:srgbClr val="15264B"/>
                </a:solidFill>
                <a:latin typeface="Atkinson Hyperlegible Next"/>
                <a:ea typeface="Arial"/>
                <a:cs typeface="Arial"/>
                <a:sym typeface="Arial"/>
              </a:rPr>
              <a:t>Lorem Ipsum Dolor Sit Amet Consectetur Adipiscing</a:t>
            </a:r>
            <a:endParaRPr sz="2000" b="1">
              <a:solidFill>
                <a:srgbClr val="15264B"/>
              </a:solidFill>
            </a:endParaRPr>
          </a:p>
          <a:p>
            <a:pPr marL="0" lvl="0" indent="0" algn="l" rtl="0">
              <a:lnSpc>
                <a:spcPct val="100000"/>
              </a:lnSpc>
              <a:spcBef>
                <a:spcPts val="0"/>
              </a:spcBef>
              <a:spcAft>
                <a:spcPts val="0"/>
              </a:spcAft>
              <a:buSzPts val="3000"/>
              <a:buNone/>
            </a:pPr>
            <a:endParaRPr sz="1800" b="1">
              <a:solidFill>
                <a:schemeClr val="dk1"/>
              </a:solidFill>
              <a:latin typeface="Atkinson Hyperlegible Next"/>
              <a:ea typeface="Arial"/>
              <a:cs typeface="Arial"/>
              <a:sym typeface="Arial"/>
            </a:endParaRPr>
          </a:p>
          <a:p>
            <a:pPr marL="0" lvl="0" indent="0" algn="l" rtl="0">
              <a:lnSpc>
                <a:spcPct val="100000"/>
              </a:lnSpc>
              <a:spcBef>
                <a:spcPts val="0"/>
              </a:spcBef>
              <a:spcAft>
                <a:spcPts val="0"/>
              </a:spcAft>
              <a:buSzPts val="3000"/>
              <a:buNone/>
            </a:pPr>
            <a:r>
              <a:rPr lang="en-US" sz="1800">
                <a:latin typeface="Atkinson Hyperlegible Next"/>
                <a:ea typeface="Arial"/>
                <a:cs typeface="Arial"/>
                <a:sym typeface="Arial"/>
              </a:rPr>
              <a:t>Lorem ipsum dolor sit amet, consectetur adipiscing elit, sed do eiusmod tempor incididunt ut labore et dolore magna aliqua.</a:t>
            </a:r>
            <a:endParaRPr sz="1800" b="1">
              <a:solidFill>
                <a:schemeClr val="dk1"/>
              </a:solidFill>
              <a:latin typeface="Atkinson Hyperlegible Next"/>
              <a:ea typeface="Arial"/>
              <a:cs typeface="Arial"/>
              <a:sym typeface="Arial"/>
            </a:endParaRPr>
          </a:p>
        </p:txBody>
      </p:sp>
      <p:sp>
        <p:nvSpPr>
          <p:cNvPr id="167" name="Google Shape;167;p7"/>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Atkinson Hyperlegible Next"/>
              <a:ea typeface="Calibri"/>
              <a:cs typeface="Calibri"/>
              <a:sym typeface="Calibri"/>
            </a:endParaRPr>
          </a:p>
        </p:txBody>
      </p:sp>
      <p:sp>
        <p:nvSpPr>
          <p:cNvPr id="168" name="Google Shape;168;p7"/>
          <p:cNvSpPr/>
          <p:nvPr>
            <p:ph type="title"/>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0" i="0" u="none" strike="noStrike" cap="none">
                <a:solidFill>
                  <a:schemeClr val="lt1"/>
                </a:solidFill>
                <a:latin typeface="Atkinson Hyperlegible Next"/>
                <a:ea typeface="Arial"/>
                <a:cs typeface="Arial"/>
                <a:sym typeface="Arial"/>
              </a:rPr>
              <a:t>Slide Title</a:t>
            </a:r>
            <a:endParaRPr sz="2400" b="0" i="0" u="none" strike="noStrike" cap="none">
              <a:solidFill>
                <a:schemeClr val="lt1"/>
              </a:solidFill>
              <a:latin typeface="Atkinson Hyperlegible Next"/>
              <a:ea typeface="Arial"/>
              <a:cs typeface="Arial"/>
              <a:sym typeface="Arial"/>
            </a:endParaRPr>
          </a:p>
        </p:txBody>
      </p:sp>
      <p:pic>
        <p:nvPicPr>
          <p:cNvPr id="169" name="Google Shape;169;p7"/>
          <p:cNvPicPr preferRelativeResize="0"/>
          <p:nvPr/>
        </p:nvPicPr>
        <p:blipFill rotWithShape="1">
          <a:blip r:embed="rId3">
            <a:alphaModFix/>
          </a:blip>
          <a:srcRect/>
          <a:stretch/>
        </p:blipFill>
        <p:spPr>
          <a:xfrm>
            <a:off x="11557509" y="233819"/>
            <a:ext cx="271308" cy="389810"/>
          </a:xfrm>
          <a:prstGeom prst="rect">
            <a:avLst/>
          </a:prstGeom>
          <a:noFill/>
          <a:ln>
            <a:noFill/>
          </a:ln>
        </p:spPr>
      </p:pic>
      <p:sp>
        <p:nvSpPr>
          <p:cNvPr id="170" name="Google Shape;170;p7"/>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tkinson Hyperlegible Next"/>
                <a:ea typeface="Arial"/>
                <a:cs typeface="Arial"/>
                <a:sym typeface="Arial"/>
              </a:rPr>
              <a:t>GRAINGER ENGINEERING</a:t>
            </a:r>
            <a:endParaRPr/>
          </a:p>
        </p:txBody>
      </p:sp>
      <p:sp>
        <p:nvSpPr>
          <p:cNvPr id="171" name="Google Shape;171;p7"/>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72" name="Google Shape;172;p7"/>
          <p:cNvGrpSpPr/>
          <p:nvPr/>
        </p:nvGrpSpPr>
        <p:grpSpPr>
          <a:xfrm>
            <a:off x="4066674" y="6601537"/>
            <a:ext cx="5233412" cy="70446"/>
            <a:chOff x="4033424" y="6601537"/>
            <a:chExt cx="5233412" cy="70446"/>
          </a:xfrm>
        </p:grpSpPr>
        <p:cxnSp>
          <p:nvCxnSpPr>
            <p:cNvPr id="173" name="Google Shape;173;p7"/>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74" name="Google Shape;174;p7"/>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tkinson Hyperlegible Next"/>
                <a:ea typeface="Arial"/>
                <a:cs typeface="Arial"/>
                <a:sym typeface="Arial"/>
              </a:endParaRPr>
            </a:p>
          </p:txBody>
        </p:sp>
      </p:gr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78"/>
        <p:cNvGrpSpPr/>
        <p:nvPr/>
      </p:nvGrpSpPr>
      <p:grpSpPr>
        <a:xfrm>
          <a:off x="0" y="0"/>
          <a:ext cx="0" cy="0"/>
          <a:chOff x="0" y="0"/>
          <a:chExt cx="0" cy="0"/>
        </a:xfrm>
      </p:grpSpPr>
      <p:sp>
        <p:nvSpPr>
          <p:cNvPr id="179" name="Google Shape;179;p32"/>
          <p:cNvSpPr/>
          <p:nvPr/>
        </p:nvSpPr>
        <p:spPr>
          <a:xfrm>
            <a:off x="431192" y="1263718"/>
            <a:ext cx="4356660" cy="4825998"/>
          </a:xfrm>
          <a:prstGeom prst="rect">
            <a:avLst/>
          </a:prstGeom>
          <a:solidFill>
            <a:srgbClr val="D8D8D8"/>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tkinson Hyperlegible Next"/>
              <a:ea typeface="Calibri"/>
              <a:cs typeface="Calibri"/>
              <a:sym typeface="Calibri"/>
            </a:endParaRPr>
          </a:p>
        </p:txBody>
      </p:sp>
      <p:sp>
        <p:nvSpPr>
          <p:cNvPr id="180" name="Google Shape;180;p32"/>
          <p:cNvSpPr txBox="1"/>
          <p:nvPr/>
        </p:nvSpPr>
        <p:spPr>
          <a:xfrm>
            <a:off x="1469276" y="3493224"/>
            <a:ext cx="2280491" cy="369332"/>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5A5A5"/>
                </a:solidFill>
                <a:latin typeface="Atkinson Hyperlegible Next"/>
                <a:ea typeface="Arial"/>
                <a:cs typeface="Arial"/>
                <a:sym typeface="Arial"/>
              </a:rPr>
              <a:t>IMAGE / GRAPHIC</a:t>
            </a:r>
            <a:endParaRPr sz="1400" b="0" i="0" u="none" strike="noStrike" cap="none">
              <a:solidFill>
                <a:srgbClr val="000000"/>
              </a:solidFill>
              <a:latin typeface="Atkinson Hyperlegible Next"/>
              <a:ea typeface="Arial"/>
              <a:cs typeface="Arial"/>
              <a:sym typeface="Arial"/>
            </a:endParaRPr>
          </a:p>
        </p:txBody>
      </p:sp>
      <p:sp>
        <p:nvSpPr>
          <p:cNvPr id="181" name="Google Shape;181;p32"/>
          <p:cNvSpPr txBox="1"/>
          <p:nvPr/>
        </p:nvSpPr>
        <p:spPr>
          <a:xfrm>
            <a:off x="5131837" y="1334279"/>
            <a:ext cx="6422373" cy="4821102"/>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r>
              <a:rPr lang="en-US" sz="2600" b="1" i="0" u="none" strike="noStrike" cap="none">
                <a:solidFill>
                  <a:srgbClr val="E84B36"/>
                </a:solidFill>
                <a:latin typeface="Atkinson Hyperlegible Next"/>
                <a:ea typeface="Arial"/>
                <a:cs typeface="Arial"/>
                <a:sym typeface="Arial"/>
              </a:rPr>
              <a:t>Lorem Ipsum Dolor Sit Amet Consectetur Adipiscing</a:t>
            </a:r>
            <a:endParaRPr sz="2600" b="1" i="0" u="none" strike="noStrike" cap="none">
              <a:solidFill>
                <a:srgbClr val="E84B36"/>
              </a:solidFill>
              <a:latin typeface="Atkinson Hyperlegible Next"/>
              <a:ea typeface="Arial"/>
              <a:cs typeface="Arial"/>
              <a:sym typeface="Arial"/>
            </a:endParaRPr>
          </a:p>
          <a:p>
            <a:pPr marL="0" marR="0" lvl="0" indent="0" algn="l" rtl="0">
              <a:lnSpc>
                <a:spcPct val="100000"/>
              </a:lnSpc>
              <a:spcBef>
                <a:spcPts val="0"/>
              </a:spcBef>
              <a:spcAft>
                <a:spcPts val="0"/>
              </a:spcAft>
              <a:buNone/>
            </a:pPr>
            <a:endParaRPr sz="1800" b="0" i="0" u="none" strike="noStrike" cap="none">
              <a:solidFill>
                <a:schemeClr val="dk1"/>
              </a:solidFill>
              <a:latin typeface="Atkinson Hyperlegible Next"/>
              <a:ea typeface="Arial"/>
              <a:cs typeface="Arial"/>
              <a:sym typeface="Arial"/>
            </a:endParaRPr>
          </a:p>
          <a:p>
            <a:pPr marL="0" marR="0" lvl="0" indent="0" algn="l" rtl="0">
              <a:lnSpc>
                <a:spcPct val="100000"/>
              </a:lnSpc>
              <a:spcBef>
                <a:spcPts val="0"/>
              </a:spcBef>
              <a:spcAft>
                <a:spcPts val="0"/>
              </a:spcAft>
              <a:buNone/>
            </a:pPr>
            <a:r>
              <a:rPr lang="en-US" sz="1800" b="0" i="0" u="none" strike="noStrike" cap="none">
                <a:solidFill>
                  <a:srgbClr val="000000"/>
                </a:solidFill>
                <a:latin typeface="Atkinson Hyperlegible Next"/>
                <a:ea typeface="Arial"/>
                <a:cs typeface="Arial"/>
                <a:sym typeface="Arial"/>
              </a:rPr>
              <a:t>Lorem ipsum dolor sit amet, consectetur adipiscing elit, sed do eiusmod tempor incididunt ut labore et dolore magna aliqua. Ut enim ad minim veniam, quis nostrud exercitation ullamco laboris nisi ut aliquip ex ea commodo consequat. </a:t>
            </a:r>
            <a:endParaRPr/>
          </a:p>
          <a:p>
            <a:pPr marL="0" marR="0" lvl="0" indent="0" algn="l" rtl="0">
              <a:lnSpc>
                <a:spcPct val="100000"/>
              </a:lnSpc>
              <a:spcBef>
                <a:spcPts val="0"/>
              </a:spcBef>
              <a:spcAft>
                <a:spcPts val="0"/>
              </a:spcAft>
              <a:buNone/>
            </a:pPr>
            <a:endParaRPr sz="1800" b="0" i="0" u="none" strike="noStrike" cap="none">
              <a:solidFill>
                <a:schemeClr val="dk1"/>
              </a:solidFill>
              <a:latin typeface="Atkinson Hyperlegible Next"/>
              <a:ea typeface="Arial"/>
              <a:cs typeface="Arial"/>
              <a:sym typeface="Arial"/>
            </a:endParaRPr>
          </a:p>
          <a:p>
            <a:pPr marL="0" marR="0" lvl="0" indent="0" algn="l" rtl="0">
              <a:lnSpc>
                <a:spcPct val="100000"/>
              </a:lnSpc>
              <a:spcBef>
                <a:spcPts val="0"/>
              </a:spcBef>
              <a:spcAft>
                <a:spcPts val="0"/>
              </a:spcAft>
              <a:buNone/>
            </a:pPr>
            <a:r>
              <a:rPr lang="en-US" sz="2000" b="1" i="0" u="none" strike="noStrike" cap="none">
                <a:solidFill>
                  <a:srgbClr val="15264B"/>
                </a:solidFill>
                <a:latin typeface="Atkinson Hyperlegible Next"/>
                <a:ea typeface="Arial"/>
                <a:cs typeface="Arial"/>
                <a:sym typeface="Arial"/>
              </a:rPr>
              <a:t>Lorem Ipsum Dolor Sit Amet Consectetur Adipiscing</a:t>
            </a:r>
            <a:endParaRPr sz="2000" b="1" i="0" u="none" strike="noStrike" cap="none">
              <a:solidFill>
                <a:srgbClr val="15264B"/>
              </a:solidFill>
              <a:latin typeface="Atkinson Hyperlegible Next"/>
              <a:ea typeface="Arial"/>
              <a:cs typeface="Arial"/>
              <a:sym typeface="Arial"/>
            </a:endParaRPr>
          </a:p>
          <a:p>
            <a:pPr marL="0" marR="0" lvl="0" indent="0" algn="l" rtl="0">
              <a:lnSpc>
                <a:spcPct val="100000"/>
              </a:lnSpc>
              <a:spcBef>
                <a:spcPts val="0"/>
              </a:spcBef>
              <a:spcAft>
                <a:spcPts val="0"/>
              </a:spcAft>
              <a:buNone/>
            </a:pPr>
            <a:endParaRPr sz="1800" b="1" i="0" u="none" strike="noStrike" cap="none">
              <a:solidFill>
                <a:schemeClr val="dk1"/>
              </a:solidFill>
              <a:latin typeface="Atkinson Hyperlegible Next"/>
              <a:ea typeface="Arial"/>
              <a:cs typeface="Arial"/>
              <a:sym typeface="Arial"/>
            </a:endParaRPr>
          </a:p>
          <a:p>
            <a:pPr marL="0" marR="0" lvl="0" indent="0" algn="l" rtl="0">
              <a:lnSpc>
                <a:spcPct val="100000"/>
              </a:lnSpc>
              <a:spcBef>
                <a:spcPts val="0"/>
              </a:spcBef>
              <a:spcAft>
                <a:spcPts val="0"/>
              </a:spcAft>
              <a:buNone/>
            </a:pPr>
            <a:r>
              <a:rPr lang="en-US" sz="1800" b="0" i="0" u="none" strike="noStrike" cap="none">
                <a:solidFill>
                  <a:srgbClr val="000000"/>
                </a:solidFill>
                <a:latin typeface="Atkinson Hyperlegible Next"/>
                <a:ea typeface="Arial"/>
                <a:cs typeface="Arial"/>
                <a:sym typeface="Arial"/>
              </a:rPr>
              <a:t>Lorem ipsum dolor sit amet, consectetur adipiscing elit, sed do eiusmod tempor incididunt ut labore et dolore magna aliqua.</a:t>
            </a:r>
            <a:endParaRPr sz="1800" b="1" i="0" u="none" strike="noStrike" cap="none">
              <a:solidFill>
                <a:schemeClr val="dk1"/>
              </a:solidFill>
              <a:latin typeface="Atkinson Hyperlegible Next"/>
              <a:ea typeface="Arial"/>
              <a:cs typeface="Arial"/>
              <a:sym typeface="Arial"/>
            </a:endParaRPr>
          </a:p>
        </p:txBody>
      </p:sp>
      <p:sp>
        <p:nvSpPr>
          <p:cNvPr id="182" name="Google Shape;182;p32"/>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Atkinson Hyperlegible Next"/>
              <a:ea typeface="Calibri"/>
              <a:cs typeface="Calibri"/>
              <a:sym typeface="Calibri"/>
            </a:endParaRPr>
          </a:p>
        </p:txBody>
      </p:sp>
      <p:sp>
        <p:nvSpPr>
          <p:cNvPr id="183" name="Google Shape;183;p32"/>
          <p:cNvSpPr/>
          <p:nvPr>
            <p:ph type="title"/>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0" i="0" u="none" strike="noStrike" cap="none">
                <a:solidFill>
                  <a:schemeClr val="lt1"/>
                </a:solidFill>
                <a:latin typeface="Atkinson Hyperlegible Next"/>
                <a:ea typeface="Arial"/>
                <a:cs typeface="Arial"/>
                <a:sym typeface="Arial"/>
              </a:rPr>
              <a:t>Slide Title</a:t>
            </a:r>
            <a:endParaRPr sz="2400" b="0" i="0" u="none" strike="noStrike" cap="none">
              <a:solidFill>
                <a:schemeClr val="lt1"/>
              </a:solidFill>
              <a:latin typeface="Atkinson Hyperlegible Next"/>
              <a:ea typeface="Arial"/>
              <a:cs typeface="Arial"/>
              <a:sym typeface="Arial"/>
            </a:endParaRPr>
          </a:p>
        </p:txBody>
      </p:sp>
      <p:pic>
        <p:nvPicPr>
          <p:cNvPr id="184" name="Google Shape;184;p32"/>
          <p:cNvPicPr preferRelativeResize="0"/>
          <p:nvPr/>
        </p:nvPicPr>
        <p:blipFill rotWithShape="1">
          <a:blip r:embed="rId3">
            <a:alphaModFix/>
          </a:blip>
          <a:srcRect/>
          <a:stretch/>
        </p:blipFill>
        <p:spPr>
          <a:xfrm>
            <a:off x="11557509" y="233819"/>
            <a:ext cx="271308" cy="389810"/>
          </a:xfrm>
          <a:prstGeom prst="rect">
            <a:avLst/>
          </a:prstGeom>
          <a:noFill/>
          <a:ln>
            <a:noFill/>
          </a:ln>
        </p:spPr>
      </p:pic>
      <p:sp>
        <p:nvSpPr>
          <p:cNvPr id="185" name="Google Shape;185;p32"/>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tkinson Hyperlegible Next"/>
                <a:ea typeface="Arial"/>
                <a:cs typeface="Arial"/>
                <a:sym typeface="Arial"/>
              </a:rPr>
              <a:t>GRAINGER ENGINEERING</a:t>
            </a:r>
            <a:endParaRPr/>
          </a:p>
        </p:txBody>
      </p:sp>
      <p:sp>
        <p:nvSpPr>
          <p:cNvPr id="186" name="Google Shape;186;p32"/>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87" name="Google Shape;187;p32"/>
          <p:cNvGrpSpPr/>
          <p:nvPr/>
        </p:nvGrpSpPr>
        <p:grpSpPr>
          <a:xfrm>
            <a:off x="4066674" y="6601537"/>
            <a:ext cx="5233412" cy="70446"/>
            <a:chOff x="4033424" y="6601537"/>
            <a:chExt cx="5233412" cy="70446"/>
          </a:xfrm>
        </p:grpSpPr>
        <p:cxnSp>
          <p:nvCxnSpPr>
            <p:cNvPr id="188" name="Google Shape;188;p32"/>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89" name="Google Shape;189;p32"/>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tkinson Hyperlegible Next"/>
                <a:ea typeface="Arial"/>
                <a:cs typeface="Arial"/>
                <a:sym typeface="Arial"/>
              </a:endParaRPr>
            </a:p>
          </p:txBody>
        </p:sp>
      </p:gr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93"/>
        <p:cNvGrpSpPr/>
        <p:nvPr/>
      </p:nvGrpSpPr>
      <p:grpSpPr>
        <a:xfrm>
          <a:off x="0" y="0"/>
          <a:ext cx="0" cy="0"/>
          <a:chOff x="0" y="0"/>
          <a:chExt cx="0" cy="0"/>
        </a:xfrm>
      </p:grpSpPr>
      <p:sp>
        <p:nvSpPr>
          <p:cNvPr id="194" name="Google Shape;194;p33"/>
          <p:cNvSpPr/>
          <p:nvPr/>
        </p:nvSpPr>
        <p:spPr>
          <a:xfrm>
            <a:off x="7452352" y="1263718"/>
            <a:ext cx="4356660" cy="4825998"/>
          </a:xfrm>
          <a:prstGeom prst="rect">
            <a:avLst/>
          </a:prstGeom>
          <a:solidFill>
            <a:srgbClr val="D8D8D8"/>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tkinson Hyperlegible Next"/>
              <a:ea typeface="Calibri"/>
              <a:cs typeface="Calibri"/>
              <a:sym typeface="Calibri"/>
            </a:endParaRPr>
          </a:p>
        </p:txBody>
      </p:sp>
      <p:sp>
        <p:nvSpPr>
          <p:cNvPr id="195" name="Google Shape;195;p33"/>
          <p:cNvSpPr txBox="1"/>
          <p:nvPr/>
        </p:nvSpPr>
        <p:spPr>
          <a:xfrm>
            <a:off x="8490436" y="3493224"/>
            <a:ext cx="2280491" cy="369332"/>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5A5A5"/>
                </a:solidFill>
                <a:latin typeface="Atkinson Hyperlegible Next"/>
                <a:ea typeface="Arial"/>
                <a:cs typeface="Arial"/>
                <a:sym typeface="Arial"/>
              </a:rPr>
              <a:t>IMAGE / GRAPHIC</a:t>
            </a:r>
            <a:endParaRPr sz="1400" b="0" i="0" u="none" strike="noStrike" cap="none">
              <a:solidFill>
                <a:srgbClr val="000000"/>
              </a:solidFill>
              <a:latin typeface="Atkinson Hyperlegible Next"/>
              <a:ea typeface="Arial"/>
              <a:cs typeface="Arial"/>
              <a:sym typeface="Arial"/>
            </a:endParaRPr>
          </a:p>
        </p:txBody>
      </p:sp>
      <p:sp>
        <p:nvSpPr>
          <p:cNvPr id="196" name="Google Shape;196;p33"/>
          <p:cNvSpPr txBox="1"/>
          <p:nvPr/>
        </p:nvSpPr>
        <p:spPr>
          <a:xfrm>
            <a:off x="376808" y="1334279"/>
            <a:ext cx="6422373" cy="4821102"/>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r>
              <a:rPr lang="en-US" sz="2600" b="1" i="0" u="none" strike="noStrike" cap="none">
                <a:solidFill>
                  <a:srgbClr val="E84B36"/>
                </a:solidFill>
                <a:latin typeface="Atkinson Hyperlegible Next"/>
                <a:ea typeface="Arial"/>
                <a:cs typeface="Arial"/>
                <a:sym typeface="Arial"/>
              </a:rPr>
              <a:t>Lorem Ipsum Dolor Sit Amet Consectetur Adipiscing</a:t>
            </a:r>
            <a:endParaRPr sz="2600" b="1" i="0" u="none" strike="noStrike" cap="none">
              <a:solidFill>
                <a:srgbClr val="E84B36"/>
              </a:solidFill>
              <a:latin typeface="Atkinson Hyperlegible Next"/>
              <a:ea typeface="Arial"/>
              <a:cs typeface="Arial"/>
              <a:sym typeface="Arial"/>
            </a:endParaRPr>
          </a:p>
          <a:p>
            <a:pPr marL="0" marR="0" lvl="0" indent="0" algn="l" rtl="0">
              <a:lnSpc>
                <a:spcPct val="100000"/>
              </a:lnSpc>
              <a:spcBef>
                <a:spcPts val="0"/>
              </a:spcBef>
              <a:spcAft>
                <a:spcPts val="0"/>
              </a:spcAft>
              <a:buNone/>
            </a:pPr>
            <a:endParaRPr sz="1800" b="0" i="0" u="none" strike="noStrike" cap="none">
              <a:solidFill>
                <a:schemeClr val="dk1"/>
              </a:solidFill>
              <a:latin typeface="Atkinson Hyperlegible Next"/>
              <a:ea typeface="Arial"/>
              <a:cs typeface="Arial"/>
              <a:sym typeface="Arial"/>
            </a:endParaRPr>
          </a:p>
          <a:p>
            <a:pPr marL="0" marR="0" lvl="0" indent="0" algn="l" rtl="0">
              <a:lnSpc>
                <a:spcPct val="100000"/>
              </a:lnSpc>
              <a:spcBef>
                <a:spcPts val="0"/>
              </a:spcBef>
              <a:spcAft>
                <a:spcPts val="0"/>
              </a:spcAft>
              <a:buNone/>
            </a:pPr>
            <a:r>
              <a:rPr lang="en-US" sz="1800" b="0" i="0" u="none" strike="noStrike" cap="none">
                <a:solidFill>
                  <a:srgbClr val="000000"/>
                </a:solidFill>
                <a:latin typeface="Atkinson Hyperlegible Next"/>
                <a:ea typeface="Arial"/>
                <a:cs typeface="Arial"/>
                <a:sym typeface="Arial"/>
              </a:rPr>
              <a:t>Lorem ipsum dolor sit amet, consectetur adipiscing elit, sed do eiusmod tempor incididunt ut labore et dolore magna aliqua. Ut enim ad minim veniam, quis nostrud exercitation ullamco laboris nisi ut aliquip ex ea commodo consequat. </a:t>
            </a:r>
            <a:endParaRPr/>
          </a:p>
          <a:p>
            <a:pPr marL="0" marR="0" lvl="0" indent="0" algn="l" rtl="0">
              <a:lnSpc>
                <a:spcPct val="100000"/>
              </a:lnSpc>
              <a:spcBef>
                <a:spcPts val="0"/>
              </a:spcBef>
              <a:spcAft>
                <a:spcPts val="0"/>
              </a:spcAft>
              <a:buNone/>
            </a:pPr>
            <a:endParaRPr sz="1800" b="0" i="0" u="none" strike="noStrike" cap="none">
              <a:solidFill>
                <a:schemeClr val="dk1"/>
              </a:solidFill>
              <a:latin typeface="Atkinson Hyperlegible Next"/>
              <a:ea typeface="Arial"/>
              <a:cs typeface="Arial"/>
              <a:sym typeface="Arial"/>
            </a:endParaRPr>
          </a:p>
          <a:p>
            <a:pPr marL="0" marR="0" lvl="0" indent="0" algn="l" rtl="0">
              <a:lnSpc>
                <a:spcPct val="100000"/>
              </a:lnSpc>
              <a:spcBef>
                <a:spcPts val="0"/>
              </a:spcBef>
              <a:spcAft>
                <a:spcPts val="0"/>
              </a:spcAft>
              <a:buNone/>
            </a:pPr>
            <a:r>
              <a:rPr lang="en-US" sz="2000" b="1" i="0" u="none" strike="noStrike" cap="none">
                <a:solidFill>
                  <a:srgbClr val="15264B"/>
                </a:solidFill>
                <a:latin typeface="Atkinson Hyperlegible Next"/>
                <a:ea typeface="Arial"/>
                <a:cs typeface="Arial"/>
                <a:sym typeface="Arial"/>
              </a:rPr>
              <a:t>Lorem Ipsum Dolor Sit Amet Consectetur Adipiscing</a:t>
            </a:r>
            <a:endParaRPr sz="2000" b="1" i="0" u="none" strike="noStrike" cap="none">
              <a:solidFill>
                <a:srgbClr val="15264B"/>
              </a:solidFill>
              <a:latin typeface="Atkinson Hyperlegible Next"/>
              <a:ea typeface="Arial"/>
              <a:cs typeface="Arial"/>
              <a:sym typeface="Arial"/>
            </a:endParaRPr>
          </a:p>
          <a:p>
            <a:pPr marL="0" marR="0" lvl="0" indent="0" algn="l" rtl="0">
              <a:lnSpc>
                <a:spcPct val="100000"/>
              </a:lnSpc>
              <a:spcBef>
                <a:spcPts val="0"/>
              </a:spcBef>
              <a:spcAft>
                <a:spcPts val="0"/>
              </a:spcAft>
              <a:buNone/>
            </a:pPr>
            <a:endParaRPr sz="1800" b="1" i="0" u="none" strike="noStrike" cap="none">
              <a:solidFill>
                <a:schemeClr val="dk1"/>
              </a:solidFill>
              <a:latin typeface="Atkinson Hyperlegible Next"/>
              <a:ea typeface="Arial"/>
              <a:cs typeface="Arial"/>
              <a:sym typeface="Arial"/>
            </a:endParaRPr>
          </a:p>
          <a:p>
            <a:pPr marL="0" marR="0" lvl="0" indent="0" algn="l" rtl="0">
              <a:lnSpc>
                <a:spcPct val="100000"/>
              </a:lnSpc>
              <a:spcBef>
                <a:spcPts val="0"/>
              </a:spcBef>
              <a:spcAft>
                <a:spcPts val="0"/>
              </a:spcAft>
              <a:buNone/>
            </a:pPr>
            <a:r>
              <a:rPr lang="en-US" sz="1800" b="0" i="0" u="none" strike="noStrike" cap="none">
                <a:solidFill>
                  <a:srgbClr val="000000"/>
                </a:solidFill>
                <a:latin typeface="Atkinson Hyperlegible Next"/>
                <a:ea typeface="Arial"/>
                <a:cs typeface="Arial"/>
                <a:sym typeface="Arial"/>
              </a:rPr>
              <a:t>Lorem ipsum dolor sit amet, consectetur adipiscing elit, sed do eiusmod tempor incididunt ut labore et dolore magna aliqua.</a:t>
            </a:r>
            <a:endParaRPr sz="1800" b="1" i="0" u="none" strike="noStrike" cap="none">
              <a:solidFill>
                <a:schemeClr val="dk1"/>
              </a:solidFill>
              <a:latin typeface="Atkinson Hyperlegible Next"/>
              <a:ea typeface="Arial"/>
              <a:cs typeface="Arial"/>
              <a:sym typeface="Arial"/>
            </a:endParaRPr>
          </a:p>
        </p:txBody>
      </p:sp>
      <p:sp>
        <p:nvSpPr>
          <p:cNvPr id="197" name="Google Shape;197;p33"/>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Atkinson Hyperlegible Next"/>
              <a:ea typeface="Calibri"/>
              <a:cs typeface="Calibri"/>
              <a:sym typeface="Calibri"/>
            </a:endParaRPr>
          </a:p>
        </p:txBody>
      </p:sp>
      <p:sp>
        <p:nvSpPr>
          <p:cNvPr id="198" name="Google Shape;198;p33"/>
          <p:cNvSpPr/>
          <p:nvPr>
            <p:ph type="title"/>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0" i="0" u="none" strike="noStrike" cap="none">
                <a:solidFill>
                  <a:schemeClr val="lt1"/>
                </a:solidFill>
                <a:latin typeface="Atkinson Hyperlegible Next"/>
                <a:ea typeface="Arial"/>
                <a:cs typeface="Arial"/>
                <a:sym typeface="Arial"/>
              </a:rPr>
              <a:t>Slide Title</a:t>
            </a:r>
            <a:endParaRPr sz="2400" b="0" i="0" u="none" strike="noStrike" cap="none">
              <a:solidFill>
                <a:schemeClr val="lt1"/>
              </a:solidFill>
              <a:latin typeface="Atkinson Hyperlegible Next"/>
              <a:ea typeface="Arial"/>
              <a:cs typeface="Arial"/>
              <a:sym typeface="Arial"/>
            </a:endParaRPr>
          </a:p>
        </p:txBody>
      </p:sp>
      <p:pic>
        <p:nvPicPr>
          <p:cNvPr id="199" name="Google Shape;199;p33"/>
          <p:cNvPicPr preferRelativeResize="0"/>
          <p:nvPr/>
        </p:nvPicPr>
        <p:blipFill rotWithShape="1">
          <a:blip r:embed="rId3">
            <a:alphaModFix/>
          </a:blip>
          <a:srcRect/>
          <a:stretch/>
        </p:blipFill>
        <p:spPr>
          <a:xfrm>
            <a:off x="11557509" y="233819"/>
            <a:ext cx="271308" cy="389810"/>
          </a:xfrm>
          <a:prstGeom prst="rect">
            <a:avLst/>
          </a:prstGeom>
          <a:noFill/>
          <a:ln>
            <a:noFill/>
          </a:ln>
        </p:spPr>
      </p:pic>
      <p:sp>
        <p:nvSpPr>
          <p:cNvPr id="200" name="Google Shape;200;p33"/>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tkinson Hyperlegible Next"/>
                <a:ea typeface="Arial"/>
                <a:cs typeface="Arial"/>
                <a:sym typeface="Arial"/>
              </a:rPr>
              <a:t>GRAINGER ENGINEERING</a:t>
            </a:r>
            <a:endParaRPr/>
          </a:p>
        </p:txBody>
      </p:sp>
      <p:sp>
        <p:nvSpPr>
          <p:cNvPr id="201" name="Google Shape;201;p33"/>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202" name="Google Shape;202;p33"/>
          <p:cNvGrpSpPr/>
          <p:nvPr/>
        </p:nvGrpSpPr>
        <p:grpSpPr>
          <a:xfrm>
            <a:off x="4066674" y="6601537"/>
            <a:ext cx="5233412" cy="70446"/>
            <a:chOff x="4033424" y="6601537"/>
            <a:chExt cx="5233412" cy="70446"/>
          </a:xfrm>
        </p:grpSpPr>
        <p:cxnSp>
          <p:nvCxnSpPr>
            <p:cNvPr id="203" name="Google Shape;203;p33"/>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204" name="Google Shape;204;p33"/>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tkinson Hyperlegible Next"/>
                <a:ea typeface="Arial"/>
                <a:cs typeface="Arial"/>
                <a:sym typeface="Arial"/>
              </a:endParaRPr>
            </a:p>
          </p:txBody>
        </p:sp>
      </p:gr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08"/>
        <p:cNvGrpSpPr/>
        <p:nvPr/>
      </p:nvGrpSpPr>
      <p:grpSpPr>
        <a:xfrm>
          <a:off x="0" y="0"/>
          <a:ext cx="0" cy="0"/>
          <a:chOff x="0" y="0"/>
          <a:chExt cx="0" cy="0"/>
        </a:xfrm>
      </p:grpSpPr>
      <p:sp>
        <p:nvSpPr>
          <p:cNvPr id="209" name="Google Shape;209;p8"/>
          <p:cNvSpPr/>
          <p:nvPr/>
        </p:nvSpPr>
        <p:spPr>
          <a:xfrm>
            <a:off x="2266934" y="1458134"/>
            <a:ext cx="7658130" cy="3688423"/>
          </a:xfrm>
          <a:prstGeom prst="rect">
            <a:avLst/>
          </a:prstGeom>
          <a:solidFill>
            <a:srgbClr val="D8D8D8"/>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tkinson Hyperlegible Next"/>
              <a:ea typeface="Calibri"/>
              <a:cs typeface="Calibri"/>
              <a:sym typeface="Calibri"/>
            </a:endParaRPr>
          </a:p>
        </p:txBody>
      </p:sp>
      <p:sp>
        <p:nvSpPr>
          <p:cNvPr id="210" name="Google Shape;210;p8"/>
          <p:cNvSpPr txBox="1"/>
          <p:nvPr/>
        </p:nvSpPr>
        <p:spPr>
          <a:xfrm>
            <a:off x="4548417" y="3123892"/>
            <a:ext cx="3095164" cy="369332"/>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5A5A5"/>
                </a:solidFill>
                <a:latin typeface="Atkinson Hyperlegible Next"/>
                <a:ea typeface="Arial"/>
                <a:cs typeface="Arial"/>
                <a:sym typeface="Arial"/>
              </a:rPr>
              <a:t>CHART / GRAPH</a:t>
            </a:r>
            <a:endParaRPr sz="1400" b="0" i="0" u="none" strike="noStrike" cap="none">
              <a:solidFill>
                <a:srgbClr val="000000"/>
              </a:solidFill>
              <a:latin typeface="Atkinson Hyperlegible Next"/>
              <a:ea typeface="Arial"/>
              <a:cs typeface="Arial"/>
              <a:sym typeface="Arial"/>
            </a:endParaRPr>
          </a:p>
        </p:txBody>
      </p:sp>
      <p:sp>
        <p:nvSpPr>
          <p:cNvPr id="211" name="Google Shape;211;p8"/>
          <p:cNvSpPr txBox="1"/>
          <p:nvPr/>
        </p:nvSpPr>
        <p:spPr>
          <a:xfrm>
            <a:off x="583914" y="5464730"/>
            <a:ext cx="11024170" cy="654113"/>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2000"/>
              <a:buFont typeface="Helvetica Neue Light"/>
              <a:buNone/>
            </a:pPr>
            <a:r>
              <a:rPr lang="en-US" sz="1600" b="0" i="0" u="none" strike="noStrike" cap="none">
                <a:solidFill>
                  <a:schemeClr val="dk1"/>
                </a:solidFill>
                <a:latin typeface="Atkinson Hyperlegible Next"/>
                <a:ea typeface="Arial"/>
                <a:cs typeface="Arial"/>
                <a:sym typeface="Arial"/>
              </a:rPr>
              <a:t>(Short commentary or relevant information about the contents of the chart/graph.)</a:t>
            </a:r>
            <a:endParaRPr sz="1600" b="0" i="0" u="none" strike="noStrike" cap="none">
              <a:solidFill>
                <a:srgbClr val="000000"/>
              </a:solidFill>
              <a:latin typeface="Atkinson Hyperlegible Next"/>
              <a:ea typeface="Arial"/>
              <a:cs typeface="Arial"/>
              <a:sym typeface="Arial"/>
            </a:endParaRPr>
          </a:p>
        </p:txBody>
      </p:sp>
      <p:sp>
        <p:nvSpPr>
          <p:cNvPr id="212" name="Google Shape;212;p8"/>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Atkinson Hyperlegible Next"/>
              <a:ea typeface="Calibri"/>
              <a:cs typeface="Calibri"/>
              <a:sym typeface="Calibri"/>
            </a:endParaRPr>
          </a:p>
        </p:txBody>
      </p:sp>
      <p:sp>
        <p:nvSpPr>
          <p:cNvPr id="213" name="Google Shape;213;p8"/>
          <p:cNvSpPr/>
          <p:nvPr>
            <p:ph type="title"/>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0" i="0" u="none" strike="noStrike" cap="none">
                <a:solidFill>
                  <a:schemeClr val="lt1"/>
                </a:solidFill>
                <a:latin typeface="Atkinson Hyperlegible Next"/>
                <a:ea typeface="Arial"/>
                <a:cs typeface="Arial"/>
                <a:sym typeface="Arial"/>
              </a:rPr>
              <a:t>Slide Title</a:t>
            </a:r>
            <a:endParaRPr sz="2400" b="0" i="0" u="none" strike="noStrike" cap="none">
              <a:solidFill>
                <a:schemeClr val="lt1"/>
              </a:solidFill>
              <a:latin typeface="Atkinson Hyperlegible Next"/>
              <a:ea typeface="Arial"/>
              <a:cs typeface="Arial"/>
              <a:sym typeface="Arial"/>
            </a:endParaRPr>
          </a:p>
        </p:txBody>
      </p:sp>
      <p:pic>
        <p:nvPicPr>
          <p:cNvPr id="214" name="Google Shape;214;p8"/>
          <p:cNvPicPr preferRelativeResize="0"/>
          <p:nvPr/>
        </p:nvPicPr>
        <p:blipFill rotWithShape="1">
          <a:blip r:embed="rId3">
            <a:alphaModFix/>
          </a:blip>
          <a:srcRect/>
          <a:stretch/>
        </p:blipFill>
        <p:spPr>
          <a:xfrm>
            <a:off x="11557509" y="233819"/>
            <a:ext cx="271308" cy="389810"/>
          </a:xfrm>
          <a:prstGeom prst="rect">
            <a:avLst/>
          </a:prstGeom>
          <a:noFill/>
          <a:ln>
            <a:noFill/>
          </a:ln>
        </p:spPr>
      </p:pic>
      <p:sp>
        <p:nvSpPr>
          <p:cNvPr id="215" name="Google Shape;215;p8"/>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tkinson Hyperlegible Next"/>
                <a:ea typeface="Arial"/>
                <a:cs typeface="Arial"/>
                <a:sym typeface="Arial"/>
              </a:rPr>
              <a:t>GRAINGER ENGINEERING</a:t>
            </a:r>
            <a:endParaRPr/>
          </a:p>
        </p:txBody>
      </p:sp>
      <p:sp>
        <p:nvSpPr>
          <p:cNvPr id="216" name="Google Shape;216;p8"/>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217" name="Google Shape;217;p8"/>
          <p:cNvGrpSpPr/>
          <p:nvPr/>
        </p:nvGrpSpPr>
        <p:grpSpPr>
          <a:xfrm>
            <a:off x="4066674" y="6601537"/>
            <a:ext cx="5233412" cy="70446"/>
            <a:chOff x="4033424" y="6601537"/>
            <a:chExt cx="5233412" cy="70446"/>
          </a:xfrm>
        </p:grpSpPr>
        <p:cxnSp>
          <p:nvCxnSpPr>
            <p:cNvPr id="218" name="Google Shape;218;p8"/>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219" name="Google Shape;219;p8"/>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tkinson Hyperlegible Next"/>
                <a:ea typeface="Arial"/>
                <a:cs typeface="Arial"/>
                <a:sym typeface="Arial"/>
              </a:endParaRPr>
            </a:p>
          </p:txBody>
        </p:sp>
      </p:gr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23"/>
        <p:cNvGrpSpPr/>
        <p:nvPr/>
      </p:nvGrpSpPr>
      <p:grpSpPr>
        <a:xfrm>
          <a:off x="0" y="0"/>
          <a:ext cx="0" cy="0"/>
          <a:chOff x="0" y="0"/>
          <a:chExt cx="0" cy="0"/>
        </a:xfrm>
      </p:grpSpPr>
      <p:sp>
        <p:nvSpPr>
          <p:cNvPr id="224" name="Google Shape;224;p34"/>
          <p:cNvSpPr/>
          <p:nvPr/>
        </p:nvSpPr>
        <p:spPr>
          <a:xfrm>
            <a:off x="1" y="0"/>
            <a:ext cx="12191998" cy="4617387"/>
          </a:xfrm>
          <a:prstGeom prst="rect">
            <a:avLst/>
          </a:prstGeom>
          <a:solidFill>
            <a:srgbClr val="D8D8D8"/>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tkinson Hyperlegible Next"/>
              <a:ea typeface="Calibri"/>
              <a:cs typeface="Calibri"/>
              <a:sym typeface="Calibri"/>
            </a:endParaRPr>
          </a:p>
        </p:txBody>
      </p:sp>
      <p:sp>
        <p:nvSpPr>
          <p:cNvPr id="225" name="Google Shape;225;p34"/>
          <p:cNvSpPr txBox="1"/>
          <p:nvPr/>
        </p:nvSpPr>
        <p:spPr>
          <a:xfrm>
            <a:off x="3513296" y="2308693"/>
            <a:ext cx="5140526" cy="369291"/>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5A5A5"/>
                </a:solidFill>
                <a:latin typeface="Atkinson Hyperlegible Next"/>
                <a:ea typeface="Arial"/>
                <a:cs typeface="Arial"/>
                <a:sym typeface="Arial"/>
              </a:rPr>
              <a:t>IMAGE (Send to back so Block I is not covered.)</a:t>
            </a:r>
            <a:endParaRPr sz="1400" b="0" i="0" u="none" strike="noStrike" cap="none">
              <a:solidFill>
                <a:srgbClr val="000000"/>
              </a:solidFill>
              <a:latin typeface="Atkinson Hyperlegible Next"/>
              <a:ea typeface="Arial"/>
              <a:cs typeface="Arial"/>
              <a:sym typeface="Arial"/>
            </a:endParaRPr>
          </a:p>
        </p:txBody>
      </p:sp>
      <p:sp>
        <p:nvSpPr>
          <p:cNvPr id="226" name="Google Shape;226;p34"/>
          <p:cNvSpPr/>
          <p:nvPr>
            <p:ph type="title"/>
          </p:nvPr>
        </p:nvSpPr>
        <p:spPr>
          <a:xfrm>
            <a:off x="376810" y="5050453"/>
            <a:ext cx="11177400" cy="953497"/>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2000"/>
              <a:buFont typeface="Helvetica Neue Light"/>
              <a:buNone/>
            </a:pPr>
            <a:r>
              <a:rPr lang="en-US" sz="2200" b="0" i="0" u="none" strike="noStrike" cap="none">
                <a:solidFill>
                  <a:schemeClr val="dk1"/>
                </a:solidFill>
                <a:latin typeface="Atkinson Hyperlegible Next"/>
                <a:ea typeface="Arial"/>
                <a:cs typeface="Arial"/>
                <a:sym typeface="Arial"/>
              </a:rPr>
              <a:t>(Text here relevant to the photo for a larger call out on a given idea or message.) </a:t>
            </a:r>
            <a:endParaRPr i="0" b="0" sz="1400">
              <a:solidFill>
                <a:srgbClr val="000000"/>
              </a:solidFill>
            </a:endParaRPr>
          </a:p>
          <a:p>
            <a:pPr marL="0" marR="0" lvl="0" indent="0" algn="ctr" rtl="0">
              <a:lnSpc>
                <a:spcPct val="100000"/>
              </a:lnSpc>
              <a:spcBef>
                <a:spcPts val="0"/>
              </a:spcBef>
              <a:spcAft>
                <a:spcPts val="0"/>
              </a:spcAft>
              <a:buClr>
                <a:schemeClr val="dk1"/>
              </a:buClr>
              <a:buSzPts val="2000"/>
              <a:buFont typeface="Helvetica Neue Light"/>
              <a:buNone/>
            </a:pPr>
            <a:r>
              <a:rPr lang="en-US" sz="2200" b="0" i="0" u="none" strike="noStrike" cap="none">
                <a:solidFill>
                  <a:schemeClr val="dk1"/>
                </a:solidFill>
                <a:latin typeface="Atkinson Hyperlegible Next"/>
                <a:ea typeface="Arial"/>
                <a:cs typeface="Arial"/>
                <a:sym typeface="Arial"/>
              </a:rPr>
              <a:t>(Keep this text simple and short on one or two lines.)</a:t>
            </a:r>
            <a:endParaRPr sz="2200" b="0" i="0" u="none" strike="noStrike" cap="none">
              <a:solidFill>
                <a:srgbClr val="000000"/>
              </a:solidFill>
              <a:latin typeface="Atkinson Hyperlegible Next"/>
              <a:ea typeface="Arial"/>
              <a:cs typeface="Arial"/>
              <a:sym typeface="Arial"/>
            </a:endParaRPr>
          </a:p>
        </p:txBody>
      </p:sp>
      <p:pic>
        <p:nvPicPr>
          <p:cNvPr id="227" name="Google Shape;227;p34"/>
          <p:cNvPicPr preferRelativeResize="0"/>
          <p:nvPr/>
        </p:nvPicPr>
        <p:blipFill rotWithShape="1">
          <a:blip r:embed="rId3">
            <a:alphaModFix/>
          </a:blip>
          <a:srcRect/>
          <a:stretch/>
        </p:blipFill>
        <p:spPr>
          <a:xfrm>
            <a:off x="11557509" y="233819"/>
            <a:ext cx="271308" cy="389810"/>
          </a:xfrm>
          <a:prstGeom prst="rect">
            <a:avLst/>
          </a:prstGeom>
          <a:noFill/>
          <a:ln>
            <a:noFill/>
          </a:ln>
        </p:spPr>
      </p:pic>
      <p:sp>
        <p:nvSpPr>
          <p:cNvPr id="228" name="Google Shape;228;p34"/>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tkinson Hyperlegible Next"/>
                <a:ea typeface="Arial"/>
                <a:cs typeface="Arial"/>
                <a:sym typeface="Arial"/>
              </a:rPr>
              <a:t>GRAINGER ENGINEERING</a:t>
            </a:r>
            <a:endParaRPr/>
          </a:p>
        </p:txBody>
      </p:sp>
      <p:sp>
        <p:nvSpPr>
          <p:cNvPr id="229" name="Google Shape;229;p34"/>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230" name="Google Shape;230;p34"/>
          <p:cNvGrpSpPr/>
          <p:nvPr/>
        </p:nvGrpSpPr>
        <p:grpSpPr>
          <a:xfrm>
            <a:off x="4066674" y="6601537"/>
            <a:ext cx="5233412" cy="70446"/>
            <a:chOff x="4033424" y="6601537"/>
            <a:chExt cx="5233412" cy="70446"/>
          </a:xfrm>
        </p:grpSpPr>
        <p:cxnSp>
          <p:nvCxnSpPr>
            <p:cNvPr id="231" name="Google Shape;231;p34"/>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232" name="Google Shape;232;p34"/>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tkinson Hyperlegible Next"/>
                <a:ea typeface="Arial"/>
                <a:cs typeface="Arial"/>
                <a:sym typeface="Arial"/>
              </a:endParaRPr>
            </a:p>
          </p:txBody>
        </p:sp>
      </p:gr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13294B"/>
        </a:solidFill>
        <a:effectLst/>
      </p:bgPr>
    </p:bg>
    <p:spTree>
      <p:nvGrpSpPr>
        <p:cNvPr id="1" name="Shape 236"/>
        <p:cNvGrpSpPr/>
        <p:nvPr/>
      </p:nvGrpSpPr>
      <p:grpSpPr>
        <a:xfrm>
          <a:off x="0" y="0"/>
          <a:ext cx="0" cy="0"/>
          <a:chOff x="0" y="0"/>
          <a:chExt cx="0" cy="0"/>
        </a:xfrm>
      </p:grpSpPr>
      <p:sp>
        <p:nvSpPr>
          <p:cNvPr id="237" name="Google Shape;237;p35"/>
          <p:cNvSpPr txBox="1"/>
          <p:nvPr/>
        </p:nvSpPr>
        <p:spPr>
          <a:xfrm>
            <a:off x="5131837" y="1010620"/>
            <a:ext cx="6422373" cy="4821102"/>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r>
              <a:rPr lang="en-US" sz="2600" b="1" i="0" u="none" strike="noStrike" cap="none">
                <a:solidFill>
                  <a:schemeClr val="lt1"/>
                </a:solidFill>
                <a:latin typeface="Atkinson Hyperlegible Next"/>
                <a:ea typeface="Arial"/>
                <a:cs typeface="Arial"/>
                <a:sym typeface="Arial"/>
              </a:rPr>
              <a:t>Lorem ipsum dolor sit amet consectetur adipiscing elit</a:t>
            </a:r>
            <a:endParaRPr sz="2600" b="1" i="0" u="none" strike="noStrike" cap="none">
              <a:solidFill>
                <a:schemeClr val="lt1"/>
              </a:solidFill>
              <a:latin typeface="Atkinson Hyperlegible Next"/>
              <a:ea typeface="Arial"/>
              <a:cs typeface="Arial"/>
              <a:sym typeface="Arial"/>
            </a:endParaRPr>
          </a:p>
          <a:p>
            <a:pPr marL="0" marR="0" lvl="0" indent="0" algn="l" rtl="0">
              <a:lnSpc>
                <a:spcPct val="100000"/>
              </a:lnSpc>
              <a:spcBef>
                <a:spcPts val="0"/>
              </a:spcBef>
              <a:spcAft>
                <a:spcPts val="0"/>
              </a:spcAft>
              <a:buNone/>
            </a:pPr>
            <a:endParaRPr sz="1800" b="0" i="0" u="none" strike="noStrike" cap="none">
              <a:solidFill>
                <a:schemeClr val="lt1"/>
              </a:solidFill>
              <a:latin typeface="Atkinson Hyperlegible Next"/>
              <a:ea typeface="Arial"/>
              <a:cs typeface="Arial"/>
              <a:sym typeface="Arial"/>
            </a:endParaRPr>
          </a:p>
          <a:p>
            <a:pPr marL="0" marR="0" lvl="0" indent="0" algn="l" rtl="0">
              <a:lnSpc>
                <a:spcPct val="100000"/>
              </a:lnSpc>
              <a:spcBef>
                <a:spcPts val="0"/>
              </a:spcBef>
              <a:spcAft>
                <a:spcPts val="0"/>
              </a:spcAft>
              <a:buNone/>
            </a:pPr>
            <a:r>
              <a:rPr lang="en-US" sz="1800" b="0" i="0" u="none" strike="noStrike" cap="none">
                <a:solidFill>
                  <a:schemeClr val="lt1"/>
                </a:solidFill>
                <a:latin typeface="Atkinson Hyperlegible Next"/>
                <a:ea typeface="Arial"/>
                <a:cs typeface="Arial"/>
                <a:sym typeface="Arial"/>
              </a:rPr>
              <a:t>Lorem ipsum dolor sit amet, consectetur adipiscing elit, sed do eiusmod tempor incididunt ut labore et dolore magna aliqua. Ut enim ad minim veniam, quis nostrud exercitation ullamco laboris nisi ut aliquip ex ea commodo consequat. </a:t>
            </a:r>
            <a:endParaRPr/>
          </a:p>
          <a:p>
            <a:pPr marL="0" marR="0" lvl="0" indent="0" algn="l" rtl="0">
              <a:lnSpc>
                <a:spcPct val="100000"/>
              </a:lnSpc>
              <a:spcBef>
                <a:spcPts val="0"/>
              </a:spcBef>
              <a:spcAft>
                <a:spcPts val="0"/>
              </a:spcAft>
              <a:buNone/>
            </a:pPr>
            <a:endParaRPr sz="1800" b="0" i="0" u="none" strike="noStrike" cap="none">
              <a:solidFill>
                <a:schemeClr val="lt1"/>
              </a:solidFill>
              <a:latin typeface="Atkinson Hyperlegible Next"/>
              <a:ea typeface="Arial"/>
              <a:cs typeface="Arial"/>
              <a:sym typeface="Arial"/>
            </a:endParaRPr>
          </a:p>
          <a:p>
            <a:pPr marL="0" marR="0" lvl="0" indent="0" algn="l" rtl="0">
              <a:lnSpc>
                <a:spcPct val="100000"/>
              </a:lnSpc>
              <a:spcBef>
                <a:spcPts val="0"/>
              </a:spcBef>
              <a:spcAft>
                <a:spcPts val="0"/>
              </a:spcAft>
              <a:buNone/>
            </a:pPr>
            <a:r>
              <a:rPr lang="en-US" sz="2000" b="1" i="0" u="none" strike="noStrike" cap="none">
                <a:solidFill>
                  <a:schemeClr val="lt1"/>
                </a:solidFill>
                <a:latin typeface="Atkinson Hyperlegible Next"/>
                <a:ea typeface="Arial"/>
                <a:cs typeface="Arial"/>
                <a:sym typeface="Arial"/>
              </a:rPr>
              <a:t>Lorem ipsum dolor sit amet consectetur adipiscing</a:t>
            </a:r>
            <a:endParaRPr sz="2000" b="1" i="0" u="none" strike="noStrike" cap="none">
              <a:solidFill>
                <a:schemeClr val="lt1"/>
              </a:solidFill>
              <a:latin typeface="Atkinson Hyperlegible Next"/>
              <a:ea typeface="Arial"/>
              <a:cs typeface="Arial"/>
              <a:sym typeface="Arial"/>
            </a:endParaRPr>
          </a:p>
          <a:p>
            <a:pPr marL="0" marR="0" lvl="0" indent="0" algn="l" rtl="0">
              <a:lnSpc>
                <a:spcPct val="100000"/>
              </a:lnSpc>
              <a:spcBef>
                <a:spcPts val="0"/>
              </a:spcBef>
              <a:spcAft>
                <a:spcPts val="0"/>
              </a:spcAft>
              <a:buNone/>
            </a:pPr>
            <a:endParaRPr sz="1800" b="1" i="0" u="none" strike="noStrike" cap="none">
              <a:solidFill>
                <a:schemeClr val="lt1"/>
              </a:solidFill>
              <a:latin typeface="Atkinson Hyperlegible Next"/>
              <a:ea typeface="Arial"/>
              <a:cs typeface="Arial"/>
              <a:sym typeface="Arial"/>
            </a:endParaRPr>
          </a:p>
          <a:p>
            <a:pPr marL="0" marR="0" lvl="0" indent="0" algn="l" rtl="0">
              <a:lnSpc>
                <a:spcPct val="100000"/>
              </a:lnSpc>
              <a:spcBef>
                <a:spcPts val="0"/>
              </a:spcBef>
              <a:spcAft>
                <a:spcPts val="0"/>
              </a:spcAft>
              <a:buNone/>
            </a:pPr>
            <a:r>
              <a:rPr lang="en-US" sz="1800" b="0" i="0" u="none" strike="noStrike" cap="none">
                <a:solidFill>
                  <a:schemeClr val="lt1"/>
                </a:solidFill>
                <a:latin typeface="Atkinson Hyperlegible Next"/>
                <a:ea typeface="Arial"/>
                <a:cs typeface="Arial"/>
                <a:sym typeface="Arial"/>
              </a:rPr>
              <a:t>Lorem ipsum dolor sit amet, consectetur adipiscing elit, sed do eiusmod tempor incididunt ut labore et dolore magna aliqua.</a:t>
            </a:r>
            <a:endParaRPr sz="1800" b="1" i="0" u="none" strike="noStrike" cap="none">
              <a:solidFill>
                <a:schemeClr val="lt1"/>
              </a:solidFill>
              <a:latin typeface="Atkinson Hyperlegible Next"/>
              <a:ea typeface="Arial"/>
              <a:cs typeface="Arial"/>
              <a:sym typeface="Arial"/>
            </a:endParaRPr>
          </a:p>
        </p:txBody>
      </p:sp>
      <p:sp>
        <p:nvSpPr>
          <p:cNvPr id="238" name="Google Shape;238;p35"/>
          <p:cNvSpPr/>
          <p:nvPr/>
        </p:nvSpPr>
        <p:spPr>
          <a:xfrm>
            <a:off x="420782" y="344953"/>
            <a:ext cx="4109890" cy="5954248"/>
          </a:xfrm>
          <a:prstGeom prst="rect">
            <a:avLst/>
          </a:prstGeom>
          <a:solidFill>
            <a:srgbClr val="D8D8D8"/>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tkinson Hyperlegible Next"/>
              <a:ea typeface="Calibri"/>
              <a:cs typeface="Calibri"/>
              <a:sym typeface="Calibri"/>
            </a:endParaRPr>
          </a:p>
        </p:txBody>
      </p:sp>
      <p:sp>
        <p:nvSpPr>
          <p:cNvPr id="239" name="Google Shape;239;p35"/>
          <p:cNvSpPr txBox="1"/>
          <p:nvPr/>
        </p:nvSpPr>
        <p:spPr>
          <a:xfrm>
            <a:off x="1335481" y="3236505"/>
            <a:ext cx="2280491" cy="369332"/>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5A5A5"/>
                </a:solidFill>
                <a:latin typeface="Atkinson Hyperlegible Next"/>
                <a:ea typeface="Arial"/>
                <a:cs typeface="Arial"/>
                <a:sym typeface="Arial"/>
              </a:rPr>
              <a:t>IMAGE</a:t>
            </a:r>
            <a:endParaRPr sz="1400" b="0" i="0" u="none" strike="noStrike" cap="none">
              <a:solidFill>
                <a:srgbClr val="000000"/>
              </a:solidFill>
              <a:latin typeface="Atkinson Hyperlegible Next"/>
              <a:ea typeface="Arial"/>
              <a:cs typeface="Arial"/>
              <a:sym typeface="Arial"/>
            </a:endParaRPr>
          </a:p>
        </p:txBody>
      </p:sp>
      <p:pic>
        <p:nvPicPr>
          <p:cNvPr id="240" name="Google Shape;240;p35"/>
          <p:cNvPicPr preferRelativeResize="0"/>
          <p:nvPr/>
        </p:nvPicPr>
        <p:blipFill rotWithShape="1">
          <a:blip r:embed="rId3">
            <a:alphaModFix/>
          </a:blip>
          <a:srcRect/>
          <a:stretch/>
        </p:blipFill>
        <p:spPr>
          <a:xfrm>
            <a:off x="11557509" y="233819"/>
            <a:ext cx="271308" cy="389810"/>
          </a:xfrm>
          <a:prstGeom prst="rect">
            <a:avLst/>
          </a:prstGeom>
          <a:noFill/>
          <a:ln>
            <a:noFill/>
          </a:ln>
        </p:spPr>
      </p:pic>
      <p:sp>
        <p:nvSpPr>
          <p:cNvPr id="241" name="Google Shape;241;p35"/>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chemeClr val="lt1"/>
                </a:solidFill>
                <a:latin typeface="Atkinson Hyperlegible Next"/>
                <a:ea typeface="Arial"/>
                <a:cs typeface="Arial"/>
                <a:sym typeface="Arial"/>
              </a:rPr>
              <a:t>GRAINGER ENGINEERING</a:t>
            </a:r>
            <a:endParaRPr/>
          </a:p>
        </p:txBody>
      </p:sp>
      <p:sp>
        <p:nvSpPr>
          <p:cNvPr id="242" name="Google Shape;242;p35"/>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chemeClr val="lt1"/>
                </a:solidFill>
              </a:rPr>
              <a:t>SYSTEMS ENGINEERING </a:t>
            </a:r>
            <a:endParaRPr dirty="0"/>
          </a:p>
        </p:txBody>
      </p:sp>
      <p:grpSp>
        <p:nvGrpSpPr>
          <p:cNvPr id="243" name="Google Shape;243;p35"/>
          <p:cNvGrpSpPr/>
          <p:nvPr/>
        </p:nvGrpSpPr>
        <p:grpSpPr>
          <a:xfrm>
            <a:off x="4066674" y="6601537"/>
            <a:ext cx="5233412" cy="70446"/>
            <a:chOff x="4033424" y="6601537"/>
            <a:chExt cx="5233412" cy="70446"/>
          </a:xfrm>
        </p:grpSpPr>
        <p:cxnSp>
          <p:nvCxnSpPr>
            <p:cNvPr id="244" name="Google Shape;244;p35"/>
            <p:cNvCxnSpPr/>
            <p:nvPr/>
          </p:nvCxnSpPr>
          <p:spPr>
            <a:xfrm rot="10800000">
              <a:off x="4033424" y="6639606"/>
              <a:ext cx="5164651" cy="0"/>
            </a:xfrm>
            <a:prstGeom prst="straightConnector1">
              <a:avLst/>
            </a:prstGeom>
            <a:noFill/>
            <a:ln w="9525" cap="flat" cmpd="sng">
              <a:solidFill>
                <a:schemeClr val="lt1"/>
              </a:solidFill>
              <a:prstDash val="solid"/>
              <a:round/>
              <a:headEnd type="none" w="sm" len="sm"/>
              <a:tailEnd type="none" w="sm" len="sm"/>
            </a:ln>
          </p:spPr>
        </p:cxnSp>
        <p:sp>
          <p:nvSpPr>
            <p:cNvPr id="245" name="Google Shape;245;p35"/>
            <p:cNvSpPr/>
            <p:nvPr/>
          </p:nvSpPr>
          <p:spPr>
            <a:xfrm>
              <a:off x="9196390" y="6601537"/>
              <a:ext cx="70446" cy="70446"/>
            </a:xfrm>
            <a:prstGeom prst="ellipse">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tkinson Hyperlegible Next"/>
                <a:ea typeface="Arial"/>
                <a:cs typeface="Arial"/>
                <a:sym typeface="Arial"/>
              </a:endParaRPr>
            </a:p>
          </p:txBody>
        </p:sp>
      </p:gr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49"/>
        <p:cNvGrpSpPr/>
        <p:nvPr/>
      </p:nvGrpSpPr>
      <p:grpSpPr>
        <a:xfrm>
          <a:off x="0" y="0"/>
          <a:ext cx="0" cy="0"/>
          <a:chOff x="0" y="0"/>
          <a:chExt cx="0" cy="0"/>
        </a:xfrm>
      </p:grpSpPr>
      <p:pic>
        <p:nvPicPr>
          <p:cNvPr id="250" name="Google Shape;250;p36" descr="Text, letter, whiteboard&#10;&#10;Description automatically generated"/>
          <p:cNvPicPr preferRelativeResize="0"/>
          <p:nvPr/>
        </p:nvPicPr>
        <p:blipFill rotWithShape="1">
          <a:blip r:embed="rId3">
            <a:alphaModFix/>
          </a:blip>
          <a:srcRect/>
          <a:stretch/>
        </p:blipFill>
        <p:spPr>
          <a:xfrm>
            <a:off x="0" y="0"/>
            <a:ext cx="12192000" cy="6858000"/>
          </a:xfrm>
          <a:prstGeom prst="rect">
            <a:avLst/>
          </a:prstGeom>
          <a:noFill/>
          <a:ln>
            <a:noFill/>
          </a:ln>
        </p:spPr>
      </p:pic>
      <p:sp>
        <p:nvSpPr>
          <p:cNvPr id="251" name="Google Shape;251;p36"/>
          <p:cNvSpPr/>
          <p:nvPr/>
        </p:nvSpPr>
        <p:spPr>
          <a:xfrm>
            <a:off x="0" y="0"/>
            <a:ext cx="6096000" cy="685800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tkinson Hyperlegible Next"/>
              <a:ea typeface="Calibri"/>
              <a:cs typeface="Calibri"/>
              <a:sym typeface="Calibri"/>
            </a:endParaRPr>
          </a:p>
        </p:txBody>
      </p:sp>
      <p:sp>
        <p:nvSpPr>
          <p:cNvPr id="252" name="Google Shape;252;p36"/>
          <p:cNvSpPr/>
          <p:nvPr>
            <p:ph type="title"/>
          </p:nvPr>
        </p:nvSpPr>
        <p:spPr>
          <a:xfrm>
            <a:off x="591671" y="3581984"/>
            <a:ext cx="4867835" cy="193895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1" i="0" u="none" strike="noStrike" cap="none">
                <a:solidFill>
                  <a:schemeClr val="lt1"/>
                </a:solidFill>
                <a:latin typeface="Atkinson Hyperlegible Next"/>
                <a:ea typeface="Arial"/>
                <a:cs typeface="Arial"/>
                <a:sym typeface="Arial"/>
              </a:rPr>
              <a:t>(Slide the blue box and the text left or right to fit over your background image. Use this text box for a call out or caption to the image.)</a:t>
            </a:r>
            <a:endParaRPr sz="2400" b="1" i="0" u="none" strike="noStrike" cap="none">
              <a:solidFill>
                <a:schemeClr val="lt1"/>
              </a:solidFill>
              <a:latin typeface="Atkinson Hyperlegible Next"/>
              <a:ea typeface="Arial"/>
              <a:cs typeface="Arial"/>
              <a:sym typeface="Arial"/>
            </a:endParaRPr>
          </a:p>
        </p:txBody>
      </p:sp>
      <p:sp>
        <p:nvSpPr>
          <p:cNvPr id="253" name="Google Shape;253;p36"/>
          <p:cNvSpPr txBox="1"/>
          <p:nvPr/>
        </p:nvSpPr>
        <p:spPr>
          <a:xfrm>
            <a:off x="701965" y="1422585"/>
            <a:ext cx="4608944" cy="1754286"/>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chemeClr val="lt1"/>
                </a:solidFill>
                <a:latin typeface="Atkinson Hyperlegible Next"/>
                <a:ea typeface="Arial"/>
                <a:cs typeface="Arial"/>
                <a:sym typeface="Arial"/>
              </a:rPr>
              <a:t>IMAGE</a:t>
            </a:r>
            <a:endParaRPr/>
          </a:p>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chemeClr val="lt1"/>
                </a:solidFill>
                <a:latin typeface="Atkinson Hyperlegible Next"/>
                <a:ea typeface="Arial"/>
                <a:cs typeface="Arial"/>
                <a:sym typeface="Arial"/>
              </a:rPr>
              <a:t> </a:t>
            </a:r>
            <a:endParaRPr/>
          </a:p>
          <a:p>
            <a:pPr marL="0" marR="0" lvl="0" indent="0" algn="ctr" rtl="0">
              <a:lnSpc>
                <a:spcPct val="100000"/>
              </a:lnSpc>
              <a:spcBef>
                <a:spcPts val="0"/>
              </a:spcBef>
              <a:spcAft>
                <a:spcPts val="0"/>
              </a:spcAft>
              <a:buNone/>
            </a:pPr>
            <a:r>
              <a:rPr lang="en-US" sz="1800" b="0" i="0" u="none" strike="noStrike" cap="none">
                <a:solidFill>
                  <a:schemeClr val="lt1"/>
                </a:solidFill>
                <a:latin typeface="Atkinson Hyperlegible Next"/>
                <a:ea typeface="Arial"/>
                <a:cs typeface="Arial"/>
                <a:sym typeface="Arial"/>
              </a:rPr>
              <a:t>(Use a photo for the entire slide like the example shown here. Send the photo to </a:t>
            </a:r>
            <a:endParaRPr/>
          </a:p>
          <a:p>
            <a:pPr marL="0" marR="0" lvl="0" indent="0" algn="ctr" rtl="0">
              <a:lnSpc>
                <a:spcPct val="100000"/>
              </a:lnSpc>
              <a:spcBef>
                <a:spcPts val="0"/>
              </a:spcBef>
              <a:spcAft>
                <a:spcPts val="0"/>
              </a:spcAft>
              <a:buNone/>
            </a:pPr>
            <a:r>
              <a:rPr lang="en-US" sz="1800" b="0" i="0" u="none" strike="noStrike" cap="none">
                <a:solidFill>
                  <a:schemeClr val="lt1"/>
                </a:solidFill>
                <a:latin typeface="Atkinson Hyperlegible Next"/>
                <a:ea typeface="Arial"/>
                <a:cs typeface="Arial"/>
                <a:sym typeface="Arial"/>
              </a:rPr>
              <a:t>the back so the Block I and footer text </a:t>
            </a:r>
            <a:endParaRPr/>
          </a:p>
          <a:p>
            <a:pPr marL="0" marR="0" lvl="0" indent="0" algn="ctr" rtl="0">
              <a:lnSpc>
                <a:spcPct val="100000"/>
              </a:lnSpc>
              <a:spcBef>
                <a:spcPts val="0"/>
              </a:spcBef>
              <a:spcAft>
                <a:spcPts val="0"/>
              </a:spcAft>
              <a:buNone/>
            </a:pPr>
            <a:r>
              <a:rPr lang="en-US" sz="1800" b="0" i="0" u="none" strike="noStrike" cap="none">
                <a:solidFill>
                  <a:schemeClr val="lt1"/>
                </a:solidFill>
                <a:latin typeface="Atkinson Hyperlegible Next"/>
                <a:ea typeface="Arial"/>
                <a:cs typeface="Arial"/>
                <a:sym typeface="Arial"/>
              </a:rPr>
              <a:t>is not covered.)</a:t>
            </a:r>
            <a:endParaRPr sz="1400" b="0" i="0" u="none" strike="noStrike" cap="none">
              <a:solidFill>
                <a:schemeClr val="lt1"/>
              </a:solidFill>
              <a:latin typeface="Atkinson Hyperlegible Next"/>
              <a:ea typeface="Arial"/>
              <a:cs typeface="Arial"/>
              <a:sym typeface="Arial"/>
            </a:endParaRPr>
          </a:p>
        </p:txBody>
      </p:sp>
      <p:pic>
        <p:nvPicPr>
          <p:cNvPr id="254" name="Google Shape;254;p36"/>
          <p:cNvPicPr preferRelativeResize="0"/>
          <p:nvPr/>
        </p:nvPicPr>
        <p:blipFill rotWithShape="1">
          <a:blip r:embed="rId4">
            <a:alphaModFix/>
          </a:blip>
          <a:srcRect/>
          <a:stretch/>
        </p:blipFill>
        <p:spPr>
          <a:xfrm>
            <a:off x="11557509" y="233819"/>
            <a:ext cx="271308" cy="389810"/>
          </a:xfrm>
          <a:prstGeom prst="rect">
            <a:avLst/>
          </a:prstGeom>
          <a:noFill/>
          <a:ln>
            <a:noFill/>
          </a:ln>
        </p:spPr>
      </p:pic>
      <p:sp>
        <p:nvSpPr>
          <p:cNvPr id="255" name="Google Shape;255;p36"/>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chemeClr val="lt1"/>
                </a:solidFill>
                <a:latin typeface="Atkinson Hyperlegible Next"/>
                <a:ea typeface="Arial"/>
                <a:cs typeface="Arial"/>
                <a:sym typeface="Arial"/>
              </a:rPr>
              <a:t>GRAINGER ENGINEERING</a:t>
            </a:r>
            <a:endParaRPr/>
          </a:p>
        </p:txBody>
      </p:sp>
      <p:sp>
        <p:nvSpPr>
          <p:cNvPr id="256" name="Google Shape;256;p36"/>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chemeClr val="lt1"/>
                </a:solidFill>
              </a:rPr>
              <a:t>SYSTEMS ENGINEERING </a:t>
            </a:r>
            <a:endParaRPr dirty="0"/>
          </a:p>
        </p:txBody>
      </p:sp>
      <p:grpSp>
        <p:nvGrpSpPr>
          <p:cNvPr id="257" name="Google Shape;257;p36"/>
          <p:cNvGrpSpPr/>
          <p:nvPr/>
        </p:nvGrpSpPr>
        <p:grpSpPr>
          <a:xfrm>
            <a:off x="4066674" y="6601537"/>
            <a:ext cx="5233412" cy="70446"/>
            <a:chOff x="4033424" y="6601537"/>
            <a:chExt cx="5233412" cy="70446"/>
          </a:xfrm>
        </p:grpSpPr>
        <p:cxnSp>
          <p:nvCxnSpPr>
            <p:cNvPr id="258" name="Google Shape;258;p36"/>
            <p:cNvCxnSpPr/>
            <p:nvPr/>
          </p:nvCxnSpPr>
          <p:spPr>
            <a:xfrm rot="10800000">
              <a:off x="4033424" y="6639606"/>
              <a:ext cx="5164651" cy="0"/>
            </a:xfrm>
            <a:prstGeom prst="straightConnector1">
              <a:avLst/>
            </a:prstGeom>
            <a:noFill/>
            <a:ln w="9525" cap="flat" cmpd="sng">
              <a:solidFill>
                <a:schemeClr val="lt1"/>
              </a:solidFill>
              <a:prstDash val="solid"/>
              <a:round/>
              <a:headEnd type="none" w="sm" len="sm"/>
              <a:tailEnd type="none" w="sm" len="sm"/>
            </a:ln>
          </p:spPr>
        </p:cxnSp>
        <p:sp>
          <p:nvSpPr>
            <p:cNvPr id="259" name="Google Shape;259;p36"/>
            <p:cNvSpPr/>
            <p:nvPr/>
          </p:nvSpPr>
          <p:spPr>
            <a:xfrm>
              <a:off x="9196390" y="6601537"/>
              <a:ext cx="70446" cy="70446"/>
            </a:xfrm>
            <a:prstGeom prst="ellipse">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tkinson Hyperlegible Next"/>
                <a:ea typeface="Arial"/>
                <a:cs typeface="Arial"/>
                <a:sym typeface="Arial"/>
              </a:endParaRPr>
            </a:p>
          </p:txBody>
        </p:sp>
      </p:gr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263"/>
        <p:cNvGrpSpPr/>
        <p:nvPr/>
      </p:nvGrpSpPr>
      <p:grpSpPr>
        <a:xfrm>
          <a:off x="0" y="0"/>
          <a:ext cx="0" cy="0"/>
          <a:chOff x="0" y="0"/>
          <a:chExt cx="0" cy="0"/>
        </a:xfrm>
      </p:grpSpPr>
      <p:sp>
        <p:nvSpPr>
          <p:cNvPr id="264" name="Google Shape;264;p37"/>
          <p:cNvSpPr/>
          <p:nvPr>
            <p:ph type="title"/>
          </p:nvPr>
        </p:nvSpPr>
        <p:spPr>
          <a:xfrm>
            <a:off x="2275515" y="1778140"/>
            <a:ext cx="7640969" cy="4334209"/>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r>
              <a:rPr lang="en-US" sz="1800" b="0" i="0" u="none" strike="noStrike" cap="none">
                <a:solidFill>
                  <a:schemeClr val="lt1"/>
                </a:solidFill>
                <a:latin typeface="Atkinson Hyperlegible Next"/>
                <a:ea typeface="Arial"/>
                <a:cs typeface="Arial"/>
                <a:sym typeface="Arial"/>
              </a:rPr>
              <a:t>(Closing slide option. Suggestions for last slide)</a:t>
            </a:r>
            <a:endParaRPr sz="1800" b="0" i="0" u="none" strike="noStrike" cap="none">
              <a:solidFill>
                <a:schemeClr val="lt1"/>
              </a:solidFill>
              <a:latin typeface="Atkinson Hyperlegible Next"/>
              <a:ea typeface="Arial"/>
              <a:cs typeface="Arial"/>
              <a:sym typeface="Arial"/>
            </a:endParaRPr>
          </a:p>
          <a:p>
            <a:pPr marL="0" marR="0" lvl="0" indent="0" algn="l" rtl="0">
              <a:lnSpc>
                <a:spcPct val="100000"/>
              </a:lnSpc>
              <a:spcBef>
                <a:spcPts val="0"/>
              </a:spcBef>
              <a:spcAft>
                <a:spcPts val="0"/>
              </a:spcAft>
              <a:buNone/>
            </a:pPr>
            <a:endParaRPr sz="2600" b="1" i="0" u="none" strike="noStrike" cap="none">
              <a:solidFill>
                <a:schemeClr val="lt1"/>
              </a:solidFill>
              <a:latin typeface="Atkinson Hyperlegible Next"/>
              <a:ea typeface="Arial"/>
              <a:cs typeface="Arial"/>
              <a:sym typeface="Arial"/>
            </a:endParaRPr>
          </a:p>
          <a:p>
            <a:pPr marL="0" marR="0" lvl="0" indent="0" algn="l" rtl="0">
              <a:lnSpc>
                <a:spcPct val="100000"/>
              </a:lnSpc>
              <a:spcBef>
                <a:spcPts val="0"/>
              </a:spcBef>
              <a:spcAft>
                <a:spcPts val="0"/>
              </a:spcAft>
              <a:buNone/>
            </a:pPr>
            <a:r>
              <a:rPr lang="en-US" sz="2600" b="1" i="0" u="none" strike="noStrike" cap="none">
                <a:solidFill>
                  <a:schemeClr val="lt1"/>
                </a:solidFill>
                <a:latin typeface="Atkinson Hyperlegible Next"/>
                <a:ea typeface="Arial"/>
                <a:cs typeface="Arial"/>
                <a:sym typeface="Arial"/>
              </a:rPr>
              <a:t>Summary</a:t>
            </a:r>
            <a:endParaRPr i="0" b="0" sz="1400">
              <a:solidFill>
                <a:srgbClr val="000000"/>
              </a:solidFill>
            </a:endParaRPr>
          </a:p>
          <a:p>
            <a:pPr marL="0" marR="0" lvl="0" indent="0" algn="l" rtl="0">
              <a:lnSpc>
                <a:spcPct val="100000"/>
              </a:lnSpc>
              <a:spcBef>
                <a:spcPts val="0"/>
              </a:spcBef>
              <a:spcAft>
                <a:spcPts val="0"/>
              </a:spcAft>
              <a:buNone/>
            </a:pPr>
            <a:r>
              <a:rPr lang="en-US" sz="2600" b="1" i="0" u="none" strike="noStrike" cap="none">
                <a:solidFill>
                  <a:schemeClr val="lt1"/>
                </a:solidFill>
                <a:latin typeface="Atkinson Hyperlegible Next"/>
                <a:ea typeface="Arial"/>
                <a:cs typeface="Arial"/>
                <a:sym typeface="Arial"/>
              </a:rPr>
              <a:t>Thank You</a:t>
            </a:r>
            <a:endParaRPr i="0" b="0" sz="1400">
              <a:solidFill>
                <a:srgbClr val="000000"/>
              </a:solidFill>
            </a:endParaRPr>
          </a:p>
          <a:p>
            <a:pPr marL="0" marR="0" lvl="0" indent="0" algn="l" rtl="0">
              <a:lnSpc>
                <a:spcPct val="100000"/>
              </a:lnSpc>
              <a:spcBef>
                <a:spcPts val="0"/>
              </a:spcBef>
              <a:spcAft>
                <a:spcPts val="0"/>
              </a:spcAft>
              <a:buNone/>
            </a:pPr>
            <a:r>
              <a:rPr lang="en-US" sz="2600" b="1" i="0" u="none" strike="noStrike" cap="none">
                <a:solidFill>
                  <a:schemeClr val="lt1"/>
                </a:solidFill>
                <a:latin typeface="Atkinson Hyperlegible Next"/>
                <a:ea typeface="Arial"/>
                <a:cs typeface="Arial"/>
                <a:sym typeface="Arial"/>
              </a:rPr>
              <a:t>Questions</a:t>
            </a:r>
            <a:endParaRPr i="0" b="0" sz="1400">
              <a:solidFill>
                <a:srgbClr val="000000"/>
              </a:solidFill>
            </a:endParaRPr>
          </a:p>
          <a:p>
            <a:pPr marL="0" marR="0" lvl="0" indent="0" algn="l" rtl="0">
              <a:lnSpc>
                <a:spcPct val="100000"/>
              </a:lnSpc>
              <a:spcBef>
                <a:spcPts val="0"/>
              </a:spcBef>
              <a:spcAft>
                <a:spcPts val="0"/>
              </a:spcAft>
              <a:buNone/>
            </a:pPr>
            <a:r>
              <a:rPr lang="en-US" sz="2600" b="1" i="0" u="none" strike="noStrike" cap="none">
                <a:solidFill>
                  <a:schemeClr val="lt1"/>
                </a:solidFill>
                <a:latin typeface="Atkinson Hyperlegible Next"/>
                <a:ea typeface="Arial"/>
                <a:cs typeface="Arial"/>
                <a:sym typeface="Arial"/>
              </a:rPr>
              <a:t>Contact Information</a:t>
            </a:r>
            <a:endParaRPr i="0" b="0" sz="1400">
              <a:solidFill>
                <a:srgbClr val="000000"/>
              </a:solidFill>
            </a:endParaRPr>
          </a:p>
          <a:p>
            <a:pPr marL="0" marR="0" lvl="0" indent="0" algn="l" rtl="0">
              <a:lnSpc>
                <a:spcPct val="100000"/>
              </a:lnSpc>
              <a:spcBef>
                <a:spcPts val="0"/>
              </a:spcBef>
              <a:spcAft>
                <a:spcPts val="0"/>
              </a:spcAft>
              <a:buNone/>
            </a:pPr>
            <a:endParaRPr sz="1800" b="1" i="0" u="none" strike="noStrike" cap="none">
              <a:solidFill>
                <a:schemeClr val="lt1"/>
              </a:solidFill>
              <a:latin typeface="Atkinson Hyperlegible Next"/>
              <a:ea typeface="Arial"/>
              <a:cs typeface="Arial"/>
              <a:sym typeface="Arial"/>
            </a:endParaRPr>
          </a:p>
          <a:p>
            <a:pPr marL="0" marR="0" lvl="0" indent="0" algn="l" rtl="0">
              <a:lnSpc>
                <a:spcPct val="100000"/>
              </a:lnSpc>
              <a:spcBef>
                <a:spcPts val="0"/>
              </a:spcBef>
              <a:spcAft>
                <a:spcPts val="0"/>
              </a:spcAft>
              <a:buNone/>
            </a:pPr>
            <a:endParaRPr sz="1800" b="1" i="0" u="none" strike="noStrike" cap="none">
              <a:solidFill>
                <a:schemeClr val="lt1"/>
              </a:solidFill>
              <a:latin typeface="Atkinson Hyperlegible Next"/>
              <a:ea typeface="Arial"/>
              <a:cs typeface="Arial"/>
              <a:sym typeface="Arial"/>
            </a:endParaRPr>
          </a:p>
          <a:p>
            <a:pPr marL="0" marR="0" lvl="0" indent="0" algn="l" rtl="0">
              <a:lnSpc>
                <a:spcPct val="100000"/>
              </a:lnSpc>
              <a:spcBef>
                <a:spcPts val="0"/>
              </a:spcBef>
              <a:spcAft>
                <a:spcPts val="0"/>
              </a:spcAft>
              <a:buNone/>
            </a:pPr>
            <a:r>
              <a:rPr lang="en-US" sz="1800" b="0" i="0" u="none" strike="noStrike" cap="none">
                <a:solidFill>
                  <a:schemeClr val="lt1"/>
                </a:solidFill>
                <a:latin typeface="Atkinson Hyperlegible Next"/>
                <a:ea typeface="Arial"/>
                <a:cs typeface="Arial"/>
                <a:sym typeface="Arial"/>
              </a:rPr>
              <a:t>Lorem ipsum dolor sit amet, consectetur adipiscing elit, sed do eiusmod tempor incididunt ut labore et dolore magna aliqua.</a:t>
            </a:r>
            <a:endParaRPr sz="1800" b="1" i="0" u="none" strike="noStrike" cap="none">
              <a:solidFill>
                <a:schemeClr val="lt1"/>
              </a:solidFill>
              <a:latin typeface="Atkinson Hyperlegible Next"/>
              <a:ea typeface="Arial"/>
              <a:cs typeface="Arial"/>
              <a:sym typeface="Arial"/>
            </a:endParaRPr>
          </a:p>
        </p:txBody>
      </p:sp>
      <p:pic>
        <p:nvPicPr>
          <p:cNvPr id="265" name="Google Shape;265;p37"/>
          <p:cNvPicPr preferRelativeResize="0"/>
          <p:nvPr/>
        </p:nvPicPr>
        <p:blipFill rotWithShape="1">
          <a:blip r:embed="rId4">
            <a:alphaModFix/>
          </a:blip>
          <a:srcRect/>
          <a:stretch/>
        </p:blipFill>
        <p:spPr>
          <a:xfrm>
            <a:off x="11557509" y="233819"/>
            <a:ext cx="271308" cy="389810"/>
          </a:xfrm>
          <a:prstGeom prst="rect">
            <a:avLst/>
          </a:prstGeom>
          <a:noFill/>
          <a:ln>
            <a:noFill/>
          </a:ln>
        </p:spPr>
      </p:pic>
      <p:sp>
        <p:nvSpPr>
          <p:cNvPr id="266" name="Google Shape;266;p37"/>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chemeClr val="lt1"/>
                </a:solidFill>
                <a:latin typeface="Atkinson Hyperlegible Next"/>
                <a:ea typeface="Arial"/>
                <a:cs typeface="Arial"/>
                <a:sym typeface="Arial"/>
              </a:rPr>
              <a:t>GRAINGER ENGINEERING</a:t>
            </a:r>
            <a:endParaRPr/>
          </a:p>
        </p:txBody>
      </p:sp>
      <p:sp>
        <p:nvSpPr>
          <p:cNvPr id="267" name="Google Shape;267;p37"/>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chemeClr val="lt1"/>
                </a:solidFill>
              </a:rPr>
              <a:t>SYSTEMS ENGINEERING </a:t>
            </a:r>
            <a:endParaRPr dirty="0"/>
          </a:p>
        </p:txBody>
      </p:sp>
      <p:grpSp>
        <p:nvGrpSpPr>
          <p:cNvPr id="268" name="Google Shape;268;p37"/>
          <p:cNvGrpSpPr/>
          <p:nvPr/>
        </p:nvGrpSpPr>
        <p:grpSpPr>
          <a:xfrm>
            <a:off x="4066674" y="6601537"/>
            <a:ext cx="5233412" cy="70446"/>
            <a:chOff x="4033424" y="6601537"/>
            <a:chExt cx="5233412" cy="70446"/>
          </a:xfrm>
        </p:grpSpPr>
        <p:cxnSp>
          <p:nvCxnSpPr>
            <p:cNvPr id="269" name="Google Shape;269;p37"/>
            <p:cNvCxnSpPr/>
            <p:nvPr/>
          </p:nvCxnSpPr>
          <p:spPr>
            <a:xfrm rot="10800000">
              <a:off x="4033424" y="6639606"/>
              <a:ext cx="5164651" cy="0"/>
            </a:xfrm>
            <a:prstGeom prst="straightConnector1">
              <a:avLst/>
            </a:prstGeom>
            <a:noFill/>
            <a:ln w="9525" cap="flat" cmpd="sng">
              <a:solidFill>
                <a:schemeClr val="lt1"/>
              </a:solidFill>
              <a:prstDash val="solid"/>
              <a:round/>
              <a:headEnd type="none" w="sm" len="sm"/>
              <a:tailEnd type="none" w="sm" len="sm"/>
            </a:ln>
          </p:spPr>
        </p:cxnSp>
        <p:sp>
          <p:nvSpPr>
            <p:cNvPr id="270" name="Google Shape;270;p37"/>
            <p:cNvSpPr/>
            <p:nvPr/>
          </p:nvSpPr>
          <p:spPr>
            <a:xfrm>
              <a:off x="9196390" y="6601537"/>
              <a:ext cx="70446" cy="70446"/>
            </a:xfrm>
            <a:prstGeom prst="ellipse">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tkinson Hyperlegible Next"/>
                <a:ea typeface="Arial"/>
                <a:cs typeface="Arial"/>
                <a:sym typeface="Arial"/>
              </a:endParaRPr>
            </a:p>
          </p:txBody>
        </p:sp>
      </p:gr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88"/>
        <p:cNvGrpSpPr/>
        <p:nvPr/>
      </p:nvGrpSpPr>
      <p:grpSpPr>
        <a:xfrm>
          <a:off x="0" y="0"/>
          <a:ext cx="0" cy="0"/>
          <a:chOff x="0" y="0"/>
          <a:chExt cx="0" cy="0"/>
        </a:xfrm>
      </p:grpSpPr>
      <p:sp>
        <p:nvSpPr>
          <p:cNvPr id="89" name="Google Shape;89;p27"/>
          <p:cNvSpPr/>
          <p:nvPr>
            <p:ph type="title"/>
          </p:nvPr>
        </p:nvSpPr>
        <p:spPr>
          <a:xfrm>
            <a:off x="2206906" y="1491040"/>
            <a:ext cx="7778187" cy="1015663"/>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6000"/>
              <a:buFont typeface="Arial"/>
              <a:buNone/>
            </a:pPr>
            <a:r>
              <a:rPr lang="en-US" sz="6000" b="1" i="0" u="none" strike="noStrike" cap="none">
                <a:solidFill>
                  <a:schemeClr val="lt1"/>
                </a:solidFill>
                <a:latin typeface="Atkinson Hyperlegible Next"/>
                <a:ea typeface="Arial"/>
                <a:cs typeface="Arial"/>
                <a:sym typeface="Arial"/>
              </a:rPr>
              <a:t>HEADING</a:t>
            </a:r>
            <a:endParaRPr sz="1400" b="0" i="0" u="none" strike="noStrike" cap="none">
              <a:solidFill>
                <a:srgbClr val="000000"/>
              </a:solidFill>
              <a:latin typeface="Atkinson Hyperlegible Next"/>
              <a:ea typeface="Arial"/>
              <a:cs typeface="Arial"/>
              <a:sym typeface="Arial"/>
            </a:endParaRPr>
          </a:p>
        </p:txBody>
      </p:sp>
      <p:sp>
        <p:nvSpPr>
          <p:cNvPr id="90" name="Google Shape;90;p27"/>
          <p:cNvSpPr txBox="1"/>
          <p:nvPr/>
        </p:nvSpPr>
        <p:spPr>
          <a:xfrm>
            <a:off x="1441528" y="3232230"/>
            <a:ext cx="9308941" cy="209284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2800"/>
              <a:buFont typeface="Arial"/>
              <a:buNone/>
            </a:pPr>
            <a:r>
              <a:rPr lang="en-US" sz="2800" b="0" i="0" u="none" strike="noStrike" cap="none">
                <a:solidFill>
                  <a:schemeClr val="lt1"/>
                </a:solidFill>
                <a:latin typeface="Atkinson Hyperlegible Next"/>
                <a:ea typeface="Arial"/>
                <a:cs typeface="Arial"/>
                <a:sym typeface="Arial"/>
              </a:rPr>
              <a:t>Lorem ipsum dolor sit amet, consectetur adipiscing elit. Nullam ut orci condimentum, commodo dui quis, faucibus mauris. Praesent nec sapien sed nunc sollicitudin.</a:t>
            </a:r>
            <a:endParaRPr/>
          </a:p>
          <a:p>
            <a:pPr marL="0" marR="0" lvl="0" indent="0" algn="ctr" rtl="0">
              <a:lnSpc>
                <a:spcPct val="100000"/>
              </a:lnSpc>
              <a:spcBef>
                <a:spcPts val="0"/>
              </a:spcBef>
              <a:spcAft>
                <a:spcPts val="0"/>
              </a:spcAft>
              <a:buClr>
                <a:srgbClr val="000000"/>
              </a:buClr>
              <a:buSzPts val="2800"/>
              <a:buFont typeface="Arial"/>
              <a:buNone/>
            </a:pPr>
            <a:r>
              <a:rPr lang="en-US" sz="2800" b="0" i="0" u="none" strike="noStrike" cap="none">
                <a:solidFill>
                  <a:schemeClr val="lt1"/>
                </a:solidFill>
                <a:latin typeface="Atkinson Hyperlegible Next"/>
                <a:ea typeface="Arial"/>
                <a:cs typeface="Arial"/>
                <a:sym typeface="Arial"/>
              </a:rPr>
              <a:t> </a:t>
            </a:r>
            <a:endParaRPr/>
          </a:p>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chemeClr val="lt1"/>
                </a:solidFill>
                <a:latin typeface="Atkinson Hyperlegible Next"/>
                <a:ea typeface="Arial"/>
                <a:cs typeface="Arial"/>
                <a:sym typeface="Arial"/>
              </a:rPr>
              <a:t>(Main section divider slide option one.)</a:t>
            </a:r>
            <a:endParaRPr sz="1800" b="0" i="0" u="none" strike="noStrike" cap="none">
              <a:solidFill>
                <a:schemeClr val="lt1"/>
              </a:solidFill>
              <a:latin typeface="Atkinson Hyperlegible Next"/>
              <a:ea typeface="Arial"/>
              <a:cs typeface="Arial"/>
              <a:sym typeface="Arial"/>
            </a:endParaRPr>
          </a:p>
        </p:txBody>
      </p:sp>
      <p:grpSp>
        <p:nvGrpSpPr>
          <p:cNvPr id="91" name="Google Shape;91;p27"/>
          <p:cNvGrpSpPr/>
          <p:nvPr/>
        </p:nvGrpSpPr>
        <p:grpSpPr>
          <a:xfrm>
            <a:off x="3943790" y="2676939"/>
            <a:ext cx="3861740" cy="322845"/>
            <a:chOff x="3943790" y="2676939"/>
            <a:chExt cx="3861740" cy="322845"/>
          </a:xfrm>
        </p:grpSpPr>
        <p:cxnSp>
          <p:nvCxnSpPr>
            <p:cNvPr id="92" name="Google Shape;92;p27"/>
            <p:cNvCxnSpPr/>
            <p:nvPr/>
          </p:nvCxnSpPr>
          <p:spPr>
            <a:xfrm>
              <a:off x="4426226" y="2676939"/>
              <a:ext cx="3379304" cy="0"/>
            </a:xfrm>
            <a:prstGeom prst="straightConnector1">
              <a:avLst/>
            </a:prstGeom>
            <a:noFill/>
            <a:ln w="19050" cap="flat" cmpd="sng">
              <a:solidFill>
                <a:srgbClr val="E84B36"/>
              </a:solidFill>
              <a:prstDash val="solid"/>
              <a:round/>
              <a:headEnd type="none" w="sm" len="sm"/>
              <a:tailEnd type="none" w="sm" len="sm"/>
            </a:ln>
          </p:spPr>
        </p:cxnSp>
        <p:cxnSp>
          <p:nvCxnSpPr>
            <p:cNvPr id="93" name="Google Shape;93;p27"/>
            <p:cNvCxnSpPr/>
            <p:nvPr/>
          </p:nvCxnSpPr>
          <p:spPr>
            <a:xfrm rot="10800000" flipH="1">
              <a:off x="3943790" y="2676939"/>
              <a:ext cx="482436" cy="322845"/>
            </a:xfrm>
            <a:prstGeom prst="straightConnector1">
              <a:avLst/>
            </a:prstGeom>
            <a:noFill/>
            <a:ln w="19050" cap="flat" cmpd="sng">
              <a:solidFill>
                <a:srgbClr val="E84B36"/>
              </a:solidFill>
              <a:prstDash val="solid"/>
              <a:round/>
              <a:headEnd type="none" w="sm" len="sm"/>
              <a:tailEnd type="none" w="sm" len="sm"/>
            </a:ln>
          </p:spPr>
        </p:cxnSp>
      </p:grpSp>
      <p:pic>
        <p:nvPicPr>
          <p:cNvPr id="94" name="Google Shape;94;p27"/>
          <p:cNvPicPr preferRelativeResize="0"/>
          <p:nvPr/>
        </p:nvPicPr>
        <p:blipFill rotWithShape="1">
          <a:blip r:embed="rId4">
            <a:alphaModFix/>
          </a:blip>
          <a:srcRect/>
          <a:stretch/>
        </p:blipFill>
        <p:spPr>
          <a:xfrm>
            <a:off x="11557509" y="233819"/>
            <a:ext cx="271308" cy="389810"/>
          </a:xfrm>
          <a:prstGeom prst="rect">
            <a:avLst/>
          </a:prstGeom>
          <a:noFill/>
          <a:ln>
            <a:noFill/>
          </a:ln>
        </p:spPr>
      </p:pic>
      <p:sp>
        <p:nvSpPr>
          <p:cNvPr id="95" name="Google Shape;95;p27"/>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chemeClr val="lt1"/>
                </a:solidFill>
                <a:latin typeface="Atkinson Hyperlegible Next"/>
                <a:ea typeface="Arial"/>
                <a:cs typeface="Arial"/>
                <a:sym typeface="Arial"/>
              </a:rPr>
              <a:t>GRAINGER ENGINEERING</a:t>
            </a:r>
            <a:endParaRPr/>
          </a:p>
        </p:txBody>
      </p:sp>
      <p:sp>
        <p:nvSpPr>
          <p:cNvPr id="96" name="Google Shape;96;p27"/>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chemeClr val="lt1"/>
                </a:solidFill>
              </a:rPr>
              <a:t>SYSTEMS ENGINEERING </a:t>
            </a:r>
            <a:endParaRPr dirty="0"/>
          </a:p>
        </p:txBody>
      </p:sp>
      <p:grpSp>
        <p:nvGrpSpPr>
          <p:cNvPr id="97" name="Google Shape;97;p27"/>
          <p:cNvGrpSpPr/>
          <p:nvPr/>
        </p:nvGrpSpPr>
        <p:grpSpPr>
          <a:xfrm>
            <a:off x="4066674" y="6601537"/>
            <a:ext cx="5233412" cy="70446"/>
            <a:chOff x="4033424" y="6601537"/>
            <a:chExt cx="5233412" cy="70446"/>
          </a:xfrm>
        </p:grpSpPr>
        <p:cxnSp>
          <p:nvCxnSpPr>
            <p:cNvPr id="98" name="Google Shape;98;p27"/>
            <p:cNvCxnSpPr/>
            <p:nvPr/>
          </p:nvCxnSpPr>
          <p:spPr>
            <a:xfrm rot="10800000">
              <a:off x="4033424" y="6639606"/>
              <a:ext cx="5164651" cy="0"/>
            </a:xfrm>
            <a:prstGeom prst="straightConnector1">
              <a:avLst/>
            </a:prstGeom>
            <a:noFill/>
            <a:ln w="9525" cap="flat" cmpd="sng">
              <a:solidFill>
                <a:schemeClr val="lt1"/>
              </a:solidFill>
              <a:prstDash val="solid"/>
              <a:round/>
              <a:headEnd type="none" w="sm" len="sm"/>
              <a:tailEnd type="none" w="sm" len="sm"/>
            </a:ln>
          </p:spPr>
        </p:cxnSp>
        <p:sp>
          <p:nvSpPr>
            <p:cNvPr id="99" name="Google Shape;99;p27"/>
            <p:cNvSpPr/>
            <p:nvPr/>
          </p:nvSpPr>
          <p:spPr>
            <a:xfrm>
              <a:off x="9196390" y="6601537"/>
              <a:ext cx="70446" cy="70446"/>
            </a:xfrm>
            <a:prstGeom prst="ellipse">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tkinson Hyperlegible Next"/>
                <a:ea typeface="Arial"/>
                <a:cs typeface="Arial"/>
                <a:sym typeface="Arial"/>
              </a:endParaRPr>
            </a:p>
          </p:txBody>
        </p:sp>
      </p:gr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263">
          <a:extLst>
            <a:ext uri="{FF2B5EF4-FFF2-40B4-BE49-F238E27FC236}">
              <a16:creationId xmlns:a16="http://schemas.microsoft.com/office/drawing/2014/main" id="{FA145421-BB40-88A0-CFFD-DC4D9CAC5BB5}"/>
            </a:ext>
          </a:extLst>
        </p:cNvPr>
        <p:cNvGrpSpPr/>
        <p:nvPr/>
      </p:nvGrpSpPr>
      <p:grpSpPr>
        <a:xfrm>
          <a:off x="0" y="0"/>
          <a:ext cx="0" cy="0"/>
          <a:chOff x="0" y="0"/>
          <a:chExt cx="0" cy="0"/>
        </a:xfrm>
      </p:grpSpPr>
      <p:sp>
        <p:nvSpPr>
          <p:cNvPr id="264" name="Google Shape;264;p37">
            <a:extLst>
              <a:ext uri="{FF2B5EF4-FFF2-40B4-BE49-F238E27FC236}">
                <a16:creationId xmlns:a16="http://schemas.microsoft.com/office/drawing/2014/main" id="{B5B2745B-F5C6-8FBF-1FAE-FE621EFA88F0}"/>
              </a:ext>
            </a:extLst>
          </p:cNvPr>
          <p:cNvSpPr/>
          <p:nvPr>
            <p:ph type="title"/>
          </p:nvPr>
        </p:nvSpPr>
        <p:spPr>
          <a:xfrm>
            <a:off x="2275515" y="2823928"/>
            <a:ext cx="7640969" cy="1210143"/>
          </a:xfrm>
          <a:prstGeom prst="rect">
            <a:avLst/>
          </a:prstGeom>
          <a:noFill/>
          <a:ln>
            <a:noFill/>
          </a:ln>
        </p:spPr>
        <p:txBody>
          <a:bodyPr spcFirstLastPara="1" wrap="square" lIns="91425" tIns="45700" rIns="91425" bIns="45700" anchor="t" anchorCtr="0">
            <a:noAutofit/>
          </a:bodyPr>
          <a:lstStyle/>
          <a:p>
            <a:pPr lvl="0" algn="ctr">
              <a:lnSpc>
                <a:spcPct val="100000"/>
              </a:lnSpc>
              <a:spcBef>
                <a:spcPts val="0"/>
              </a:spcBef>
              <a:spcAft>
                <a:spcPts val="0"/>
              </a:spcAft>
            </a:pPr>
            <a:r>
              <a:rPr i="0" lang="en-US" sz="6600" b="1" dirty="0">
                <a:solidFill>
                  <a:schemeClr val="lt1"/>
                </a:solidFill>
              </a:rPr>
              <a:t>Questions</a:t>
            </a:r>
            <a:r>
              <a:rPr i="0" lang="en-US" sz="5400" b="1" dirty="0">
                <a:solidFill>
                  <a:schemeClr val="lt1"/>
                </a:solidFill>
              </a:rPr>
              <a:t>?</a:t>
            </a:r>
          </a:p>
        </p:txBody>
      </p:sp>
      <p:pic>
        <p:nvPicPr>
          <p:cNvPr id="265" name="Google Shape;265;p37">
            <a:extLst>
              <a:ext uri="{FF2B5EF4-FFF2-40B4-BE49-F238E27FC236}">
                <a16:creationId xmlns:a16="http://schemas.microsoft.com/office/drawing/2014/main" id="{EDC8C897-5AB2-076F-5135-9B30ACCBD22F}"/>
              </a:ext>
            </a:extLst>
          </p:cNvPr>
          <p:cNvPicPr preferRelativeResize="0"/>
          <p:nvPr/>
        </p:nvPicPr>
        <p:blipFill rotWithShape="1">
          <a:blip r:embed="rId4">
            <a:alphaModFix/>
          </a:blip>
          <a:srcRect/>
          <a:stretch/>
        </p:blipFill>
        <p:spPr>
          <a:xfrm>
            <a:off x="11557509" y="233819"/>
            <a:ext cx="271308" cy="389810"/>
          </a:xfrm>
          <a:prstGeom prst="rect">
            <a:avLst/>
          </a:prstGeom>
          <a:noFill/>
          <a:ln>
            <a:noFill/>
          </a:ln>
        </p:spPr>
      </p:pic>
      <p:sp>
        <p:nvSpPr>
          <p:cNvPr id="266" name="Google Shape;266;p37">
            <a:extLst>
              <a:ext uri="{FF2B5EF4-FFF2-40B4-BE49-F238E27FC236}">
                <a16:creationId xmlns:a16="http://schemas.microsoft.com/office/drawing/2014/main" id="{CF8648FC-7240-4BBB-9E09-C030BD1A8052}"/>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chemeClr val="lt1"/>
                </a:solidFill>
                <a:latin typeface="Atkinson Hyperlegible Next"/>
                <a:ea typeface="Arial"/>
                <a:cs typeface="Arial"/>
                <a:sym typeface="Arial"/>
              </a:rPr>
              <a:t>GRAINGER ENGINEERING</a:t>
            </a:r>
            <a:endParaRPr/>
          </a:p>
        </p:txBody>
      </p:sp>
      <p:sp>
        <p:nvSpPr>
          <p:cNvPr id="267" name="Google Shape;267;p37">
            <a:extLst>
              <a:ext uri="{FF2B5EF4-FFF2-40B4-BE49-F238E27FC236}">
                <a16:creationId xmlns:a16="http://schemas.microsoft.com/office/drawing/2014/main" id="{6A5B7064-0FC6-E501-D020-2C92B5A6057B}"/>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chemeClr val="lt1"/>
                </a:solidFill>
              </a:rPr>
              <a:t>SYSTEMS ENGINEERING </a:t>
            </a:r>
            <a:endParaRPr dirty="0"/>
          </a:p>
        </p:txBody>
      </p:sp>
      <p:grpSp>
        <p:nvGrpSpPr>
          <p:cNvPr id="268" name="Google Shape;268;p37">
            <a:extLst>
              <a:ext uri="{FF2B5EF4-FFF2-40B4-BE49-F238E27FC236}">
                <a16:creationId xmlns:a16="http://schemas.microsoft.com/office/drawing/2014/main" id="{69F24B96-E9CD-EB54-C22A-3DD90799A7A7}"/>
              </a:ext>
            </a:extLst>
          </p:cNvPr>
          <p:cNvGrpSpPr/>
          <p:nvPr/>
        </p:nvGrpSpPr>
        <p:grpSpPr>
          <a:xfrm>
            <a:off x="4066674" y="6601537"/>
            <a:ext cx="5233412" cy="70446"/>
            <a:chOff x="4033424" y="6601537"/>
            <a:chExt cx="5233412" cy="70446"/>
          </a:xfrm>
        </p:grpSpPr>
        <p:cxnSp>
          <p:nvCxnSpPr>
            <p:cNvPr id="269" name="Google Shape;269;p37">
              <a:extLst>
                <a:ext uri="{FF2B5EF4-FFF2-40B4-BE49-F238E27FC236}">
                  <a16:creationId xmlns:a16="http://schemas.microsoft.com/office/drawing/2014/main" id="{BDF89024-C4A2-8F3A-DA57-A772C1368044}"/>
                </a:ext>
              </a:extLst>
            </p:cNvPr>
            <p:cNvCxnSpPr/>
            <p:nvPr/>
          </p:nvCxnSpPr>
          <p:spPr>
            <a:xfrm rot="10800000">
              <a:off x="4033424" y="6639606"/>
              <a:ext cx="5164651" cy="0"/>
            </a:xfrm>
            <a:prstGeom prst="straightConnector1">
              <a:avLst/>
            </a:prstGeom>
            <a:noFill/>
            <a:ln w="9525" cap="flat" cmpd="sng">
              <a:solidFill>
                <a:schemeClr val="lt1"/>
              </a:solidFill>
              <a:prstDash val="solid"/>
              <a:round/>
              <a:headEnd type="none" w="sm" len="sm"/>
              <a:tailEnd type="none" w="sm" len="sm"/>
            </a:ln>
          </p:spPr>
        </p:cxnSp>
        <p:sp>
          <p:nvSpPr>
            <p:cNvPr id="270" name="Google Shape;270;p37">
              <a:extLst>
                <a:ext uri="{FF2B5EF4-FFF2-40B4-BE49-F238E27FC236}">
                  <a16:creationId xmlns:a16="http://schemas.microsoft.com/office/drawing/2014/main" id="{B3758997-614E-F4D9-9F4D-D716DCC856BA}"/>
                </a:ext>
              </a:extLst>
            </p:cNvPr>
            <p:cNvSpPr/>
            <p:nvPr/>
          </p:nvSpPr>
          <p:spPr>
            <a:xfrm>
              <a:off x="9196390" y="6601537"/>
              <a:ext cx="70446" cy="70446"/>
            </a:xfrm>
            <a:prstGeom prst="ellipse">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tkinson Hyperlegible Next"/>
                <a:ea typeface="Arial"/>
                <a:cs typeface="Arial"/>
                <a:sym typeface="Arial"/>
              </a:endParaRPr>
            </a:p>
          </p:txBody>
        </p:sp>
      </p:grpSp>
    </p:spTree>
    <p:extLst>
      <p:ext uri="{BB962C8B-B14F-4D97-AF65-F5344CB8AC3E}">
        <p14:creationId xmlns:p14="http://schemas.microsoft.com/office/powerpoint/2010/main" val="231598978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274"/>
        <p:cNvGrpSpPr/>
        <p:nvPr/>
      </p:nvGrpSpPr>
      <p:grpSpPr>
        <a:xfrm>
          <a:off x="0" y="0"/>
          <a:ext cx="0" cy="0"/>
          <a:chOff x="0" y="0"/>
          <a:chExt cx="0" cy="0"/>
        </a:xfrm>
      </p:grpSpPr>
      <p:sp>
        <p:nvSpPr>
          <p:cNvPr id="276" name="Title 276"/>
          <p:cNvSpPr>
            <a:spLocks noGrp="1"/>
          </p:cNvSpPr>
          <p:nvPr>
            <p:ph type="title"/>
          </p:nvPr>
        </p:nvSpPr>
        <p:spPr>
          <a:xfrm>
            <a:off x="0" y="-914400"/>
            <a:ext cx="12192000" cy="685800"/>
          </a:xfrm>
        </p:spPr>
        <p:txBody>
          <a:bodyPr/>
          <a:lstStyle/>
          <a:p>
            <a:r>
              <a:rPr lang="en-US" dirty="0"/>
              <a:t>End of this lecture</a:t>
            </a:r>
          </a:p>
        </p:txBody>
      </p:sp>
      <p:pic>
        <p:nvPicPr>
          <p:cNvPr id="275" name="Google Shape;275;p38"/>
          <p:cNvPicPr preferRelativeResize="0"/>
          <p:nvPr/>
        </p:nvPicPr>
        <p:blipFill rotWithShape="1">
          <a:blip r:embed="rId4">
            <a:alphaModFix/>
          </a:blip>
          <a:srcRect/>
          <a:stretch/>
        </p:blipFill>
        <p:spPr>
          <a:xfrm>
            <a:off x="2259350" y="2791508"/>
            <a:ext cx="5414193" cy="1274984"/>
          </a:xfrm>
          <a:prstGeom prst="rect">
            <a:avLst/>
          </a:prstGeom>
          <a:noFill/>
          <a:ln>
            <a:noFill/>
          </a:ln>
        </p:spPr>
      </p:pic>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tkinson Hyperlegible Nex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tkinson Hyperlegible Next"/>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tkinson Hyperlegible Nex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tkinson Hyperlegible Next"/>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1081</Words>
  <Application>Microsoft Office PowerPoint</Application>
  <PresentationFormat>Widescreen</PresentationFormat>
  <Paragraphs>151</Paragraphs>
  <Slides>20</Slides>
  <Notes>20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20</vt:i4>
      </vt:variant>
    </vt:vector>
  </HeadingPairs>
  <TitlesOfParts>
    <vt:vector size="24" baseType="lpstr">
      <vt:lpstr>Arial</vt:lpstr>
      <vt:lpstr>Calibri</vt:lpstr>
      <vt:lpstr>Helvetica Neue Light</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Nielsen, Joshua</dc:creator>
  <cp:lastModifiedBy>Juston, Marius F</cp:lastModifiedBy>
  <cp:revision>10</cp:revision>
  <dcterms:created xsi:type="dcterms:W3CDTF">2019-01-14T22:06:33Z</dcterms:created>
  <dcterms:modified xsi:type="dcterms:W3CDTF">2026-03-19T05:12:48Z</dcterms:modified>
</cp:coreProperties>
</file>