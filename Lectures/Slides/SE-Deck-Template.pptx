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385228"/>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rial"/>
                <a:ea typeface="Arial"/>
                <a:cs typeface="Arial"/>
                <a:sym typeface="Arial"/>
              </a:rPr>
              <a:t>Title of Presentation</a:t>
            </a:r>
            <a:endParaRPr sz="4500" b="0" i="0" u="none" strike="noStrike" cap="none" dirty="0">
              <a:solidFill>
                <a:srgbClr val="000000"/>
              </a:solidFill>
              <a:latin typeface="Arial"/>
              <a:ea typeface="Arial"/>
              <a:cs typeface="Arial"/>
              <a:sym typeface="Arial"/>
            </a:endParaRPr>
          </a:p>
          <a:p>
            <a:pPr marL="0" marR="0" lvl="0" indent="0" algn="ctr" rtl="0">
              <a:lnSpc>
                <a:spcPct val="100000"/>
              </a:lnSpc>
              <a:spcBef>
                <a:spcPts val="600"/>
              </a:spcBef>
              <a:spcAft>
                <a:spcPts val="0"/>
              </a:spcAft>
              <a:buNone/>
            </a:pPr>
            <a:r>
              <a:rPr lang="en-US" sz="2500" dirty="0">
                <a:solidFill>
                  <a:schemeClr val="lt1"/>
                </a:solidFill>
              </a:rPr>
              <a:t>SYSTEMS ENGINEERING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(For a consistent visual look to the slides please use the font Arial for all the text.)</a:t>
            </a:r>
            <a:endParaRPr dirty="0"/>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(Additionally, use orange and blue consistently with your headings and subheadings.)</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Heading</a:t>
            </a:r>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a:solidFill>
                  <a:srgbClr val="15264B"/>
                </a:solidFill>
                <a:latin typeface="Arial"/>
                <a:ea typeface="Arial"/>
                <a:cs typeface="Arial"/>
                <a:sym typeface="Arial"/>
              </a:rPr>
              <a:t>(Main section divider slide option two, or transition slide.)</a:t>
            </a:r>
            <a:endParaRPr sz="1800" b="0" i="0" u="none" strike="noStrike" cap="none">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1008</Words>
  <Application>Microsoft Office PowerPoint</Application>
  <PresentationFormat>Widescreen</PresentationFormat>
  <Paragraphs>121</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cp:revision>
  <dcterms:created xsi:type="dcterms:W3CDTF">2019-01-14T22:06:33Z</dcterms:created>
  <dcterms:modified xsi:type="dcterms:W3CDTF">2026-01-21T02:13:01Z</dcterms:modified>
</cp:coreProperties>
</file>