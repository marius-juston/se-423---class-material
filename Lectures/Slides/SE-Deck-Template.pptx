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9"/>
  </p:notesMasterIdLst>
  <p:sldIdLst>
    <p:sldId id="256" r:id="rId2"/>
    <p:sldId id="257" r:id="rId3"/>
    <p:sldId id="272" r:id="rId4"/>
    <p:sldId id="258" r:id="rId5"/>
    <p:sldId id="259" r:id="rId6"/>
    <p:sldId id="260" r:id="rId7"/>
    <p:sldId id="261" r:id="rId8"/>
    <p:sldId id="262" r:id="rId9"/>
    <p:sldId id="263" r:id="rId10"/>
    <p:sldId id="264" r:id="rId11"/>
    <p:sldId id="265" r:id="rId12"/>
    <p:sldId id="266" r:id="rId13"/>
    <p:sldId id="267" r:id="rId14"/>
    <p:sldId id="268" r:id="rId15"/>
    <p:sldId id="269" r:id="rId16"/>
    <p:sldId id="271" r:id="rId17"/>
    <p:sldId id="270" r:id="rId1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0"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X</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DATE</a:t>
            </a:r>
            <a:endParaRPr sz="1800" b="0" i="0" u="none" strike="noStrike" cap="none">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a:solidFill>
                  <a:schemeClr val="lt1"/>
                </a:solidFill>
                <a:latin typeface="Arial"/>
                <a:ea typeface="Arial"/>
                <a:cs typeface="Arial"/>
                <a:sym typeface="Arial"/>
              </a:rPr>
              <a:t>HEADING</a:t>
            </a:r>
            <a:endParaRPr sz="1400" b="0" i="0" u="none" strike="noStrike" cap="none">
              <a:solidFill>
                <a:srgbClr val="000000"/>
              </a:solidFill>
              <a:latin typeface="Arial"/>
              <a:ea typeface="Arial"/>
              <a:cs typeface="Arial"/>
              <a:sym typeface="Arial"/>
            </a:endParaRPr>
          </a:p>
        </p:txBody>
      </p:sp>
      <p:sp>
        <p:nvSpPr>
          <p:cNvPr id="90" name="Google Shape;90;p27"/>
          <p:cNvSpPr txBox="1"/>
          <p:nvPr/>
        </p:nvSpPr>
        <p:spPr>
          <a:xfrm>
            <a:off x="1441528" y="3232230"/>
            <a:ext cx="9308941" cy="20928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Lorem ipsum dolor sit amet, consectetur adipiscing elit. Nullam ut orci condimentum, commodo dui quis, faucibus mauris. Praesent nec sapien sed nunc sollicitudin.</a:t>
            </a:r>
            <a:endParaRPr/>
          </a:p>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(Main section divider slide option one.)</a:t>
            </a:r>
            <a:endParaRPr sz="1800" b="0" i="0" u="none" strike="noStrike" cap="none">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948490"/>
            <a:ext cx="9601200" cy="1338788"/>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a:solidFill>
                  <a:srgbClr val="15264B"/>
                </a:solidFill>
                <a:latin typeface="Arial"/>
                <a:ea typeface="Arial"/>
                <a:cs typeface="Arial"/>
                <a:sym typeface="Arial"/>
              </a:rPr>
              <a:t>Heading</a:t>
            </a:r>
            <a:endParaRPr/>
          </a:p>
          <a:p>
            <a:pPr marL="0" marR="0" lvl="0" indent="0" algn="ctr" rtl="0">
              <a:lnSpc>
                <a:spcPct val="100000"/>
              </a:lnSpc>
              <a:spcBef>
                <a:spcPts val="0"/>
              </a:spcBef>
              <a:spcAft>
                <a:spcPts val="0"/>
              </a:spcAft>
              <a:buClr>
                <a:srgbClr val="000000"/>
              </a:buClr>
              <a:buSzPts val="1800"/>
              <a:buFont typeface="Arial"/>
              <a:buNone/>
            </a:pPr>
            <a:endParaRPr sz="1800" b="1" i="0" u="none" strike="noStrike" cap="none">
              <a:solidFill>
                <a:srgbClr val="15264B"/>
              </a:solidFill>
              <a:latin typeface="Arial"/>
              <a:ea typeface="Arial"/>
              <a:cs typeface="Arial"/>
              <a:sym typeface="Arial"/>
            </a:endParaRPr>
          </a:p>
          <a:p>
            <a:pPr marL="0" marR="0" lvl="0" indent="0" algn="ctr" rtl="0">
              <a:lnSpc>
                <a:spcPct val="100000"/>
              </a:lnSpc>
              <a:spcBef>
                <a:spcPts val="0"/>
              </a:spcBef>
              <a:spcAft>
                <a:spcPts val="0"/>
              </a:spcAft>
              <a:buNone/>
            </a:pPr>
            <a:r>
              <a:rPr lang="en-US" sz="1800" b="0" i="0" u="none" strike="noStrike" cap="none">
                <a:solidFill>
                  <a:srgbClr val="15264B"/>
                </a:solidFill>
                <a:latin typeface="Arial"/>
                <a:ea typeface="Arial"/>
                <a:cs typeface="Arial"/>
                <a:sym typeface="Arial"/>
              </a:rPr>
              <a:t>(Main section divider slide option two, or transition slide.)</a:t>
            </a:r>
            <a:endParaRPr sz="1800" b="0" i="0" u="none" strike="noStrike" cap="none">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998</Words>
  <Application>Microsoft Office PowerPoint</Application>
  <PresentationFormat>Widescreen</PresentationFormat>
  <Paragraphs>127</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5</cp:revision>
  <dcterms:created xsi:type="dcterms:W3CDTF">2019-01-14T22:06:33Z</dcterms:created>
  <dcterms:modified xsi:type="dcterms:W3CDTF">2026-03-01T21:28:06Z</dcterms:modified>
</cp:coreProperties>
</file>