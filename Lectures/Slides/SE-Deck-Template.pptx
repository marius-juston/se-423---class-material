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2"/>
  </p:notesMasterIdLst>
  <p:sldIdLst>
    <p:sldId id="256" r:id="rId2"/>
    <p:sldId id="417" r:id="rId3"/>
    <p:sldId id="413" r:id="rId4"/>
    <p:sldId id="272" r:id="rId5"/>
    <p:sldId id="258" r:id="rId6"/>
    <p:sldId id="418" r:id="rId7"/>
    <p:sldId id="259" r:id="rId8"/>
    <p:sldId id="260" r:id="rId9"/>
    <p:sldId id="261" r:id="rId10"/>
    <p:sldId id="262" r:id="rId11"/>
    <p:sldId id="263" r:id="rId12"/>
    <p:sldId id="264" r:id="rId13"/>
    <p:sldId id="265" r:id="rId14"/>
    <p:sldId id="266" r:id="rId15"/>
    <p:sldId id="267" r:id="rId16"/>
    <p:sldId id="268" r:id="rId17"/>
    <p:sldId id="269" r:id="rId18"/>
    <p:sldId id="257" r:id="rId19"/>
    <p:sldId id="271" r:id="rId20"/>
    <p:sldId id="270" r:id="rId2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3"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customschemas.google.com/relationships/presentationmetadata" Target="metadata"/><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3" name="Google Shape;143;p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0" name="Google Shape;16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7" name="Google Shape;177;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2" name="Google Shape;192;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7" name="Google Shape;207;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3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X</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DATE</a:t>
            </a:r>
            <a:endParaRPr sz="1800" b="0" i="0" u="none" strike="noStrike" cap="none">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Question 1</a:t>
            </a:r>
          </a:p>
          <a:p>
            <a:pPr marL="285750" indent="-285750">
              <a:lnSpc>
                <a:spcPct val="100000"/>
              </a:lnSpc>
              <a:spcBef>
                <a:spcPts val="0"/>
              </a:spcBef>
              <a:buSzPts val="3000"/>
            </a:pPr>
            <a:r>
              <a:rPr lang="en-US" sz="2400" dirty="0">
                <a:latin typeface="Arial"/>
                <a:ea typeface="Arial"/>
                <a:cs typeface="Arial"/>
                <a:sym typeface="Arial"/>
              </a:rPr>
              <a:t>Question 2</a:t>
            </a: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X this week. This a X-week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a:solidFill>
                  <a:srgbClr val="15264B"/>
                </a:solidFill>
                <a:latin typeface="Arial"/>
                <a:ea typeface="Arial"/>
                <a:cs typeface="Arial"/>
                <a:sym typeface="Arial"/>
              </a:rPr>
              <a:t>Heading</a:t>
            </a:r>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a:solidFill>
                <a:srgbClr val="15264B"/>
              </a:solidFill>
              <a:latin typeface="Arial"/>
              <a:ea typeface="Arial"/>
              <a:cs typeface="Arial"/>
              <a:sym typeface="Arial"/>
            </a:endParaRPr>
          </a:p>
          <a:p>
            <a:pPr marL="0" marR="0" lvl="0" indent="0" algn="ctr" rtl="0">
              <a:lnSpc>
                <a:spcPct val="100000"/>
              </a:lnSpc>
              <a:spcBef>
                <a:spcPts val="0"/>
              </a:spcBef>
              <a:spcAft>
                <a:spcPts val="0"/>
              </a:spcAft>
              <a:buNone/>
            </a:pPr>
            <a:r>
              <a:rPr lang="en-US" sz="1800" b="0" i="0" u="none" strike="noStrike" cap="none">
                <a:solidFill>
                  <a:srgbClr val="15264B"/>
                </a:solidFill>
                <a:latin typeface="Arial"/>
                <a:ea typeface="Arial"/>
                <a:cs typeface="Arial"/>
                <a:sym typeface="Arial"/>
              </a:rPr>
              <a:t>(Main section divider slide option two, or transition slide.)</a:t>
            </a:r>
            <a:endParaRPr sz="1800" b="0" i="0" u="none" strike="noStrike" cap="none">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a:latin typeface="Arial"/>
                <a:ea typeface="Arial"/>
                <a:cs typeface="Arial"/>
                <a:sym typeface="Arial"/>
              </a:rPr>
              <a:t>Empt</a:t>
            </a:r>
            <a:r>
              <a:rPr lang="en-US" sz="2400" dirty="0">
                <a:latin typeface="Arial"/>
                <a:ea typeface="Arial"/>
                <a:cs typeface="Arial"/>
                <a:sym typeface="Arial"/>
              </a:rPr>
              <a:t>y</a:t>
            </a: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Empty</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330AC21-503A-97DC-BCF1-95DD820616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00786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latin typeface="Arial"/>
              <a:ea typeface="Arial"/>
              <a:cs typeface="Arial"/>
              <a:sym typeface="Aria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30"/>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32" name="Google Shape;132;p30"/>
          <p:cNvSpPr txBox="1"/>
          <p:nvPr/>
        </p:nvSpPr>
        <p:spPr>
          <a:xfrm>
            <a:off x="376810"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3" name="Google Shape;133;p30"/>
          <p:cNvSpPr txBox="1"/>
          <p:nvPr/>
        </p:nvSpPr>
        <p:spPr>
          <a:xfrm>
            <a:off x="6158774"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4" name="Google Shape;134;p30"/>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35" name="Google Shape;135;p30"/>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36" name="Google Shape;136;p30"/>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37" name="Google Shape;137;p30"/>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38" name="Google Shape;138;p30"/>
          <p:cNvGrpSpPr/>
          <p:nvPr/>
        </p:nvGrpSpPr>
        <p:grpSpPr>
          <a:xfrm>
            <a:off x="4066674" y="6601537"/>
            <a:ext cx="5233412" cy="70446"/>
            <a:chOff x="4033424" y="6601537"/>
            <a:chExt cx="5233412" cy="70446"/>
          </a:xfrm>
        </p:grpSpPr>
        <p:cxnSp>
          <p:nvCxnSpPr>
            <p:cNvPr id="139" name="Google Shape;139;p30"/>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40" name="Google Shape;140;p30"/>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31"/>
          <p:cNvSpPr/>
          <p:nvPr/>
        </p:nvSpPr>
        <p:spPr>
          <a:xfrm>
            <a:off x="47556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6" name="Google Shape;146;p31"/>
          <p:cNvSpPr txBox="1"/>
          <p:nvPr/>
        </p:nvSpPr>
        <p:spPr>
          <a:xfrm>
            <a:off x="149411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7" name="Google Shape;147;p31"/>
          <p:cNvSpPr/>
          <p:nvPr/>
        </p:nvSpPr>
        <p:spPr>
          <a:xfrm>
            <a:off x="47556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8" name="Google Shape;148;p31"/>
          <p:cNvSpPr txBox="1"/>
          <p:nvPr/>
        </p:nvSpPr>
        <p:spPr>
          <a:xfrm>
            <a:off x="149411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9" name="Google Shape;149;p31"/>
          <p:cNvSpPr txBox="1"/>
          <p:nvPr/>
        </p:nvSpPr>
        <p:spPr>
          <a:xfrm>
            <a:off x="5122548" y="1334279"/>
            <a:ext cx="6686464"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50" name="Google Shape;150;p31"/>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51" name="Google Shape;151;p31"/>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52" name="Google Shape;152;p31"/>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53" name="Google Shape;153;p31"/>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54" name="Google Shape;154;p31"/>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55" name="Google Shape;155;p31"/>
          <p:cNvGrpSpPr/>
          <p:nvPr/>
        </p:nvGrpSpPr>
        <p:grpSpPr>
          <a:xfrm>
            <a:off x="4066674" y="6601537"/>
            <a:ext cx="5233412" cy="70446"/>
            <a:chOff x="4033424" y="6601537"/>
            <a:chExt cx="5233412" cy="70446"/>
          </a:xfrm>
        </p:grpSpPr>
        <p:cxnSp>
          <p:nvCxnSpPr>
            <p:cNvPr id="156" name="Google Shape;156;p31"/>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57" name="Google Shape;157;p31"/>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7"/>
          <p:cNvSpPr/>
          <p:nvPr/>
        </p:nvSpPr>
        <p:spPr>
          <a:xfrm>
            <a:off x="747545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3" name="Google Shape;163;p7"/>
          <p:cNvSpPr txBox="1"/>
          <p:nvPr/>
        </p:nvSpPr>
        <p:spPr>
          <a:xfrm>
            <a:off x="849400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4" name="Google Shape;164;p7"/>
          <p:cNvSpPr/>
          <p:nvPr/>
        </p:nvSpPr>
        <p:spPr>
          <a:xfrm>
            <a:off x="747545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5" name="Google Shape;165;p7"/>
          <p:cNvSpPr txBox="1"/>
          <p:nvPr/>
        </p:nvSpPr>
        <p:spPr>
          <a:xfrm>
            <a:off x="849400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6" name="Google Shape;166;p7"/>
          <p:cNvSpPr txBox="1">
            <a:spLocks noGrp="1"/>
          </p:cNvSpPr>
          <p:nvPr>
            <p:ph type="body" idx="1"/>
          </p:nvPr>
        </p:nvSpPr>
        <p:spPr>
          <a:xfrm>
            <a:off x="376810" y="1334279"/>
            <a:ext cx="668646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67" name="Google Shape;167;p7"/>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68" name="Google Shape;168;p7"/>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69" name="Google Shape;169;p7"/>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70" name="Google Shape;170;p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71" name="Google Shape;171;p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72" name="Google Shape;172;p7"/>
          <p:cNvGrpSpPr/>
          <p:nvPr/>
        </p:nvGrpSpPr>
        <p:grpSpPr>
          <a:xfrm>
            <a:off x="4066674" y="6601537"/>
            <a:ext cx="5233412" cy="70446"/>
            <a:chOff x="4033424" y="6601537"/>
            <a:chExt cx="5233412" cy="70446"/>
          </a:xfrm>
        </p:grpSpPr>
        <p:cxnSp>
          <p:nvCxnSpPr>
            <p:cNvPr id="173" name="Google Shape;173;p7"/>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74" name="Google Shape;174;p7"/>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32"/>
          <p:cNvSpPr/>
          <p:nvPr/>
        </p:nvSpPr>
        <p:spPr>
          <a:xfrm>
            <a:off x="43119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80" name="Google Shape;180;p32"/>
          <p:cNvSpPr txBox="1"/>
          <p:nvPr/>
        </p:nvSpPr>
        <p:spPr>
          <a:xfrm>
            <a:off x="146927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81" name="Google Shape;181;p32"/>
          <p:cNvSpPr txBox="1"/>
          <p:nvPr/>
        </p:nvSpPr>
        <p:spPr>
          <a:xfrm>
            <a:off x="5131837"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82" name="Google Shape;182;p32"/>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83" name="Google Shape;183;p32"/>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84" name="Google Shape;184;p32"/>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85" name="Google Shape;185;p32"/>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86" name="Google Shape;186;p32"/>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87" name="Google Shape;187;p32"/>
          <p:cNvGrpSpPr/>
          <p:nvPr/>
        </p:nvGrpSpPr>
        <p:grpSpPr>
          <a:xfrm>
            <a:off x="4066674" y="6601537"/>
            <a:ext cx="5233412" cy="70446"/>
            <a:chOff x="4033424" y="6601537"/>
            <a:chExt cx="5233412" cy="70446"/>
          </a:xfrm>
        </p:grpSpPr>
        <p:cxnSp>
          <p:nvCxnSpPr>
            <p:cNvPr id="188" name="Google Shape;188;p32"/>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89" name="Google Shape;189;p32"/>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3"/>
          <p:cNvSpPr/>
          <p:nvPr/>
        </p:nvSpPr>
        <p:spPr>
          <a:xfrm>
            <a:off x="745235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95" name="Google Shape;195;p33"/>
          <p:cNvSpPr txBox="1"/>
          <p:nvPr/>
        </p:nvSpPr>
        <p:spPr>
          <a:xfrm>
            <a:off x="849043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96" name="Google Shape;196;p33"/>
          <p:cNvSpPr txBox="1"/>
          <p:nvPr/>
        </p:nvSpPr>
        <p:spPr>
          <a:xfrm>
            <a:off x="376808"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97" name="Google Shape;197;p33"/>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98" name="Google Shape;198;p33"/>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99" name="Google Shape;199;p33"/>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00" name="Google Shape;200;p33"/>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01" name="Google Shape;201;p33"/>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02" name="Google Shape;202;p33"/>
          <p:cNvGrpSpPr/>
          <p:nvPr/>
        </p:nvGrpSpPr>
        <p:grpSpPr>
          <a:xfrm>
            <a:off x="4066674" y="6601537"/>
            <a:ext cx="5233412" cy="70446"/>
            <a:chOff x="4033424" y="6601537"/>
            <a:chExt cx="5233412" cy="70446"/>
          </a:xfrm>
        </p:grpSpPr>
        <p:cxnSp>
          <p:nvCxnSpPr>
            <p:cNvPr id="203" name="Google Shape;203;p33"/>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04" name="Google Shape;204;p33"/>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8"/>
          <p:cNvSpPr/>
          <p:nvPr/>
        </p:nvSpPr>
        <p:spPr>
          <a:xfrm>
            <a:off x="2266934" y="1458134"/>
            <a:ext cx="7658130" cy="3688423"/>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0" name="Google Shape;210;p8"/>
          <p:cNvSpPr txBox="1"/>
          <p:nvPr/>
        </p:nvSpPr>
        <p:spPr>
          <a:xfrm>
            <a:off x="4548417" y="3123892"/>
            <a:ext cx="3095164"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CHART / GRAPH</a:t>
            </a:r>
            <a:endParaRPr sz="1400" b="0" i="0" u="none" strike="noStrike" cap="none">
              <a:solidFill>
                <a:srgbClr val="000000"/>
              </a:solidFill>
              <a:latin typeface="Arial"/>
              <a:ea typeface="Arial"/>
              <a:cs typeface="Arial"/>
              <a:sym typeface="Arial"/>
            </a:endParaRPr>
          </a:p>
        </p:txBody>
      </p:sp>
      <p:sp>
        <p:nvSpPr>
          <p:cNvPr id="211" name="Google Shape;211;p8"/>
          <p:cNvSpPr txBox="1"/>
          <p:nvPr/>
        </p:nvSpPr>
        <p:spPr>
          <a:xfrm>
            <a:off x="583914" y="5464730"/>
            <a:ext cx="11024170" cy="654113"/>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1600" b="0" i="0" u="none" strike="noStrike" cap="none">
                <a:solidFill>
                  <a:schemeClr val="dk1"/>
                </a:solidFill>
                <a:latin typeface="Arial"/>
                <a:ea typeface="Arial"/>
                <a:cs typeface="Arial"/>
                <a:sym typeface="Arial"/>
              </a:rPr>
              <a:t>(Short commentary or relevant information about the contents of the chart/graph.)</a:t>
            </a:r>
            <a:endParaRPr sz="1600" b="0" i="0" u="none" strike="noStrike" cap="none">
              <a:solidFill>
                <a:srgbClr val="000000"/>
              </a:solidFill>
              <a:latin typeface="Arial"/>
              <a:ea typeface="Arial"/>
              <a:cs typeface="Arial"/>
              <a:sym typeface="Arial"/>
            </a:endParaRPr>
          </a:p>
        </p:txBody>
      </p:sp>
      <p:sp>
        <p:nvSpPr>
          <p:cNvPr id="212" name="Google Shape;212;p8"/>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213" name="Google Shape;213;p8"/>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214" name="Google Shape;214;p8"/>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15" name="Google Shape;215;p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16" name="Google Shape;216;p8"/>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17" name="Google Shape;217;p8"/>
          <p:cNvGrpSpPr/>
          <p:nvPr/>
        </p:nvGrpSpPr>
        <p:grpSpPr>
          <a:xfrm>
            <a:off x="4066674" y="6601537"/>
            <a:ext cx="5233412" cy="70446"/>
            <a:chOff x="4033424" y="6601537"/>
            <a:chExt cx="5233412" cy="70446"/>
          </a:xfrm>
        </p:grpSpPr>
        <p:cxnSp>
          <p:nvCxnSpPr>
            <p:cNvPr id="218" name="Google Shape;218;p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19" name="Google Shape;219;p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4"/>
          <p:cNvSpPr/>
          <p:nvPr/>
        </p:nvSpPr>
        <p:spPr>
          <a:xfrm>
            <a:off x="1" y="0"/>
            <a:ext cx="12191998" cy="461738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25" name="Google Shape;225;p34"/>
          <p:cNvSpPr txBox="1"/>
          <p:nvPr/>
        </p:nvSpPr>
        <p:spPr>
          <a:xfrm>
            <a:off x="3513296" y="2308693"/>
            <a:ext cx="5140526"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(Send to back so Block I is not covered.)</a:t>
            </a:r>
            <a:endParaRPr sz="1400" b="0" i="0" u="none" strike="noStrike" cap="none">
              <a:solidFill>
                <a:srgbClr val="000000"/>
              </a:solidFill>
              <a:latin typeface="Arial"/>
              <a:ea typeface="Arial"/>
              <a:cs typeface="Arial"/>
              <a:sym typeface="Arial"/>
            </a:endParaRPr>
          </a:p>
        </p:txBody>
      </p:sp>
      <p:sp>
        <p:nvSpPr>
          <p:cNvPr id="226" name="Google Shape;226;p34"/>
          <p:cNvSpPr txBox="1"/>
          <p:nvPr/>
        </p:nvSpPr>
        <p:spPr>
          <a:xfrm>
            <a:off x="376810" y="5050453"/>
            <a:ext cx="11177400" cy="95349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(Text here relevant to the photo for a larger call out on a given idea or message.) </a:t>
            </a:r>
            <a:endParaRPr/>
          </a:p>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(Keep this text simple and short on one or two lines.)</a:t>
            </a:r>
            <a:endParaRPr sz="2200" b="0" i="0" u="none" strike="noStrike" cap="none">
              <a:solidFill>
                <a:srgbClr val="000000"/>
              </a:solidFill>
              <a:latin typeface="Arial"/>
              <a:ea typeface="Arial"/>
              <a:cs typeface="Arial"/>
              <a:sym typeface="Arial"/>
            </a:endParaRPr>
          </a:p>
        </p:txBody>
      </p:sp>
      <p:pic>
        <p:nvPicPr>
          <p:cNvPr id="227" name="Google Shape;227;p34"/>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28" name="Google Shape;228;p34"/>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29" name="Google Shape;229;p34"/>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30" name="Google Shape;230;p34"/>
          <p:cNvGrpSpPr/>
          <p:nvPr/>
        </p:nvGrpSpPr>
        <p:grpSpPr>
          <a:xfrm>
            <a:off x="4066674" y="6601537"/>
            <a:ext cx="5233412" cy="70446"/>
            <a:chOff x="4033424" y="6601537"/>
            <a:chExt cx="5233412" cy="70446"/>
          </a:xfrm>
        </p:grpSpPr>
        <p:cxnSp>
          <p:nvCxnSpPr>
            <p:cNvPr id="231" name="Google Shape;231;p34"/>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32" name="Google Shape;232;p34"/>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3294B"/>
        </a:solidFill>
        <a:effectLst/>
      </p:bgPr>
    </p:bg>
    <p:spTree>
      <p:nvGrpSpPr>
        <p:cNvPr id="1" name="Shape 236"/>
        <p:cNvGrpSpPr/>
        <p:nvPr/>
      </p:nvGrpSpPr>
      <p:grpSpPr>
        <a:xfrm>
          <a:off x="0" y="0"/>
          <a:ext cx="0" cy="0"/>
          <a:chOff x="0" y="0"/>
          <a:chExt cx="0" cy="0"/>
        </a:xfrm>
      </p:grpSpPr>
      <p:sp>
        <p:nvSpPr>
          <p:cNvPr id="237" name="Google Shape;237;p35"/>
          <p:cNvSpPr txBox="1"/>
          <p:nvPr/>
        </p:nvSpPr>
        <p:spPr>
          <a:xfrm>
            <a:off x="5131837" y="1010620"/>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Lorem ipsum dolor sit amet consectetur adipiscing elit</a:t>
            </a: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chemeClr val="lt1"/>
                </a:solidFill>
                <a:latin typeface="Arial"/>
                <a:ea typeface="Arial"/>
                <a:cs typeface="Arial"/>
                <a:sym typeface="Arial"/>
              </a:rPr>
              <a:t>Lorem ipsum dolor sit amet consectetur adipiscing</a:t>
            </a:r>
            <a:endParaRPr sz="20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sp>
        <p:nvSpPr>
          <p:cNvPr id="238" name="Google Shape;238;p35"/>
          <p:cNvSpPr/>
          <p:nvPr/>
        </p:nvSpPr>
        <p:spPr>
          <a:xfrm>
            <a:off x="420782" y="344953"/>
            <a:ext cx="4109890" cy="595424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39" name="Google Shape;239;p35"/>
          <p:cNvSpPr txBox="1"/>
          <p:nvPr/>
        </p:nvSpPr>
        <p:spPr>
          <a:xfrm>
            <a:off x="1335481" y="323650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a:t>
            </a:r>
            <a:endParaRPr sz="1400" b="0" i="0" u="none" strike="noStrike" cap="none">
              <a:solidFill>
                <a:srgbClr val="000000"/>
              </a:solidFill>
              <a:latin typeface="Arial"/>
              <a:ea typeface="Arial"/>
              <a:cs typeface="Arial"/>
              <a:sym typeface="Arial"/>
            </a:endParaRPr>
          </a:p>
        </p:txBody>
      </p:sp>
      <p:pic>
        <p:nvPicPr>
          <p:cNvPr id="240" name="Google Shape;240;p35"/>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41" name="Google Shape;241;p35"/>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42" name="Google Shape;242;p35"/>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43" name="Google Shape;243;p35"/>
          <p:cNvGrpSpPr/>
          <p:nvPr/>
        </p:nvGrpSpPr>
        <p:grpSpPr>
          <a:xfrm>
            <a:off x="4066674" y="6601537"/>
            <a:ext cx="5233412" cy="70446"/>
            <a:chOff x="4033424" y="6601537"/>
            <a:chExt cx="5233412" cy="70446"/>
          </a:xfrm>
        </p:grpSpPr>
        <p:cxnSp>
          <p:nvCxnSpPr>
            <p:cNvPr id="244" name="Google Shape;244;p35"/>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45" name="Google Shape;245;p35"/>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36" descr="Text, letter, whiteboard&#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51" name="Google Shape;251;p36"/>
          <p:cNvSpPr/>
          <p:nvPr/>
        </p:nvSpPr>
        <p:spPr>
          <a:xfrm>
            <a:off x="0" y="0"/>
            <a:ext cx="6096000" cy="685800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52" name="Google Shape;252;p36"/>
          <p:cNvSpPr txBox="1"/>
          <p:nvPr/>
        </p:nvSpPr>
        <p:spPr>
          <a:xfrm>
            <a:off x="591671" y="3581984"/>
            <a:ext cx="4867835" cy="193895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chemeClr val="lt1"/>
                </a:solidFill>
                <a:latin typeface="Arial"/>
                <a:ea typeface="Arial"/>
                <a:cs typeface="Arial"/>
                <a:sym typeface="Arial"/>
              </a:rPr>
              <a:t>(Slide the blue box and the text left or right to fit over your background image. Use this text box for a call out or caption to the image.)</a:t>
            </a:r>
            <a:endParaRPr sz="2400" b="1" i="0" u="none" strike="noStrike" cap="none">
              <a:solidFill>
                <a:schemeClr val="lt1"/>
              </a:solidFill>
              <a:latin typeface="Arial"/>
              <a:ea typeface="Arial"/>
              <a:cs typeface="Arial"/>
              <a:sym typeface="Arial"/>
            </a:endParaRPr>
          </a:p>
        </p:txBody>
      </p:sp>
      <p:sp>
        <p:nvSpPr>
          <p:cNvPr id="253" name="Google Shape;253;p36"/>
          <p:cNvSpPr txBox="1"/>
          <p:nvPr/>
        </p:nvSpPr>
        <p:spPr>
          <a:xfrm>
            <a:off x="701965" y="1422585"/>
            <a:ext cx="4608944" cy="175428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IMAGE</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(Use a photo for the entire slide like the example shown here. Send the photo to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the back so the Block I and footer text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is not covered.)</a:t>
            </a:r>
            <a:endParaRPr sz="1400" b="0" i="0" u="none" strike="noStrike" cap="none">
              <a:solidFill>
                <a:schemeClr val="lt1"/>
              </a:solidFill>
              <a:latin typeface="Arial"/>
              <a:ea typeface="Arial"/>
              <a:cs typeface="Arial"/>
              <a:sym typeface="Arial"/>
            </a:endParaRPr>
          </a:p>
        </p:txBody>
      </p:sp>
      <p:pic>
        <p:nvPicPr>
          <p:cNvPr id="254" name="Google Shape;254;p36"/>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55" name="Google Shape;255;p36"/>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56" name="Google Shape;256;p36"/>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57" name="Google Shape;257;p36"/>
          <p:cNvGrpSpPr/>
          <p:nvPr/>
        </p:nvGrpSpPr>
        <p:grpSpPr>
          <a:xfrm>
            <a:off x="4066674" y="6601537"/>
            <a:ext cx="5233412" cy="70446"/>
            <a:chOff x="4033424" y="6601537"/>
            <a:chExt cx="5233412" cy="70446"/>
          </a:xfrm>
        </p:grpSpPr>
        <p:cxnSp>
          <p:nvCxnSpPr>
            <p:cNvPr id="258" name="Google Shape;258;p36"/>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59" name="Google Shape;259;p36"/>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txBox="1"/>
          <p:nvPr/>
        </p:nvSpPr>
        <p:spPr>
          <a:xfrm>
            <a:off x="2275515" y="1778140"/>
            <a:ext cx="7640969" cy="433420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(Closing slide option. Suggestions for last slide)</a:t>
            </a: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Summary</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Thank You</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Questions</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Contact Information</a:t>
            </a:r>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pic>
        <p:nvPicPr>
          <p:cNvPr id="265" name="Google Shape;265;p3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a:solidFill>
                  <a:schemeClr val="lt1"/>
                </a:solidFill>
                <a:latin typeface="Arial"/>
                <a:ea typeface="Arial"/>
                <a:cs typeface="Arial"/>
                <a:sym typeface="Arial"/>
              </a:rPr>
              <a:t>HEADING</a:t>
            </a:r>
            <a:endParaRPr sz="1400" b="0" i="0" u="none" strike="noStrike" cap="none">
              <a:solidFill>
                <a:srgbClr val="000000"/>
              </a:solidFill>
              <a:latin typeface="Arial"/>
              <a:ea typeface="Arial"/>
              <a:cs typeface="Arial"/>
              <a:sym typeface="Arial"/>
            </a:endParaRPr>
          </a:p>
        </p:txBody>
      </p:sp>
      <p:sp>
        <p:nvSpPr>
          <p:cNvPr id="90" name="Google Shape;90;p27"/>
          <p:cNvSpPr txBox="1"/>
          <p:nvPr/>
        </p:nvSpPr>
        <p:spPr>
          <a:xfrm>
            <a:off x="1441528" y="3232230"/>
            <a:ext cx="9308941" cy="209284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lt1"/>
                </a:solidFill>
                <a:latin typeface="Arial"/>
                <a:ea typeface="Arial"/>
                <a:cs typeface="Arial"/>
                <a:sym typeface="Arial"/>
              </a:rPr>
              <a:t>Lorem ipsum dolor sit amet, consectetur adipiscing elit. Nullam ut orci condimentum, commodo dui quis, faucibus mauris. Praesent nec sapien sed nunc sollicitudin.</a:t>
            </a:r>
            <a:endParaRPr/>
          </a:p>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(Main section divider slide option one.)</a:t>
            </a:r>
            <a:endParaRPr sz="1800" b="0" i="0" u="none" strike="noStrike" cap="none">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1081</Words>
  <Application>Microsoft Office PowerPoint</Application>
  <PresentationFormat>Widescreen</PresentationFormat>
  <Paragraphs>151</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Helvetica Neue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10</cp:revision>
  <dcterms:created xsi:type="dcterms:W3CDTF">2019-01-14T22:06:33Z</dcterms:created>
  <dcterms:modified xsi:type="dcterms:W3CDTF">2026-03-19T05:12:48Z</dcterms:modified>
</cp:coreProperties>
</file>