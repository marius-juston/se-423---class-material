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0"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X</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rial"/>
                <a:ea typeface="Arial"/>
                <a:cs typeface="Arial"/>
                <a:sym typeface="Arial"/>
              </a:rPr>
              <a:t>Heading</a:t>
            </a:r>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a:solidFill>
                  <a:srgbClr val="15264B"/>
                </a:solidFill>
                <a:latin typeface="Arial"/>
                <a:ea typeface="Arial"/>
                <a:cs typeface="Arial"/>
                <a:sym typeface="Arial"/>
              </a:rPr>
              <a:t>(Main section divider slide option two, or transition slide.)</a:t>
            </a:r>
            <a:endParaRPr sz="1800" b="0" i="0" u="none" strike="noStrike" cap="none">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986</Words>
  <Application>Microsoft Office PowerPoint</Application>
  <PresentationFormat>Widescreen</PresentationFormat>
  <Paragraphs>123</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cp:revision>
  <dcterms:created xsi:type="dcterms:W3CDTF">2019-01-14T22:06:33Z</dcterms:created>
  <dcterms:modified xsi:type="dcterms:W3CDTF">2026-01-25T09:52:08Z</dcterms:modified>
</cp:coreProperties>
</file>