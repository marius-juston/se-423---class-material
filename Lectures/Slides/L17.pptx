
<file path=[Content_Types].xml><?xml version="1.0" encoding="utf-8"?>
<Types xmlns="http://schemas.openxmlformats.org/package/2006/content-types">
  <Default Extension="gif" ContentType="image/gif"/>
  <Default Extension="jpeg" ContentType="image/jpeg"/>
  <Default Extension="jpg" ContentType="image/jpeg"/>
  <Default Extension="png" ContentType="image/png"/>
  <Default Extension="rels" ContentType="application/vnd.openxmlformats-package.relationships+xml"/>
  <Default Extension="svg" ContentType="image/svg+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Override PartName="/ppt/metadata" ContentType="application/binary"/>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trictFirstAndLastChars="0" saveSubsetFonts="1" autoCompressPictures="0">
  <p:sldMasterIdLst>
    <p:sldMasterId id="2147483648" r:id="rId1"/>
  </p:sldMasterIdLst>
  <p:notesMasterIdLst>
    <p:notesMasterId r:id="rId46"/>
  </p:notesMasterIdLst>
  <p:sldIdLst>
    <p:sldId id="256" r:id="rId2"/>
    <p:sldId id="417" r:id="rId3"/>
    <p:sldId id="413" r:id="rId4"/>
    <p:sldId id="272" r:id="rId5"/>
    <p:sldId id="258" r:id="rId6"/>
    <p:sldId id="418" r:id="rId7"/>
    <p:sldId id="420" r:id="rId8"/>
    <p:sldId id="421" r:id="rId9"/>
    <p:sldId id="422" r:id="rId10"/>
    <p:sldId id="426" r:id="rId11"/>
    <p:sldId id="441" r:id="rId12"/>
    <p:sldId id="425" r:id="rId13"/>
    <p:sldId id="424" r:id="rId14"/>
    <p:sldId id="423" r:id="rId15"/>
    <p:sldId id="427" r:id="rId16"/>
    <p:sldId id="439" r:id="rId17"/>
    <p:sldId id="442" r:id="rId18"/>
    <p:sldId id="428" r:id="rId19"/>
    <p:sldId id="429" r:id="rId20"/>
    <p:sldId id="430" r:id="rId21"/>
    <p:sldId id="431" r:id="rId22"/>
    <p:sldId id="432" r:id="rId23"/>
    <p:sldId id="433" r:id="rId24"/>
    <p:sldId id="434" r:id="rId25"/>
    <p:sldId id="435" r:id="rId26"/>
    <p:sldId id="436" r:id="rId27"/>
    <p:sldId id="437" r:id="rId28"/>
    <p:sldId id="438" r:id="rId29"/>
    <p:sldId id="446" r:id="rId30"/>
    <p:sldId id="445" r:id="rId31"/>
    <p:sldId id="447" r:id="rId32"/>
    <p:sldId id="448" r:id="rId33"/>
    <p:sldId id="440" r:id="rId34"/>
    <p:sldId id="443" r:id="rId35"/>
    <p:sldId id="444" r:id="rId36"/>
    <p:sldId id="449" r:id="rId37"/>
    <p:sldId id="450" r:id="rId38"/>
    <p:sldId id="451" r:id="rId39"/>
    <p:sldId id="452" r:id="rId40"/>
    <p:sldId id="453" r:id="rId41"/>
    <p:sldId id="454" r:id="rId42"/>
    <p:sldId id="455" r:id="rId43"/>
    <p:sldId id="271" r:id="rId44"/>
    <p:sldId id="270" r:id="rId45"/>
  </p:sldIdLst>
  <p:sldSz cx="12192000" cy="6858000"/>
  <p:notesSz cx="6858000" cy="9144000"/>
  <p:defaultTex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9pPr>
  </p:defaultTextStyle>
  <p:extLst>
    <p:ext uri="{EFAFB233-063F-42B5-8137-9DF3F51BA10A}">
      <p15:sldGuideLst xmlns:p15="http://schemas.microsoft.com/office/powerpoint/2012/main"/>
    </p:ext>
    <p:ext uri="http://customooxmlschemas.google.com/">
      <go:slidesCustomData xmlns="" xmlns:mc="http://schemas.openxmlformats.org/markup-compatibility/2006" xmlns:mv="urn:schemas-microsoft-com:mac:vml"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xmlns:go="http://customooxmlschemas.google.com/" r:id="rId47" roundtripDataSignature="AMtx7mjKkk5wOoQj6sDPPETbbKgHU96Dzg=="/>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5620"/>
    <p:restoredTop sz="94660"/>
  </p:normalViewPr>
  <p:slideViewPr>
    <p:cSldViewPr snapToGrid="0">
      <p:cViewPr varScale="1">
        <p:scale>
          <a:sx n="78" d="100"/>
          <a:sy n="78" d="100"/>
        </p:scale>
        <p:origin x="850" y="6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slide" Target="slides/slide25.xml"/><Relationship Id="rId39" Type="http://schemas.openxmlformats.org/officeDocument/2006/relationships/slide" Target="slides/slide38.xml"/><Relationship Id="rId21" Type="http://schemas.openxmlformats.org/officeDocument/2006/relationships/slide" Target="slides/slide20.xml"/><Relationship Id="rId34" Type="http://schemas.openxmlformats.org/officeDocument/2006/relationships/slide" Target="slides/slide33.xml"/><Relationship Id="rId42" Type="http://schemas.openxmlformats.org/officeDocument/2006/relationships/slide" Target="slides/slide41.xml"/><Relationship Id="rId47" Type="http://customschemas.google.com/relationships/presentationmetadata" Target="metadata"/><Relationship Id="rId50" Type="http://schemas.openxmlformats.org/officeDocument/2006/relationships/theme" Target="theme/theme1.xml"/><Relationship Id="rId7" Type="http://schemas.openxmlformats.org/officeDocument/2006/relationships/slide" Target="slides/slide6.xml"/><Relationship Id="rId2" Type="http://schemas.openxmlformats.org/officeDocument/2006/relationships/slide" Target="slides/slide1.xml"/><Relationship Id="rId16" Type="http://schemas.openxmlformats.org/officeDocument/2006/relationships/slide" Target="slides/slide15.xml"/><Relationship Id="rId29" Type="http://schemas.openxmlformats.org/officeDocument/2006/relationships/slide" Target="slides/slide28.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slide" Target="slides/slide31.xml"/><Relationship Id="rId37" Type="http://schemas.openxmlformats.org/officeDocument/2006/relationships/slide" Target="slides/slide36.xml"/><Relationship Id="rId40" Type="http://schemas.openxmlformats.org/officeDocument/2006/relationships/slide" Target="slides/slide39.xml"/><Relationship Id="rId45" Type="http://schemas.openxmlformats.org/officeDocument/2006/relationships/slide" Target="slides/slide44.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slide" Target="slides/slide35.xml"/><Relationship Id="rId49" Type="http://schemas.openxmlformats.org/officeDocument/2006/relationships/viewProps" Target="viewProps.xml"/><Relationship Id="rId10" Type="http://schemas.openxmlformats.org/officeDocument/2006/relationships/slide" Target="slides/slide9.xml"/><Relationship Id="rId19" Type="http://schemas.openxmlformats.org/officeDocument/2006/relationships/slide" Target="slides/slide18.xml"/><Relationship Id="rId31" Type="http://schemas.openxmlformats.org/officeDocument/2006/relationships/slide" Target="slides/slide30.xml"/><Relationship Id="rId44" Type="http://schemas.openxmlformats.org/officeDocument/2006/relationships/slide" Target="slides/slide43.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slide" Target="slides/slide29.xml"/><Relationship Id="rId35" Type="http://schemas.openxmlformats.org/officeDocument/2006/relationships/slide" Target="slides/slide34.xml"/><Relationship Id="rId43" Type="http://schemas.openxmlformats.org/officeDocument/2006/relationships/slide" Target="slides/slide42.xml"/><Relationship Id="rId48" Type="http://schemas.openxmlformats.org/officeDocument/2006/relationships/presProps" Target="presProps.xml"/><Relationship Id="rId8" Type="http://schemas.openxmlformats.org/officeDocument/2006/relationships/slide" Target="slides/slide7.xml"/><Relationship Id="rId51" Type="http://schemas.openxmlformats.org/officeDocument/2006/relationships/tableStyles" Target="tableStyles.xml"/><Relationship Id="rId3" Type="http://schemas.openxmlformats.org/officeDocument/2006/relationships/slide" Target="slides/slide2.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slide" Target="slides/slide32.xml"/><Relationship Id="rId38" Type="http://schemas.openxmlformats.org/officeDocument/2006/relationships/slide" Target="slides/slide37.xml"/><Relationship Id="rId46" Type="http://schemas.openxmlformats.org/officeDocument/2006/relationships/notesMaster" Target="notesMasters/notesMaster1.xml"/><Relationship Id="rId20" Type="http://schemas.openxmlformats.org/officeDocument/2006/relationships/slide" Target="slides/slide19.xml"/><Relationship Id="rId41" Type="http://schemas.openxmlformats.org/officeDocument/2006/relationships/slide" Target="slides/slide40.xml"/><Relationship Id="rId1" Type="http://schemas.openxmlformats.org/officeDocument/2006/relationships/slideMaster" Target="slideMasters/slideMaster1.xml"/><Relationship Id="rId6" Type="http://schemas.openxmlformats.org/officeDocument/2006/relationships/slide" Target="slides/slide5.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1" name="Shape 2"/>
        <p:cNvGrpSpPr/>
        <p:nvPr/>
      </p:nvGrpSpPr>
      <p:grpSpPr>
        <a:xfrm>
          <a:off x="0" y="0"/>
          <a:ext cx="0" cy="0"/>
          <a:chOff x="0" y="0"/>
          <a:chExt cx="0" cy="0"/>
        </a:xfrm>
      </p:grpSpPr>
      <p:sp>
        <p:nvSpPr>
          <p:cNvPr id="3" name="Google Shape;3;n"/>
          <p:cNvSpPr txBox="1">
            <a:spLocks noGrp="1"/>
          </p:cNvSpPr>
          <p:nvPr>
            <p:ph type="hdr" idx="2"/>
          </p:nvPr>
        </p:nvSpPr>
        <p:spPr>
          <a:xfrm>
            <a:off x="0" y="0"/>
            <a:ext cx="2971800" cy="458788"/>
          </a:xfrm>
          <a:prstGeom prst="rect">
            <a:avLst/>
          </a:prstGeom>
          <a:noFill/>
          <a:ln>
            <a:noFill/>
          </a:ln>
        </p:spPr>
        <p:txBody>
          <a:bodyPr spcFirstLastPara="1" wrap="square" lIns="91425" tIns="45700" rIns="91425" bIns="45700" anchor="t" anchorCtr="0">
            <a:noAutofit/>
          </a:bodyPr>
          <a:lstStyle>
            <a:lvl1pPr marR="0" lvl="0" algn="l" rtl="0">
              <a:lnSpc>
                <a:spcPct val="100000"/>
              </a:lnSpc>
              <a:spcBef>
                <a:spcPts val="0"/>
              </a:spcBef>
              <a:spcAft>
                <a:spcPts val="0"/>
              </a:spcAft>
              <a:buClr>
                <a:srgbClr val="000000"/>
              </a:buClr>
              <a:buSzPts val="1400"/>
              <a:buFont typeface="Arial"/>
              <a:buNone/>
              <a:defRPr sz="1200" b="0" i="0" u="none" strike="noStrike" cap="none">
                <a:solidFill>
                  <a:schemeClr val="dk1"/>
                </a:solidFill>
                <a:latin typeface="Atkinson Hyperlegible Next"/>
                <a:ea typeface="Calibri"/>
                <a:cs typeface="Calibri"/>
                <a:sym typeface="Calibri"/>
              </a:defRPr>
            </a:lvl1pPr>
            <a:lvl2pPr marR="0" lvl="1"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2pPr>
            <a:lvl3pPr marR="0" lvl="2"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3pPr>
            <a:lvl4pPr marR="0" lvl="3"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4pPr>
            <a:lvl5pPr marR="0" lvl="4"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5pPr>
            <a:lvl6pPr marR="0" lvl="5"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6pPr>
            <a:lvl7pPr marR="0" lvl="6"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7pPr>
            <a:lvl8pPr marR="0" lvl="7"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8pPr>
            <a:lvl9pPr marR="0" lvl="8"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9pPr>
          </a:lstStyle>
          <a:p>
            <a:endParaRPr/>
          </a:p>
        </p:txBody>
      </p:sp>
      <p:sp>
        <p:nvSpPr>
          <p:cNvPr id="4" name="Google Shape;4;n"/>
          <p:cNvSpPr txBox="1">
            <a:spLocks noGrp="1"/>
          </p:cNvSpPr>
          <p:nvPr>
            <p:ph type="dt" idx="10"/>
          </p:nvPr>
        </p:nvSpPr>
        <p:spPr>
          <a:xfrm>
            <a:off x="3884613" y="0"/>
            <a:ext cx="2971800" cy="458788"/>
          </a:xfrm>
          <a:prstGeom prst="rect">
            <a:avLst/>
          </a:prstGeom>
          <a:noFill/>
          <a:ln>
            <a:noFill/>
          </a:ln>
        </p:spPr>
        <p:txBody>
          <a:bodyPr spcFirstLastPara="1" wrap="square" lIns="91425" tIns="45700" rIns="91425" bIns="45700" anchor="t" anchorCtr="0">
            <a:noAutofit/>
          </a:bodyPr>
          <a:lstStyle>
            <a:lvl1pPr marR="0" lvl="0" algn="r" rtl="0">
              <a:lnSpc>
                <a:spcPct val="100000"/>
              </a:lnSpc>
              <a:spcBef>
                <a:spcPts val="0"/>
              </a:spcBef>
              <a:spcAft>
                <a:spcPts val="0"/>
              </a:spcAft>
              <a:buClr>
                <a:srgbClr val="000000"/>
              </a:buClr>
              <a:buSzPts val="1400"/>
              <a:buFont typeface="Arial"/>
              <a:buNone/>
              <a:defRPr sz="1200" b="0" i="0" u="none" strike="noStrike" cap="none">
                <a:solidFill>
                  <a:schemeClr val="dk1"/>
                </a:solidFill>
                <a:latin typeface="Atkinson Hyperlegible Next"/>
                <a:ea typeface="Calibri"/>
                <a:cs typeface="Calibri"/>
                <a:sym typeface="Calibri"/>
              </a:defRPr>
            </a:lvl1pPr>
            <a:lvl2pPr marR="0" lvl="1"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2pPr>
            <a:lvl3pPr marR="0" lvl="2"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3pPr>
            <a:lvl4pPr marR="0" lvl="3"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4pPr>
            <a:lvl5pPr marR="0" lvl="4"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5pPr>
            <a:lvl6pPr marR="0" lvl="5"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6pPr>
            <a:lvl7pPr marR="0" lvl="6"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7pPr>
            <a:lvl8pPr marR="0" lvl="7"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8pPr>
            <a:lvl9pPr marR="0" lvl="8"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9pPr>
          </a:lstStyle>
          <a:p>
            <a:endParaRPr/>
          </a:p>
        </p:txBody>
      </p:sp>
      <p:sp>
        <p:nvSpPr>
          <p:cNvPr id="5" name="Google Shape;5;n"/>
          <p:cNvSpPr>
            <a:spLocks noGrp="1" noRot="1" noChangeAspect="1"/>
          </p:cNvSpPr>
          <p:nvPr>
            <p:ph type="sldImg" idx="3"/>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txBody>
          <a:bodyPr/>
          <a:lstStyle/>
          <a:p>
            <a:endParaRPr lang="en-US"/>
          </a:p>
        </p:txBody>
      </p:sp>
      <p:sp>
        <p:nvSpPr>
          <p:cNvPr id="6" name="Google Shape;6;n"/>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lvl1pPr marL="457200" marR="0" lvl="0" indent="-228600" algn="l" rtl="0">
              <a:lnSpc>
                <a:spcPct val="100000"/>
              </a:lnSpc>
              <a:spcBef>
                <a:spcPts val="0"/>
              </a:spcBef>
              <a:spcAft>
                <a:spcPts val="0"/>
              </a:spcAft>
              <a:buClr>
                <a:srgbClr val="000000"/>
              </a:buClr>
              <a:buSzPts val="1400"/>
              <a:buFont typeface="Arial"/>
              <a:buNone/>
              <a:defRPr sz="1200" b="0" i="0" u="none" strike="noStrike" cap="none">
                <a:solidFill>
                  <a:schemeClr val="dk1"/>
                </a:solidFill>
                <a:latin typeface="Atkinson Hyperlegible Next"/>
                <a:ea typeface="Calibri"/>
                <a:cs typeface="Calibri"/>
                <a:sym typeface="Calibri"/>
              </a:defRPr>
            </a:lvl1pPr>
            <a:lvl2pPr marL="914400" marR="0" lvl="1" indent="-228600" algn="l" rtl="0">
              <a:lnSpc>
                <a:spcPct val="100000"/>
              </a:lnSpc>
              <a:spcBef>
                <a:spcPts val="0"/>
              </a:spcBef>
              <a:spcAft>
                <a:spcPts val="0"/>
              </a:spcAft>
              <a:buClr>
                <a:srgbClr val="000000"/>
              </a:buClr>
              <a:buSzPts val="1400"/>
              <a:buFont typeface="Arial"/>
              <a:buNone/>
              <a:defRPr sz="1200" b="0" i="0" u="none" strike="noStrike" cap="none">
                <a:solidFill>
                  <a:schemeClr val="dk1"/>
                </a:solidFill>
                <a:latin typeface="Atkinson Hyperlegible Next"/>
                <a:ea typeface="Calibri"/>
                <a:cs typeface="Calibri"/>
                <a:sym typeface="Calibri"/>
              </a:defRPr>
            </a:lvl2pPr>
            <a:lvl3pPr marL="1371600" marR="0" lvl="2" indent="-228600" algn="l" rtl="0">
              <a:lnSpc>
                <a:spcPct val="100000"/>
              </a:lnSpc>
              <a:spcBef>
                <a:spcPts val="0"/>
              </a:spcBef>
              <a:spcAft>
                <a:spcPts val="0"/>
              </a:spcAft>
              <a:buClr>
                <a:srgbClr val="000000"/>
              </a:buClr>
              <a:buSzPts val="1400"/>
              <a:buFont typeface="Arial"/>
              <a:buNone/>
              <a:defRPr sz="1200" b="0" i="0" u="none" strike="noStrike" cap="none">
                <a:solidFill>
                  <a:schemeClr val="dk1"/>
                </a:solidFill>
                <a:latin typeface="Atkinson Hyperlegible Next"/>
                <a:ea typeface="Calibri"/>
                <a:cs typeface="Calibri"/>
                <a:sym typeface="Calibri"/>
              </a:defRPr>
            </a:lvl3pPr>
            <a:lvl4pPr marL="1828800" marR="0" lvl="3" indent="-228600" algn="l" rtl="0">
              <a:lnSpc>
                <a:spcPct val="100000"/>
              </a:lnSpc>
              <a:spcBef>
                <a:spcPts val="0"/>
              </a:spcBef>
              <a:spcAft>
                <a:spcPts val="0"/>
              </a:spcAft>
              <a:buClr>
                <a:srgbClr val="000000"/>
              </a:buClr>
              <a:buSzPts val="1400"/>
              <a:buFont typeface="Arial"/>
              <a:buNone/>
              <a:defRPr sz="1200" b="0" i="0" u="none" strike="noStrike" cap="none">
                <a:solidFill>
                  <a:schemeClr val="dk1"/>
                </a:solidFill>
                <a:latin typeface="Atkinson Hyperlegible Next"/>
                <a:ea typeface="Calibri"/>
                <a:cs typeface="Calibri"/>
                <a:sym typeface="Calibri"/>
              </a:defRPr>
            </a:lvl4pPr>
            <a:lvl5pPr marL="2286000" marR="0" lvl="4" indent="-228600" algn="l" rtl="0">
              <a:lnSpc>
                <a:spcPct val="100000"/>
              </a:lnSpc>
              <a:spcBef>
                <a:spcPts val="0"/>
              </a:spcBef>
              <a:spcAft>
                <a:spcPts val="0"/>
              </a:spcAft>
              <a:buClr>
                <a:srgbClr val="000000"/>
              </a:buClr>
              <a:buSzPts val="1400"/>
              <a:buFont typeface="Arial"/>
              <a:buNone/>
              <a:defRPr sz="1200" b="0" i="0" u="none" strike="noStrike" cap="none">
                <a:solidFill>
                  <a:schemeClr val="dk1"/>
                </a:solidFill>
                <a:latin typeface="Atkinson Hyperlegible Next"/>
                <a:ea typeface="Calibri"/>
                <a:cs typeface="Calibri"/>
                <a:sym typeface="Calibri"/>
              </a:defRPr>
            </a:lvl5pPr>
            <a:lvl6pPr marL="2743200" marR="0" lvl="5" indent="-228600" algn="l" rtl="0">
              <a:lnSpc>
                <a:spcPct val="100000"/>
              </a:lnSpc>
              <a:spcBef>
                <a:spcPts val="0"/>
              </a:spcBef>
              <a:spcAft>
                <a:spcPts val="0"/>
              </a:spcAft>
              <a:buClr>
                <a:srgbClr val="000000"/>
              </a:buClr>
              <a:buSzPts val="1400"/>
              <a:buFont typeface="Arial"/>
              <a:buNone/>
              <a:defRPr sz="1200" b="0" i="0" u="none" strike="noStrike" cap="none">
                <a:solidFill>
                  <a:schemeClr val="dk1"/>
                </a:solidFill>
                <a:latin typeface="Atkinson Hyperlegible Next"/>
                <a:ea typeface="Calibri"/>
                <a:cs typeface="Calibri"/>
                <a:sym typeface="Calibri"/>
              </a:defRPr>
            </a:lvl6pPr>
            <a:lvl7pPr marL="3200400" marR="0" lvl="6" indent="-228600" algn="l" rtl="0">
              <a:lnSpc>
                <a:spcPct val="100000"/>
              </a:lnSpc>
              <a:spcBef>
                <a:spcPts val="0"/>
              </a:spcBef>
              <a:spcAft>
                <a:spcPts val="0"/>
              </a:spcAft>
              <a:buClr>
                <a:srgbClr val="000000"/>
              </a:buClr>
              <a:buSzPts val="1400"/>
              <a:buFont typeface="Arial"/>
              <a:buNone/>
              <a:defRPr sz="1200" b="0" i="0" u="none" strike="noStrike" cap="none">
                <a:solidFill>
                  <a:schemeClr val="dk1"/>
                </a:solidFill>
                <a:latin typeface="Atkinson Hyperlegible Next"/>
                <a:ea typeface="Calibri"/>
                <a:cs typeface="Calibri"/>
                <a:sym typeface="Calibri"/>
              </a:defRPr>
            </a:lvl7pPr>
            <a:lvl8pPr marL="3657600" marR="0" lvl="7" indent="-228600" algn="l" rtl="0">
              <a:lnSpc>
                <a:spcPct val="100000"/>
              </a:lnSpc>
              <a:spcBef>
                <a:spcPts val="0"/>
              </a:spcBef>
              <a:spcAft>
                <a:spcPts val="0"/>
              </a:spcAft>
              <a:buClr>
                <a:srgbClr val="000000"/>
              </a:buClr>
              <a:buSzPts val="1400"/>
              <a:buFont typeface="Arial"/>
              <a:buNone/>
              <a:defRPr sz="1200" b="0" i="0" u="none" strike="noStrike" cap="none">
                <a:solidFill>
                  <a:schemeClr val="dk1"/>
                </a:solidFill>
                <a:latin typeface="Atkinson Hyperlegible Next"/>
                <a:ea typeface="Calibri"/>
                <a:cs typeface="Calibri"/>
                <a:sym typeface="Calibri"/>
              </a:defRPr>
            </a:lvl8pPr>
            <a:lvl9pPr marL="4114800" marR="0" lvl="8" indent="-228600" algn="l" rtl="0">
              <a:lnSpc>
                <a:spcPct val="100000"/>
              </a:lnSpc>
              <a:spcBef>
                <a:spcPts val="0"/>
              </a:spcBef>
              <a:spcAft>
                <a:spcPts val="0"/>
              </a:spcAft>
              <a:buClr>
                <a:srgbClr val="000000"/>
              </a:buClr>
              <a:buSzPts val="1400"/>
              <a:buFont typeface="Arial"/>
              <a:buNone/>
              <a:defRPr sz="1200" b="0" i="0" u="none" strike="noStrike" cap="none">
                <a:solidFill>
                  <a:schemeClr val="dk1"/>
                </a:solidFill>
                <a:latin typeface="Atkinson Hyperlegible Next"/>
                <a:ea typeface="Calibri"/>
                <a:cs typeface="Calibri"/>
                <a:sym typeface="Calibri"/>
              </a:defRPr>
            </a:lvl9pPr>
          </a:lstStyle>
          <a:p>
            <a:endParaRPr/>
          </a:p>
        </p:txBody>
      </p:sp>
      <p:sp>
        <p:nvSpPr>
          <p:cNvPr id="7" name="Google Shape;7;n"/>
          <p:cNvSpPr txBox="1">
            <a:spLocks noGrp="1"/>
          </p:cNvSpPr>
          <p:nvPr>
            <p:ph type="ftr" idx="11"/>
          </p:nvPr>
        </p:nvSpPr>
        <p:spPr>
          <a:xfrm>
            <a:off x="0" y="8685213"/>
            <a:ext cx="2971800" cy="458787"/>
          </a:xfrm>
          <a:prstGeom prst="rect">
            <a:avLst/>
          </a:prstGeom>
          <a:noFill/>
          <a:ln>
            <a:noFill/>
          </a:ln>
        </p:spPr>
        <p:txBody>
          <a:bodyPr spcFirstLastPara="1" wrap="square" lIns="91425" tIns="45700" rIns="91425" bIns="45700" anchor="b" anchorCtr="0">
            <a:noAutofit/>
          </a:bodyPr>
          <a:lstStyle>
            <a:lvl1pPr marR="0" lvl="0" algn="l" rtl="0">
              <a:lnSpc>
                <a:spcPct val="100000"/>
              </a:lnSpc>
              <a:spcBef>
                <a:spcPts val="0"/>
              </a:spcBef>
              <a:spcAft>
                <a:spcPts val="0"/>
              </a:spcAft>
              <a:buClr>
                <a:srgbClr val="000000"/>
              </a:buClr>
              <a:buSzPts val="1400"/>
              <a:buFont typeface="Arial"/>
              <a:buNone/>
              <a:defRPr sz="1200" b="0" i="0" u="none" strike="noStrike" cap="none">
                <a:solidFill>
                  <a:schemeClr val="dk1"/>
                </a:solidFill>
                <a:latin typeface="Atkinson Hyperlegible Next"/>
                <a:ea typeface="Calibri"/>
                <a:cs typeface="Calibri"/>
                <a:sym typeface="Calibri"/>
              </a:defRPr>
            </a:lvl1pPr>
            <a:lvl2pPr marR="0" lvl="1"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2pPr>
            <a:lvl3pPr marR="0" lvl="2"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3pPr>
            <a:lvl4pPr marR="0" lvl="3"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4pPr>
            <a:lvl5pPr marR="0" lvl="4"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5pPr>
            <a:lvl6pPr marR="0" lvl="5"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6pPr>
            <a:lvl7pPr marR="0" lvl="6"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7pPr>
            <a:lvl8pPr marR="0" lvl="7"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8pPr>
            <a:lvl9pPr marR="0" lvl="8"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9pPr>
          </a:lstStyle>
          <a:p>
            <a:endParaRPr/>
          </a:p>
        </p:txBody>
      </p:sp>
      <p:sp>
        <p:nvSpPr>
          <p:cNvPr id="8" name="Google Shape;8;n"/>
          <p:cNvSpPr txBox="1">
            <a:spLocks noGrp="1"/>
          </p:cNvSpPr>
          <p:nvPr>
            <p:ph type="sldNum" idx="12"/>
          </p:nvPr>
        </p:nvSpPr>
        <p:spPr>
          <a:xfrm>
            <a:off x="3884613" y="8685213"/>
            <a:ext cx="2971800" cy="458787"/>
          </a:xfrm>
          <a:prstGeom prst="rect">
            <a:avLst/>
          </a:prstGeom>
          <a:noFill/>
          <a:ln>
            <a:noFill/>
          </a:ln>
        </p:spPr>
        <p:txBody>
          <a:bodyPr spcFirstLastPara="1" wrap="square" lIns="91425" tIns="45700" rIns="91425" bIns="45700" anchor="b" anchorCtr="0">
            <a:noAutofit/>
          </a:bodyPr>
          <a:lstStyle/>
          <a:p>
            <a:pPr marL="0" marR="0" lvl="0" indent="0" algn="r" rtl="0">
              <a:lnSpc>
                <a:spcPct val="100000"/>
              </a:lnSpc>
              <a:spcBef>
                <a:spcPts val="0"/>
              </a:spcBef>
              <a:spcAft>
                <a:spcPts val="0"/>
              </a:spcAft>
              <a:buClr>
                <a:srgbClr val="000000"/>
              </a:buClr>
              <a:buSzPts val="1200"/>
              <a:buFont typeface="Arial"/>
              <a:buNone/>
            </a:pPr>
            <a:fld id="{00000000-1234-1234-1234-123412341234}" type="slidenum">
              <a:rPr lang="en-US" sz="1200" b="0" i="0" u="none" strike="noStrike" cap="none">
                <a:solidFill>
                  <a:schemeClr val="dk1"/>
                </a:solidFill>
                <a:latin typeface="Atkinson Hyperlegible Next"/>
                <a:ea typeface="Calibri"/>
                <a:cs typeface="Calibri"/>
                <a:sym typeface="Calibri"/>
              </a:rPr>
              <a:t>‹#›</a:t>
            </a:fld>
            <a:endParaRPr sz="1200" b="0" i="0" u="none" strike="noStrike" cap="none">
              <a:solidFill>
                <a:schemeClr val="dk1"/>
              </a:solidFill>
              <a:latin typeface="Atkinson Hyperlegible Next"/>
              <a:ea typeface="Calibri"/>
              <a:cs typeface="Calibri"/>
              <a:sym typeface="Calibri"/>
            </a:endParaRPr>
          </a:p>
        </p:txBody>
      </p:sp>
    </p:spTree>
  </p:cSld>
  <p:clrMap bg1="lt1" tx1="dk1" bg2="dk2" tx2="lt2" accent1="accent1" accent2="accent2" accent3="accent3" accent4="accent4" accent5="accent5" accent6="accent6" hlink="hlink" folHlink="folHlink"/>
  <p:notes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2" Type="http://schemas.openxmlformats.org/officeDocument/2006/relationships/slide" Target="../slides/slide24.xml"/><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2" Type="http://schemas.openxmlformats.org/officeDocument/2006/relationships/slide" Target="../slides/slide25.xml"/><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2" Type="http://schemas.openxmlformats.org/officeDocument/2006/relationships/slide" Target="../slides/slide26.xml"/><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2" Type="http://schemas.openxmlformats.org/officeDocument/2006/relationships/slide" Target="../slides/slide27.xml"/><Relationship Id="rId1"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2" Type="http://schemas.openxmlformats.org/officeDocument/2006/relationships/slide" Target="../slides/slide28.xml"/><Relationship Id="rId1" Type="http://schemas.openxmlformats.org/officeDocument/2006/relationships/notesMaster" Target="../notesMasters/notesMaster1.xml"/></Relationships>
</file>

<file path=ppt/notesSlides/_rels/notesSlide29.xml.rels><?xml version="1.0" encoding="UTF-8" standalone="yes"?>
<Relationships xmlns="http://schemas.openxmlformats.org/package/2006/relationships"><Relationship Id="rId2" Type="http://schemas.openxmlformats.org/officeDocument/2006/relationships/slide" Target="../slides/slide29.xml"/><Relationship Id="rId1" Type="http://schemas.openxmlformats.org/officeDocument/2006/relationships/notesMaster" Target="../notesMasters/notesMaster1.xml"/></Relationships>
</file>

<file path=ppt/notesSlides/_rels/notesSlide30.xml.rels><?xml version="1.0" encoding="UTF-8" standalone="yes"?>
<Relationships xmlns="http://schemas.openxmlformats.org/package/2006/relationships"><Relationship Id="rId2" Type="http://schemas.openxmlformats.org/officeDocument/2006/relationships/slide" Target="../slides/slide30.xml"/><Relationship Id="rId1" Type="http://schemas.openxmlformats.org/officeDocument/2006/relationships/notesMaster" Target="../notesMasters/notesMaster1.xml"/></Relationships>
</file>

<file path=ppt/notesSlides/_rels/notesSlide31.xml.rels><?xml version="1.0" encoding="UTF-8" standalone="yes"?>
<Relationships xmlns="http://schemas.openxmlformats.org/package/2006/relationships"><Relationship Id="rId2" Type="http://schemas.openxmlformats.org/officeDocument/2006/relationships/slide" Target="../slides/slide31.xml"/><Relationship Id="rId1" Type="http://schemas.openxmlformats.org/officeDocument/2006/relationships/notesMaster" Target="../notesMasters/notesMaster1.xml"/></Relationships>
</file>

<file path=ppt/notesSlides/_rels/notesSlide32.xml.rels><?xml version="1.0" encoding="UTF-8" standalone="yes"?>
<Relationships xmlns="http://schemas.openxmlformats.org/package/2006/relationships"><Relationship Id="rId2" Type="http://schemas.openxmlformats.org/officeDocument/2006/relationships/slide" Target="../slides/slide32.xml"/><Relationship Id="rId1" Type="http://schemas.openxmlformats.org/officeDocument/2006/relationships/notesMaster" Target="../notesMasters/notesMaster1.xml"/></Relationships>
</file>

<file path=ppt/notesSlides/_rels/notesSlide33.xml.rels><?xml version="1.0" encoding="UTF-8" standalone="yes"?>
<Relationships xmlns="http://schemas.openxmlformats.org/package/2006/relationships"><Relationship Id="rId2" Type="http://schemas.openxmlformats.org/officeDocument/2006/relationships/slide" Target="../slides/slide33.xml"/><Relationship Id="rId1" Type="http://schemas.openxmlformats.org/officeDocument/2006/relationships/notesMaster" Target="../notesMasters/notesMaster1.xml"/></Relationships>
</file>

<file path=ppt/notesSlides/_rels/notesSlide34.xml.rels><?xml version="1.0" encoding="UTF-8" standalone="yes"?>
<Relationships xmlns="http://schemas.openxmlformats.org/package/2006/relationships"><Relationship Id="rId2" Type="http://schemas.openxmlformats.org/officeDocument/2006/relationships/slide" Target="../slides/slide34.xml"/><Relationship Id="rId1" Type="http://schemas.openxmlformats.org/officeDocument/2006/relationships/notesMaster" Target="../notesMasters/notesMaster1.xml"/></Relationships>
</file>

<file path=ppt/notesSlides/_rels/notesSlide35.xml.rels><?xml version="1.0" encoding="UTF-8" standalone="yes"?>
<Relationships xmlns="http://schemas.openxmlformats.org/package/2006/relationships"><Relationship Id="rId2" Type="http://schemas.openxmlformats.org/officeDocument/2006/relationships/slide" Target="../slides/slide35.xml"/><Relationship Id="rId1" Type="http://schemas.openxmlformats.org/officeDocument/2006/relationships/notesMaster" Target="../notesMasters/notesMaster1.xml"/></Relationships>
</file>

<file path=ppt/notesSlides/_rels/notesSlide36.xml.rels><?xml version="1.0" encoding="UTF-8" standalone="yes"?>
<Relationships xmlns="http://schemas.openxmlformats.org/package/2006/relationships"><Relationship Id="rId2" Type="http://schemas.openxmlformats.org/officeDocument/2006/relationships/slide" Target="../slides/slide36.xml"/><Relationship Id="rId1" Type="http://schemas.openxmlformats.org/officeDocument/2006/relationships/notesMaster" Target="../notesMasters/notesMaster1.xml"/></Relationships>
</file>

<file path=ppt/notesSlides/_rels/notesSlide37.xml.rels><?xml version="1.0" encoding="UTF-8" standalone="yes"?>
<Relationships xmlns="http://schemas.openxmlformats.org/package/2006/relationships"><Relationship Id="rId2" Type="http://schemas.openxmlformats.org/officeDocument/2006/relationships/slide" Target="../slides/slide37.xml"/><Relationship Id="rId1" Type="http://schemas.openxmlformats.org/officeDocument/2006/relationships/notesMaster" Target="../notesMasters/notesMaster1.xml"/></Relationships>
</file>

<file path=ppt/notesSlides/_rels/notesSlide38.xml.rels><?xml version="1.0" encoding="UTF-8" standalone="yes"?>
<Relationships xmlns="http://schemas.openxmlformats.org/package/2006/relationships"><Relationship Id="rId2" Type="http://schemas.openxmlformats.org/officeDocument/2006/relationships/slide" Target="../slides/slide38.xml"/><Relationship Id="rId1" Type="http://schemas.openxmlformats.org/officeDocument/2006/relationships/notesMaster" Target="../notesMasters/notesMaster1.xml"/></Relationships>
</file>

<file path=ppt/notesSlides/_rels/notesSlide39.xml.rels><?xml version="1.0" encoding="UTF-8" standalone="yes"?>
<Relationships xmlns="http://schemas.openxmlformats.org/package/2006/relationships"><Relationship Id="rId2" Type="http://schemas.openxmlformats.org/officeDocument/2006/relationships/slide" Target="../slides/slide39.xml"/><Relationship Id="rId1" Type="http://schemas.openxmlformats.org/officeDocument/2006/relationships/notesMaster" Target="../notesMasters/notesMaster1.xml"/></Relationships>
</file>

<file path=ppt/notesSlides/_rels/notesSlide40.xml.rels><?xml version="1.0" encoding="UTF-8" standalone="yes"?>
<Relationships xmlns="http://schemas.openxmlformats.org/package/2006/relationships"><Relationship Id="rId2" Type="http://schemas.openxmlformats.org/officeDocument/2006/relationships/slide" Target="../slides/slide40.xml"/><Relationship Id="rId1" Type="http://schemas.openxmlformats.org/officeDocument/2006/relationships/notesMaster" Target="../notesMasters/notesMaster1.xml"/></Relationships>
</file>

<file path=ppt/notesSlides/_rels/notesSlide41.xml.rels><?xml version="1.0" encoding="UTF-8" standalone="yes"?>
<Relationships xmlns="http://schemas.openxmlformats.org/package/2006/relationships"><Relationship Id="rId2" Type="http://schemas.openxmlformats.org/officeDocument/2006/relationships/slide" Target="../slides/slide41.xml"/><Relationship Id="rId1" Type="http://schemas.openxmlformats.org/officeDocument/2006/relationships/notesMaster" Target="../notesMasters/notesMaster1.xml"/></Relationships>
</file>

<file path=ppt/notesSlides/_rels/notesSlide42.xml.rels><?xml version="1.0" encoding="UTF-8" standalone="yes"?>
<Relationships xmlns="http://schemas.openxmlformats.org/package/2006/relationships"><Relationship Id="rId2" Type="http://schemas.openxmlformats.org/officeDocument/2006/relationships/slide" Target="../slides/slide42.xml"/><Relationship Id="rId1" Type="http://schemas.openxmlformats.org/officeDocument/2006/relationships/notesMaster" Target="../notesMasters/notesMaster1.xml"/></Relationships>
</file>

<file path=ppt/notesSlides/_rels/notesSlide43.xml.rels><?xml version="1.0" encoding="UTF-8" standalone="yes"?>
<Relationships xmlns="http://schemas.openxmlformats.org/package/2006/relationships"><Relationship Id="rId2" Type="http://schemas.openxmlformats.org/officeDocument/2006/relationships/slide" Target="../slides/slide43.xml"/><Relationship Id="rId1" Type="http://schemas.openxmlformats.org/officeDocument/2006/relationships/notesMaster" Target="../notesMasters/notesMaster1.xml"/></Relationships>
</file>

<file path=ppt/notesSlides/_rels/notesSlide44.xml.rels><?xml version="1.0" encoding="UTF-8" standalone="yes"?>
<Relationships xmlns="http://schemas.openxmlformats.org/package/2006/relationships"><Relationship Id="rId2" Type="http://schemas.openxmlformats.org/officeDocument/2006/relationships/slide" Target="../slides/slide44.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78"/>
        <p:cNvGrpSpPr/>
        <p:nvPr/>
      </p:nvGrpSpPr>
      <p:grpSpPr>
        <a:xfrm>
          <a:off x="0" y="0"/>
          <a:ext cx="0" cy="0"/>
          <a:chOff x="0" y="0"/>
          <a:chExt cx="0" cy="0"/>
        </a:xfrm>
      </p:grpSpPr>
      <p:sp>
        <p:nvSpPr>
          <p:cNvPr id="79" name="Google Shape;79;p26: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80" name="Google Shape;80;p26:notes"/>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p:spPr>
        <p:txBody>
          <a:bodyPr/>
          <a:lstStyle/>
          <a:p>
            <a:endParaRPr lang="en-US"/>
          </a:p>
        </p:txBody>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8CE7E3B5-49B9-1887-BB3D-532FE9FF8592}"/>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15B324B9-F340-1116-1318-88A50BDE8BC8}"/>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F0993868-158A-56AF-D3A1-6FFF7658AE6E}"/>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txBody>
          <a:bodyPr/>
          <a:lstStyle/>
          <a:p>
            <a:endParaRPr lang="en-US"/>
          </a:p>
        </p:txBody>
      </p:sp>
    </p:spTree>
    <p:extLst>
      <p:ext uri="{BB962C8B-B14F-4D97-AF65-F5344CB8AC3E}">
        <p14:creationId xmlns:p14="http://schemas.microsoft.com/office/powerpoint/2010/main" val="4254054395"/>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6F004519-0EAD-FA0D-DE7A-BBED69225C08}"/>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79E58F23-9AF7-DB67-E863-18BBB13641E7}"/>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dirty="0"/>
          </a:p>
        </p:txBody>
      </p:sp>
      <p:sp>
        <p:nvSpPr>
          <p:cNvPr id="116" name="Google Shape;116;p29:notes">
            <a:extLst>
              <a:ext uri="{FF2B5EF4-FFF2-40B4-BE49-F238E27FC236}">
                <a16:creationId xmlns:a16="http://schemas.microsoft.com/office/drawing/2014/main" id="{3C79A737-144F-41FB-6FD9-A9EBE11C9500}"/>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txBody>
          <a:bodyPr/>
          <a:lstStyle/>
          <a:p>
            <a:endParaRPr lang="en-US"/>
          </a:p>
        </p:txBody>
      </p:sp>
    </p:spTree>
    <p:extLst>
      <p:ext uri="{BB962C8B-B14F-4D97-AF65-F5344CB8AC3E}">
        <p14:creationId xmlns:p14="http://schemas.microsoft.com/office/powerpoint/2010/main" val="207719175"/>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5">
          <a:extLst>
            <a:ext uri="{FF2B5EF4-FFF2-40B4-BE49-F238E27FC236}">
              <a16:creationId xmlns:a16="http://schemas.microsoft.com/office/drawing/2014/main" id="{AF9ED5EC-765E-DDD7-332B-8A00B0540F98}"/>
            </a:ext>
          </a:extLst>
        </p:cNvPr>
        <p:cNvGrpSpPr/>
        <p:nvPr/>
      </p:nvGrpSpPr>
      <p:grpSpPr>
        <a:xfrm>
          <a:off x="0" y="0"/>
          <a:ext cx="0" cy="0"/>
          <a:chOff x="0" y="0"/>
          <a:chExt cx="0" cy="0"/>
        </a:xfrm>
      </p:grpSpPr>
      <p:sp>
        <p:nvSpPr>
          <p:cNvPr id="86" name="Google Shape;86;p27:notes">
            <a:extLst>
              <a:ext uri="{FF2B5EF4-FFF2-40B4-BE49-F238E27FC236}">
                <a16:creationId xmlns:a16="http://schemas.microsoft.com/office/drawing/2014/main" id="{5154540A-10BF-B029-D910-A380E44E1A04}"/>
              </a:ext>
            </a:extLst>
          </p:cNvPr>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87" name="Google Shape;87;p27:notes">
            <a:extLst>
              <a:ext uri="{FF2B5EF4-FFF2-40B4-BE49-F238E27FC236}">
                <a16:creationId xmlns:a16="http://schemas.microsoft.com/office/drawing/2014/main" id="{D65677FB-0014-3040-C794-160B4CD86AA2}"/>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p:spPr>
        <p:txBody>
          <a:bodyPr/>
          <a:lstStyle/>
          <a:p>
            <a:endParaRPr lang="en-US"/>
          </a:p>
        </p:txBody>
      </p:sp>
    </p:spTree>
    <p:extLst>
      <p:ext uri="{BB962C8B-B14F-4D97-AF65-F5344CB8AC3E}">
        <p14:creationId xmlns:p14="http://schemas.microsoft.com/office/powerpoint/2010/main" val="4025381610"/>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0"/>
        <p:cNvGrpSpPr/>
        <p:nvPr/>
      </p:nvGrpSpPr>
      <p:grpSpPr>
        <a:xfrm>
          <a:off x="0" y="0"/>
          <a:ext cx="0" cy="0"/>
          <a:chOff x="0" y="0"/>
          <a:chExt cx="0" cy="0"/>
        </a:xfrm>
      </p:grpSpPr>
      <p:sp>
        <p:nvSpPr>
          <p:cNvPr id="101" name="Google Shape;101;p28: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102" name="Google Shape;102;p28:notes"/>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p:spPr>
        <p:txBody>
          <a:bodyPr/>
          <a:lstStyle/>
          <a:p>
            <a:endParaRPr lang="en-US"/>
          </a:p>
        </p:txBody>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D298137B-7DAA-9A50-71C4-FC55CDC8CD01}"/>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337DB962-8E1D-D8B2-EA44-B0D388CE43A4}"/>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70FFEDAA-13A7-8EF9-E3D2-6527A8F5718B}"/>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txBody>
          <a:bodyPr/>
          <a:lstStyle/>
          <a:p>
            <a:endParaRPr lang="en-US"/>
          </a:p>
        </p:txBody>
      </p:sp>
    </p:spTree>
    <p:extLst>
      <p:ext uri="{BB962C8B-B14F-4D97-AF65-F5344CB8AC3E}">
        <p14:creationId xmlns:p14="http://schemas.microsoft.com/office/powerpoint/2010/main" val="838960780"/>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416ADE6F-99B4-9799-2C41-4011DF8B3C38}"/>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0A369389-D210-000B-6FED-F008667A34E9}"/>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25D55EF0-218F-71C2-453B-6639DB719DE4}"/>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txBody>
          <a:bodyPr/>
          <a:lstStyle/>
          <a:p>
            <a:endParaRPr lang="en-US"/>
          </a:p>
        </p:txBody>
      </p:sp>
    </p:spTree>
    <p:extLst>
      <p:ext uri="{BB962C8B-B14F-4D97-AF65-F5344CB8AC3E}">
        <p14:creationId xmlns:p14="http://schemas.microsoft.com/office/powerpoint/2010/main" val="84915677"/>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66E2BE17-991A-AC6E-BA8B-434897DBFBC4}"/>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8790597E-F7E7-34EB-3971-CBD5DFB29293}"/>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5DADBA60-6486-DBA1-C367-658AA5E2A250}"/>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txBody>
          <a:bodyPr/>
          <a:lstStyle/>
          <a:p>
            <a:endParaRPr lang="en-US"/>
          </a:p>
        </p:txBody>
      </p:sp>
    </p:spTree>
    <p:extLst>
      <p:ext uri="{BB962C8B-B14F-4D97-AF65-F5344CB8AC3E}">
        <p14:creationId xmlns:p14="http://schemas.microsoft.com/office/powerpoint/2010/main" val="121154102"/>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0E2F57B8-6FC4-8816-4B2E-FA116D5A38FA}"/>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5F5461E9-4CC0-00FA-DE74-4ACADC129601}"/>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9319DDE7-BB41-407B-7F40-F49FA674B41D}"/>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txBody>
          <a:bodyPr/>
          <a:lstStyle/>
          <a:p>
            <a:endParaRPr lang="en-US"/>
          </a:p>
        </p:txBody>
      </p:sp>
    </p:spTree>
    <p:extLst>
      <p:ext uri="{BB962C8B-B14F-4D97-AF65-F5344CB8AC3E}">
        <p14:creationId xmlns:p14="http://schemas.microsoft.com/office/powerpoint/2010/main" val="4284655038"/>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0">
          <a:extLst>
            <a:ext uri="{FF2B5EF4-FFF2-40B4-BE49-F238E27FC236}">
              <a16:creationId xmlns:a16="http://schemas.microsoft.com/office/drawing/2014/main" id="{9629B90F-AEED-6D2A-C4D1-373A28E62258}"/>
            </a:ext>
          </a:extLst>
        </p:cNvPr>
        <p:cNvGrpSpPr/>
        <p:nvPr/>
      </p:nvGrpSpPr>
      <p:grpSpPr>
        <a:xfrm>
          <a:off x="0" y="0"/>
          <a:ext cx="0" cy="0"/>
          <a:chOff x="0" y="0"/>
          <a:chExt cx="0" cy="0"/>
        </a:xfrm>
      </p:grpSpPr>
      <p:sp>
        <p:nvSpPr>
          <p:cNvPr id="101" name="Google Shape;101;p28:notes">
            <a:extLst>
              <a:ext uri="{FF2B5EF4-FFF2-40B4-BE49-F238E27FC236}">
                <a16:creationId xmlns:a16="http://schemas.microsoft.com/office/drawing/2014/main" id="{038B84F7-766E-12E2-9609-077DFC5368D4}"/>
              </a:ext>
            </a:extLst>
          </p:cNvPr>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102" name="Google Shape;102;p28:notes">
            <a:extLst>
              <a:ext uri="{FF2B5EF4-FFF2-40B4-BE49-F238E27FC236}">
                <a16:creationId xmlns:a16="http://schemas.microsoft.com/office/drawing/2014/main" id="{CDEC1A56-CDF7-F517-C18C-1795CA3683D9}"/>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p:spPr>
        <p:txBody>
          <a:bodyPr/>
          <a:lstStyle/>
          <a:p>
            <a:endParaRPr lang="en-US"/>
          </a:p>
        </p:txBody>
      </p:sp>
    </p:spTree>
    <p:extLst>
      <p:ext uri="{BB962C8B-B14F-4D97-AF65-F5344CB8AC3E}">
        <p14:creationId xmlns:p14="http://schemas.microsoft.com/office/powerpoint/2010/main" val="4206589532"/>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133FA637-0439-F11E-FC41-00BE39636F98}"/>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0448DA76-D773-63C1-8561-3C90018F2BE5}"/>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98ACE637-18D0-AA1A-0D9D-66DEC2A5C9E0}"/>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txBody>
          <a:bodyPr/>
          <a:lstStyle/>
          <a:p>
            <a:endParaRPr lang="en-US"/>
          </a:p>
        </p:txBody>
      </p:sp>
    </p:spTree>
    <p:extLst>
      <p:ext uri="{BB962C8B-B14F-4D97-AF65-F5344CB8AC3E}">
        <p14:creationId xmlns:p14="http://schemas.microsoft.com/office/powerpoint/2010/main" val="87069060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450676D7-CA51-711C-DCBA-CA23123F9B81}"/>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BBC25D65-D0BC-EEA2-8AB3-4607DBB004C5}"/>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926FB0F6-F093-428E-E600-A44A654298CC}"/>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txBody>
          <a:bodyPr/>
          <a:lstStyle/>
          <a:p>
            <a:endParaRPr lang="en-US"/>
          </a:p>
        </p:txBody>
      </p:sp>
    </p:spTree>
    <p:extLst>
      <p:ext uri="{BB962C8B-B14F-4D97-AF65-F5344CB8AC3E}">
        <p14:creationId xmlns:p14="http://schemas.microsoft.com/office/powerpoint/2010/main" val="130993822"/>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8A065E7A-9B1B-1BE2-29D0-EC233898063D}"/>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EBC5960F-F261-E5F4-4CE0-84AB4372099C}"/>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93F2467D-238F-9E12-1412-52E3CB32E4FF}"/>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txBody>
          <a:bodyPr/>
          <a:lstStyle/>
          <a:p>
            <a:endParaRPr lang="en-US"/>
          </a:p>
        </p:txBody>
      </p:sp>
    </p:spTree>
    <p:extLst>
      <p:ext uri="{BB962C8B-B14F-4D97-AF65-F5344CB8AC3E}">
        <p14:creationId xmlns:p14="http://schemas.microsoft.com/office/powerpoint/2010/main" val="1457284032"/>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183E4A19-1592-C1FF-233B-4A66CC4DCDC2}"/>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3B04DDF6-E088-AF65-8521-E66E0D7A101A}"/>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E183102D-96FD-5A81-C202-D4DE83FB7815}"/>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txBody>
          <a:bodyPr/>
          <a:lstStyle/>
          <a:p>
            <a:endParaRPr lang="en-US"/>
          </a:p>
        </p:txBody>
      </p:sp>
    </p:spTree>
    <p:extLst>
      <p:ext uri="{BB962C8B-B14F-4D97-AF65-F5344CB8AC3E}">
        <p14:creationId xmlns:p14="http://schemas.microsoft.com/office/powerpoint/2010/main" val="1111615802"/>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ADA2C574-8CDF-366C-E8A4-99F91803E7D4}"/>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1184EE58-3E4B-F2AE-BB3C-609F2533DA85}"/>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74664311-18C5-0F05-9CDF-5C306D7ECC50}"/>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txBody>
          <a:bodyPr/>
          <a:lstStyle/>
          <a:p>
            <a:endParaRPr lang="en-US"/>
          </a:p>
        </p:txBody>
      </p:sp>
    </p:spTree>
    <p:extLst>
      <p:ext uri="{BB962C8B-B14F-4D97-AF65-F5344CB8AC3E}">
        <p14:creationId xmlns:p14="http://schemas.microsoft.com/office/powerpoint/2010/main" val="3763843250"/>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0">
          <a:extLst>
            <a:ext uri="{FF2B5EF4-FFF2-40B4-BE49-F238E27FC236}">
              <a16:creationId xmlns:a16="http://schemas.microsoft.com/office/drawing/2014/main" id="{8BAA1647-7AFD-8C69-8777-23320392AFA5}"/>
            </a:ext>
          </a:extLst>
        </p:cNvPr>
        <p:cNvGrpSpPr/>
        <p:nvPr/>
      </p:nvGrpSpPr>
      <p:grpSpPr>
        <a:xfrm>
          <a:off x="0" y="0"/>
          <a:ext cx="0" cy="0"/>
          <a:chOff x="0" y="0"/>
          <a:chExt cx="0" cy="0"/>
        </a:xfrm>
      </p:grpSpPr>
      <p:sp>
        <p:nvSpPr>
          <p:cNvPr id="101" name="Google Shape;101;p28:notes">
            <a:extLst>
              <a:ext uri="{FF2B5EF4-FFF2-40B4-BE49-F238E27FC236}">
                <a16:creationId xmlns:a16="http://schemas.microsoft.com/office/drawing/2014/main" id="{9127593A-FFC2-A1E5-D8FE-10156F648A7D}"/>
              </a:ext>
            </a:extLst>
          </p:cNvPr>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102" name="Google Shape;102;p28:notes">
            <a:extLst>
              <a:ext uri="{FF2B5EF4-FFF2-40B4-BE49-F238E27FC236}">
                <a16:creationId xmlns:a16="http://schemas.microsoft.com/office/drawing/2014/main" id="{FCB4D3AB-46BA-6543-F507-39CFB0966D54}"/>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p:spPr>
        <p:txBody>
          <a:bodyPr/>
          <a:lstStyle/>
          <a:p>
            <a:endParaRPr lang="en-US"/>
          </a:p>
        </p:txBody>
      </p:sp>
    </p:spTree>
    <p:extLst>
      <p:ext uri="{BB962C8B-B14F-4D97-AF65-F5344CB8AC3E}">
        <p14:creationId xmlns:p14="http://schemas.microsoft.com/office/powerpoint/2010/main" val="4286245002"/>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B7267AB2-1EDD-C257-91E8-5B67E5155286}"/>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3A4C20FB-E18B-8DB2-5D57-2D25B08BEA16}"/>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2A1BA117-4661-1140-864D-CF605EFC9D36}"/>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txBody>
          <a:bodyPr/>
          <a:lstStyle/>
          <a:p>
            <a:endParaRPr lang="en-US"/>
          </a:p>
        </p:txBody>
      </p:sp>
    </p:spTree>
    <p:extLst>
      <p:ext uri="{BB962C8B-B14F-4D97-AF65-F5344CB8AC3E}">
        <p14:creationId xmlns:p14="http://schemas.microsoft.com/office/powerpoint/2010/main" val="201907626"/>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E82EE4C7-F28C-4531-F5EC-CE414315781C}"/>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D8F2C6C4-6E9C-B070-9F42-C92C5D34C4A1}"/>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11EBADFD-3A76-CE3A-FDE3-2F8F585F100E}"/>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txBody>
          <a:bodyPr/>
          <a:lstStyle/>
          <a:p>
            <a:endParaRPr lang="en-US"/>
          </a:p>
        </p:txBody>
      </p:sp>
    </p:spTree>
    <p:extLst>
      <p:ext uri="{BB962C8B-B14F-4D97-AF65-F5344CB8AC3E}">
        <p14:creationId xmlns:p14="http://schemas.microsoft.com/office/powerpoint/2010/main" val="2506137385"/>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1DDA1FDB-7425-9853-8F45-350431219278}"/>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A9A8E59B-DDF3-86E7-EC87-2D923B6A87DF}"/>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5F30CBD0-D2A6-6D75-7CFE-4A5994C42FF3}"/>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txBody>
          <a:bodyPr/>
          <a:lstStyle/>
          <a:p>
            <a:endParaRPr lang="en-US"/>
          </a:p>
        </p:txBody>
      </p:sp>
    </p:spTree>
    <p:extLst>
      <p:ext uri="{BB962C8B-B14F-4D97-AF65-F5344CB8AC3E}">
        <p14:creationId xmlns:p14="http://schemas.microsoft.com/office/powerpoint/2010/main" val="851167976"/>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53BD9398-5BDA-0E67-C7AC-6E024246CF96}"/>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320DC48E-85DE-C25C-5496-300727C86B29}"/>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D2164087-A1F3-1C69-5DEC-68943630AA90}"/>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txBody>
          <a:bodyPr/>
          <a:lstStyle/>
          <a:p>
            <a:endParaRPr lang="en-US"/>
          </a:p>
        </p:txBody>
      </p:sp>
    </p:spTree>
    <p:extLst>
      <p:ext uri="{BB962C8B-B14F-4D97-AF65-F5344CB8AC3E}">
        <p14:creationId xmlns:p14="http://schemas.microsoft.com/office/powerpoint/2010/main" val="2048168502"/>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FFF3416C-30A2-5FCF-D3E6-2DF45F8E24CD}"/>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324E7D71-DD8C-6493-4EC4-304B20F1DB2C}"/>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7CE07802-0D73-89D6-A9D9-01B9B4BDD295}"/>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txBody>
          <a:bodyPr/>
          <a:lstStyle/>
          <a:p>
            <a:endParaRPr lang="en-US"/>
          </a:p>
        </p:txBody>
      </p:sp>
    </p:spTree>
    <p:extLst>
      <p:ext uri="{BB962C8B-B14F-4D97-AF65-F5344CB8AC3E}">
        <p14:creationId xmlns:p14="http://schemas.microsoft.com/office/powerpoint/2010/main" val="823521656"/>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458FF9FA-2587-BA16-AD7D-82BACCB28D14}"/>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EAB974A6-4AF4-F075-F44A-37069C1F7B6B}"/>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8EA94773-F84B-E818-0EF6-052FDE0C0373}"/>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txBody>
          <a:bodyPr/>
          <a:lstStyle/>
          <a:p>
            <a:endParaRPr lang="en-US"/>
          </a:p>
        </p:txBody>
      </p:sp>
    </p:spTree>
    <p:extLst>
      <p:ext uri="{BB962C8B-B14F-4D97-AF65-F5344CB8AC3E}">
        <p14:creationId xmlns:p14="http://schemas.microsoft.com/office/powerpoint/2010/main" val="4016536176"/>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8112C749-CD49-C280-0A80-1E6373FC0819}"/>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728E87AB-3D3D-321A-7381-8C20E334ABE2}"/>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F6CF677D-8C39-B695-BD35-7C07FA85EDDA}"/>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txBody>
          <a:bodyPr/>
          <a:lstStyle/>
          <a:p>
            <a:endParaRPr lang="en-US"/>
          </a:p>
        </p:txBody>
      </p:sp>
    </p:spTree>
    <p:extLst>
      <p:ext uri="{BB962C8B-B14F-4D97-AF65-F5344CB8AC3E}">
        <p14:creationId xmlns:p14="http://schemas.microsoft.com/office/powerpoint/2010/main" val="1708541202"/>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BA843B6A-12DA-A916-89FE-6DF458FFD087}"/>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8241FCD8-01F1-A6E8-72BC-793B7BD81841}"/>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1FEFEB9D-9A15-E4B9-167F-D55CBE178B03}"/>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txBody>
          <a:bodyPr/>
          <a:lstStyle/>
          <a:p>
            <a:endParaRPr lang="en-US"/>
          </a:p>
        </p:txBody>
      </p:sp>
    </p:spTree>
    <p:extLst>
      <p:ext uri="{BB962C8B-B14F-4D97-AF65-F5344CB8AC3E}">
        <p14:creationId xmlns:p14="http://schemas.microsoft.com/office/powerpoint/2010/main" val="341104667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35D3E2B5-B574-0671-916C-E16D9DB0F327}"/>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89099826-4582-1846-24EF-D688768C63B2}"/>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9564BAC7-FDE4-4959-1E9F-0B2FDA16DF0A}"/>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txBody>
          <a:bodyPr/>
          <a:lstStyle/>
          <a:p>
            <a:endParaRPr lang="en-US"/>
          </a:p>
        </p:txBody>
      </p:sp>
    </p:spTree>
    <p:extLst>
      <p:ext uri="{BB962C8B-B14F-4D97-AF65-F5344CB8AC3E}">
        <p14:creationId xmlns:p14="http://schemas.microsoft.com/office/powerpoint/2010/main" val="2316152319"/>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1E46754C-2C13-23F7-9D88-55E7FCC2D5FF}"/>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C980362C-5154-22A4-7761-AF4948754943}"/>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39A7E3E6-863D-2C2F-D18C-2ED07AD614D1}"/>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txBody>
          <a:bodyPr/>
          <a:lstStyle/>
          <a:p>
            <a:endParaRPr lang="en-US"/>
          </a:p>
        </p:txBody>
      </p:sp>
    </p:spTree>
    <p:extLst>
      <p:ext uri="{BB962C8B-B14F-4D97-AF65-F5344CB8AC3E}">
        <p14:creationId xmlns:p14="http://schemas.microsoft.com/office/powerpoint/2010/main" val="3867075227"/>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F1C32B8D-9D52-9A44-3C67-CAF170BCCD42}"/>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BC51AF31-95A2-66C8-CBBB-FD1A2976F1C8}"/>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0F9D91DE-5183-E53A-BE47-8BEC2CFF5175}"/>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txBody>
          <a:bodyPr/>
          <a:lstStyle/>
          <a:p>
            <a:endParaRPr lang="en-US"/>
          </a:p>
        </p:txBody>
      </p:sp>
    </p:spTree>
    <p:extLst>
      <p:ext uri="{BB962C8B-B14F-4D97-AF65-F5344CB8AC3E}">
        <p14:creationId xmlns:p14="http://schemas.microsoft.com/office/powerpoint/2010/main" val="1689739140"/>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D93A133D-F0C6-69E5-2C76-8DF27243AA6B}"/>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DEB50B19-F3D7-6383-D131-D897C029E016}"/>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CADA42AF-4DD3-AE9E-00F9-FCBFD52E2239}"/>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txBody>
          <a:bodyPr/>
          <a:lstStyle/>
          <a:p>
            <a:endParaRPr lang="en-US"/>
          </a:p>
        </p:txBody>
      </p:sp>
    </p:spTree>
    <p:extLst>
      <p:ext uri="{BB962C8B-B14F-4D97-AF65-F5344CB8AC3E}">
        <p14:creationId xmlns:p14="http://schemas.microsoft.com/office/powerpoint/2010/main" val="1389539610"/>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511B0C1D-1601-A1BF-26B3-4FBF2FCD2CD8}"/>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9E98AB75-E9FB-4F91-B6AD-0A2A924D22CF}"/>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AE173565-8872-FD39-7C5D-E82C8C027ACE}"/>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txBody>
          <a:bodyPr/>
          <a:lstStyle/>
          <a:p>
            <a:endParaRPr lang="en-US"/>
          </a:p>
        </p:txBody>
      </p:sp>
    </p:spTree>
    <p:extLst>
      <p:ext uri="{BB962C8B-B14F-4D97-AF65-F5344CB8AC3E}">
        <p14:creationId xmlns:p14="http://schemas.microsoft.com/office/powerpoint/2010/main" val="362800410"/>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707CA29D-7492-A28D-FD93-914E74AA94D3}"/>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04DEAE0E-B773-1EC4-1432-01EF27253188}"/>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D850C2E8-B8FA-F2C9-4B0B-58D2E1E40BEC}"/>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txBody>
          <a:bodyPr/>
          <a:lstStyle/>
          <a:p>
            <a:endParaRPr lang="en-US"/>
          </a:p>
        </p:txBody>
      </p:sp>
    </p:spTree>
    <p:extLst>
      <p:ext uri="{BB962C8B-B14F-4D97-AF65-F5344CB8AC3E}">
        <p14:creationId xmlns:p14="http://schemas.microsoft.com/office/powerpoint/2010/main" val="2409786937"/>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F290AC5A-D8BC-6046-D284-93579E4FCB45}"/>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6F7795E5-4A6D-7AA3-98D0-145A880FD14C}"/>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3E8C737D-B38F-CD0F-8195-F5AB1411D759}"/>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txBody>
          <a:bodyPr/>
          <a:lstStyle/>
          <a:p>
            <a:endParaRPr lang="en-US"/>
          </a:p>
        </p:txBody>
      </p:sp>
    </p:spTree>
    <p:extLst>
      <p:ext uri="{BB962C8B-B14F-4D97-AF65-F5344CB8AC3E}">
        <p14:creationId xmlns:p14="http://schemas.microsoft.com/office/powerpoint/2010/main" val="3823685879"/>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CF361C8D-2524-0265-3FAC-1937E94E04F2}"/>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6966F5CB-02B8-288C-32DA-BB1FE60B2677}"/>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2FD6FB82-FEFC-D2AB-089C-FA8A11C22D93}"/>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txBody>
          <a:bodyPr/>
          <a:lstStyle/>
          <a:p>
            <a:endParaRPr lang="en-US"/>
          </a:p>
        </p:txBody>
      </p:sp>
    </p:spTree>
    <p:extLst>
      <p:ext uri="{BB962C8B-B14F-4D97-AF65-F5344CB8AC3E}">
        <p14:creationId xmlns:p14="http://schemas.microsoft.com/office/powerpoint/2010/main" val="1562280895"/>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0">
          <a:extLst>
            <a:ext uri="{FF2B5EF4-FFF2-40B4-BE49-F238E27FC236}">
              <a16:creationId xmlns:a16="http://schemas.microsoft.com/office/drawing/2014/main" id="{2ED60DE2-85D4-EE3A-AF2C-EAF42D8979F3}"/>
            </a:ext>
          </a:extLst>
        </p:cNvPr>
        <p:cNvGrpSpPr/>
        <p:nvPr/>
      </p:nvGrpSpPr>
      <p:grpSpPr>
        <a:xfrm>
          <a:off x="0" y="0"/>
          <a:ext cx="0" cy="0"/>
          <a:chOff x="0" y="0"/>
          <a:chExt cx="0" cy="0"/>
        </a:xfrm>
      </p:grpSpPr>
      <p:sp>
        <p:nvSpPr>
          <p:cNvPr id="101" name="Google Shape;101;p28:notes">
            <a:extLst>
              <a:ext uri="{FF2B5EF4-FFF2-40B4-BE49-F238E27FC236}">
                <a16:creationId xmlns:a16="http://schemas.microsoft.com/office/drawing/2014/main" id="{0C1CDADA-8CA3-7C95-EB4F-F32BD3033619}"/>
              </a:ext>
            </a:extLst>
          </p:cNvPr>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102" name="Google Shape;102;p28:notes">
            <a:extLst>
              <a:ext uri="{FF2B5EF4-FFF2-40B4-BE49-F238E27FC236}">
                <a16:creationId xmlns:a16="http://schemas.microsoft.com/office/drawing/2014/main" id="{2F3976DB-20C6-71C1-7299-42DD69AE0A46}"/>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p:spPr>
        <p:txBody>
          <a:bodyPr/>
          <a:lstStyle/>
          <a:p>
            <a:endParaRPr lang="en-US"/>
          </a:p>
        </p:txBody>
      </p:sp>
    </p:spTree>
    <p:extLst>
      <p:ext uri="{BB962C8B-B14F-4D97-AF65-F5344CB8AC3E}">
        <p14:creationId xmlns:p14="http://schemas.microsoft.com/office/powerpoint/2010/main" val="3873198937"/>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78361EF9-BA90-1345-B14B-DC170FA74689}"/>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80329FA4-A3E5-5907-0604-1CD14D2809EB}"/>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9DC79163-36C5-DB9E-95DD-43C1CCE1D844}"/>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txBody>
          <a:bodyPr/>
          <a:lstStyle/>
          <a:p>
            <a:endParaRPr lang="en-US"/>
          </a:p>
        </p:txBody>
      </p:sp>
    </p:spTree>
    <p:extLst>
      <p:ext uri="{BB962C8B-B14F-4D97-AF65-F5344CB8AC3E}">
        <p14:creationId xmlns:p14="http://schemas.microsoft.com/office/powerpoint/2010/main" val="3772030292"/>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399F13D6-1CC9-911D-81A1-B19FDD6C19A5}"/>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3CEEC3F3-A15F-84F7-9BEF-420692C66B51}"/>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CC285E14-208D-DB11-BE23-55C181ACA3A2}"/>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txBody>
          <a:bodyPr/>
          <a:lstStyle/>
          <a:p>
            <a:endParaRPr lang="en-US"/>
          </a:p>
        </p:txBody>
      </p:sp>
    </p:spTree>
    <p:extLst>
      <p:ext uri="{BB962C8B-B14F-4D97-AF65-F5344CB8AC3E}">
        <p14:creationId xmlns:p14="http://schemas.microsoft.com/office/powerpoint/2010/main" val="197099268"/>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7C11EA38-BD47-22A2-A407-F678F396D73F}"/>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51CE7C2D-BF11-7868-8AFB-9535CF829068}"/>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62A19A12-FCF5-1335-3F1D-3D4D647E456B}"/>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txBody>
          <a:bodyPr/>
          <a:lstStyle/>
          <a:p>
            <a:endParaRPr lang="en-US"/>
          </a:p>
        </p:txBody>
      </p:sp>
    </p:spTree>
    <p:extLst>
      <p:ext uri="{BB962C8B-B14F-4D97-AF65-F5344CB8AC3E}">
        <p14:creationId xmlns:p14="http://schemas.microsoft.com/office/powerpoint/2010/main" val="1679042262"/>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67AA5F7E-F9B5-8949-BAD8-1C2D45667619}"/>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E0017715-18E6-C6B1-4ACE-1951C84247F6}"/>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7C63AE6F-41B5-7ED4-A98E-6E31CB7890E9}"/>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txBody>
          <a:bodyPr/>
          <a:lstStyle/>
          <a:p>
            <a:endParaRPr lang="en-US"/>
          </a:p>
        </p:txBody>
      </p:sp>
    </p:spTree>
    <p:extLst>
      <p:ext uri="{BB962C8B-B14F-4D97-AF65-F5344CB8AC3E}">
        <p14:creationId xmlns:p14="http://schemas.microsoft.com/office/powerpoint/2010/main" val="1802720446"/>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1C2C8002-1A47-DE63-75D4-9DB4C2D662EE}"/>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EC427010-AC24-E981-8FF6-2A1127D2162F}"/>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D6CDA2FC-4DD3-A1B4-FD07-AAEC248345AA}"/>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txBody>
          <a:bodyPr/>
          <a:lstStyle/>
          <a:p>
            <a:endParaRPr lang="en-US"/>
          </a:p>
        </p:txBody>
      </p:sp>
    </p:spTree>
    <p:extLst>
      <p:ext uri="{BB962C8B-B14F-4D97-AF65-F5344CB8AC3E}">
        <p14:creationId xmlns:p14="http://schemas.microsoft.com/office/powerpoint/2010/main" val="459560638"/>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06253051-CFA1-CB5E-837F-0483B349B244}"/>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8C5FDB27-07B3-09EA-FC0C-659F13E2A2BC}"/>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7741F3FB-26C7-904C-383F-EEFAAC2D586C}"/>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txBody>
          <a:bodyPr/>
          <a:lstStyle/>
          <a:p>
            <a:endParaRPr lang="en-US"/>
          </a:p>
        </p:txBody>
      </p:sp>
    </p:spTree>
    <p:extLst>
      <p:ext uri="{BB962C8B-B14F-4D97-AF65-F5344CB8AC3E}">
        <p14:creationId xmlns:p14="http://schemas.microsoft.com/office/powerpoint/2010/main" val="3092971177"/>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EE4356CA-44D2-0CE3-653A-CF2944457D39}"/>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E8463E22-1319-3E72-5526-4DAAA20945F9}"/>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14AC8DB4-0C07-B70B-2CC2-BD7526280E99}"/>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txBody>
          <a:bodyPr/>
          <a:lstStyle/>
          <a:p>
            <a:endParaRPr lang="en-US"/>
          </a:p>
        </p:txBody>
      </p:sp>
    </p:spTree>
    <p:extLst>
      <p:ext uri="{BB962C8B-B14F-4D97-AF65-F5344CB8AC3E}">
        <p14:creationId xmlns:p14="http://schemas.microsoft.com/office/powerpoint/2010/main" val="825972380"/>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D1576830-E28E-2D5F-C20E-A9DBB5A13AE4}"/>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F6013F49-DA3B-4488-F46E-D5DD30F10BD4}"/>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4D2D9884-DF4A-27F2-2854-1F43AA0B8845}"/>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txBody>
          <a:bodyPr/>
          <a:lstStyle/>
          <a:p>
            <a:endParaRPr lang="en-US"/>
          </a:p>
        </p:txBody>
      </p:sp>
    </p:spTree>
    <p:extLst>
      <p:ext uri="{BB962C8B-B14F-4D97-AF65-F5344CB8AC3E}">
        <p14:creationId xmlns:p14="http://schemas.microsoft.com/office/powerpoint/2010/main" val="888657832"/>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2520B157-5651-24A1-8720-CF09CBA292B6}"/>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2D62F168-1756-7BF6-E542-5E080C0427AD}"/>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879D3E2F-1CAA-C659-C5EE-8DE64B638C76}"/>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txBody>
          <a:bodyPr/>
          <a:lstStyle/>
          <a:p>
            <a:endParaRPr lang="en-US"/>
          </a:p>
        </p:txBody>
      </p:sp>
    </p:spTree>
    <p:extLst>
      <p:ext uri="{BB962C8B-B14F-4D97-AF65-F5344CB8AC3E}">
        <p14:creationId xmlns:p14="http://schemas.microsoft.com/office/powerpoint/2010/main" val="1587596575"/>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60">
          <a:extLst>
            <a:ext uri="{FF2B5EF4-FFF2-40B4-BE49-F238E27FC236}">
              <a16:creationId xmlns:a16="http://schemas.microsoft.com/office/drawing/2014/main" id="{ED6D95D0-49C4-BE65-6DB0-A8408AD9A1A2}"/>
            </a:ext>
          </a:extLst>
        </p:cNvPr>
        <p:cNvGrpSpPr/>
        <p:nvPr/>
      </p:nvGrpSpPr>
      <p:grpSpPr>
        <a:xfrm>
          <a:off x="0" y="0"/>
          <a:ext cx="0" cy="0"/>
          <a:chOff x="0" y="0"/>
          <a:chExt cx="0" cy="0"/>
        </a:xfrm>
      </p:grpSpPr>
      <p:sp>
        <p:nvSpPr>
          <p:cNvPr id="261" name="Google Shape;261;p37:notes">
            <a:extLst>
              <a:ext uri="{FF2B5EF4-FFF2-40B4-BE49-F238E27FC236}">
                <a16:creationId xmlns:a16="http://schemas.microsoft.com/office/drawing/2014/main" id="{D5BF9D20-A937-E031-5ACD-4B566F245A56}"/>
              </a:ext>
            </a:extLst>
          </p:cNvPr>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262" name="Google Shape;262;p37:notes">
            <a:extLst>
              <a:ext uri="{FF2B5EF4-FFF2-40B4-BE49-F238E27FC236}">
                <a16:creationId xmlns:a16="http://schemas.microsoft.com/office/drawing/2014/main" id="{1666A96F-D523-1F0C-00D5-14D5F35E2C2F}"/>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p:spPr>
        <p:txBody>
          <a:bodyPr/>
          <a:lstStyle/>
          <a:p>
            <a:endParaRPr lang="en-US"/>
          </a:p>
        </p:txBody>
      </p:sp>
    </p:spTree>
    <p:extLst>
      <p:ext uri="{BB962C8B-B14F-4D97-AF65-F5344CB8AC3E}">
        <p14:creationId xmlns:p14="http://schemas.microsoft.com/office/powerpoint/2010/main" val="388882365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71"/>
        <p:cNvGrpSpPr/>
        <p:nvPr/>
      </p:nvGrpSpPr>
      <p:grpSpPr>
        <a:xfrm>
          <a:off x="0" y="0"/>
          <a:ext cx="0" cy="0"/>
          <a:chOff x="0" y="0"/>
          <a:chExt cx="0" cy="0"/>
        </a:xfrm>
      </p:grpSpPr>
      <p:sp>
        <p:nvSpPr>
          <p:cNvPr id="272" name="Google Shape;272;p38: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273" name="Google Shape;273;p38:notes"/>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p:spPr>
        <p:txBody>
          <a:bodyPr/>
          <a:lstStyle/>
          <a:p>
            <a:endParaRPr lang="en-US"/>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matchingName="Blank" type="blank">
  <p:cSld name="BLANK">
    <p:spTree>
      <p:nvGrpSpPr>
        <p:cNvPr id="1" name="Shape 15"/>
        <p:cNvGrpSpPr/>
        <p:nvPr/>
      </p:nvGrpSpPr>
      <p:grpSpPr>
        <a:xfrm>
          <a:off x="0" y="0"/>
          <a:ext cx="0" cy="0"/>
          <a:chOff x="0" y="0"/>
          <a:chExt cx="0" cy="0"/>
        </a:xfrm>
      </p:grpSpPr>
      <p:sp>
        <p:nvSpPr>
          <p:cNvPr id="16" name="Google Shape;16;p21"/>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17" name="Google Shape;17;p21"/>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lvl="0" algn="ctr">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18" name="Google Shape;18;p21"/>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marR="0" lvl="0"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1pPr>
            <a:lvl2pPr marL="0" marR="0" lvl="1"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2pPr>
            <a:lvl3pPr marL="0" marR="0" lvl="2"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3pPr>
            <a:lvl4pPr marL="0" marR="0" lvl="3"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4pPr>
            <a:lvl5pPr marL="0" marR="0" lvl="4"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5pPr>
            <a:lvl6pPr marL="0" marR="0" lvl="5"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6pPr>
            <a:lvl7pPr marL="0" marR="0" lvl="6"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7pPr>
            <a:lvl8pPr marL="0" marR="0" lvl="7"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8pPr>
            <a:lvl9pPr marL="0" marR="0" lvl="8"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matchingName="Title and Content" type="obj">
  <p:cSld name="OBJECT">
    <p:spTree>
      <p:nvGrpSpPr>
        <p:cNvPr id="1" name="Shape 19"/>
        <p:cNvGrpSpPr/>
        <p:nvPr/>
      </p:nvGrpSpPr>
      <p:grpSpPr>
        <a:xfrm>
          <a:off x="0" y="0"/>
          <a:ext cx="0" cy="0"/>
          <a:chOff x="0" y="0"/>
          <a:chExt cx="0" cy="0"/>
        </a:xfrm>
      </p:grpSpPr>
      <p:sp>
        <p:nvSpPr>
          <p:cNvPr id="20" name="Google Shape;20;p16"/>
          <p:cNvSpPr txBox="1">
            <a:spLocks noGrp="1"/>
          </p:cNvSpPr>
          <p:nvPr>
            <p:ph type="title"/>
          </p:nvPr>
        </p:nvSpPr>
        <p:spPr>
          <a:xfrm>
            <a:off x="838200" y="365125"/>
            <a:ext cx="10515600" cy="1325563"/>
          </a:xfrm>
          <a:prstGeom prst="rect">
            <a:avLst/>
          </a:prstGeom>
          <a:noFill/>
          <a:ln>
            <a:noFill/>
          </a:ln>
        </p:spPr>
        <p:txBody>
          <a:bodyPr spcFirstLastPara="1" wrap="square" lIns="91425" tIns="45700" rIns="91425" bIns="45700" anchor="ctr" anchorCtr="0">
            <a:normAutofit/>
          </a:bodyPr>
          <a:lstStyle>
            <a:lvl1pPr lvl="0" algn="l">
              <a:lnSpc>
                <a:spcPct val="90000"/>
              </a:lnSpc>
              <a:spcBef>
                <a:spcPts val="0"/>
              </a:spcBef>
              <a:spcAft>
                <a:spcPts val="0"/>
              </a:spcAft>
              <a:buClr>
                <a:schemeClr val="dk1"/>
              </a:buClr>
              <a:buSzPts val="18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21" name="Google Shape;21;p16"/>
          <p:cNvSpPr txBox="1">
            <a:spLocks noGrp="1"/>
          </p:cNvSpPr>
          <p:nvPr>
            <p:ph type="body" idx="1"/>
          </p:nvPr>
        </p:nvSpPr>
        <p:spPr>
          <a:xfrm>
            <a:off x="838200" y="1825625"/>
            <a:ext cx="10515600" cy="4351338"/>
          </a:xfrm>
          <a:prstGeom prst="rect">
            <a:avLst/>
          </a:prstGeom>
          <a:noFill/>
          <a:ln>
            <a:noFill/>
          </a:ln>
        </p:spPr>
        <p:txBody>
          <a:bodyPr spcFirstLastPara="1" wrap="square" lIns="91425" tIns="45700" rIns="91425" bIns="45700" anchor="t" anchorCtr="0">
            <a:normAutofit/>
          </a:bodyPr>
          <a:lstStyle>
            <a:lvl1pPr marL="457200" lvl="0" indent="-342900" algn="l">
              <a:lnSpc>
                <a:spcPct val="90000"/>
              </a:lnSpc>
              <a:spcBef>
                <a:spcPts val="1000"/>
              </a:spcBef>
              <a:spcAft>
                <a:spcPts val="0"/>
              </a:spcAft>
              <a:buClr>
                <a:schemeClr val="dk1"/>
              </a:buClr>
              <a:buSzPts val="1800"/>
              <a:buChar char="•"/>
              <a:defRPr/>
            </a:lvl1pPr>
            <a:lvl2pPr marL="914400" lvl="1" indent="-342900" algn="l">
              <a:lnSpc>
                <a:spcPct val="90000"/>
              </a:lnSpc>
              <a:spcBef>
                <a:spcPts val="500"/>
              </a:spcBef>
              <a:spcAft>
                <a:spcPts val="0"/>
              </a:spcAft>
              <a:buClr>
                <a:schemeClr val="dk1"/>
              </a:buClr>
              <a:buSzPts val="1800"/>
              <a:buChar char="•"/>
              <a:defRPr/>
            </a:lvl2pPr>
            <a:lvl3pPr marL="1371600" lvl="2" indent="-342900" algn="l">
              <a:lnSpc>
                <a:spcPct val="90000"/>
              </a:lnSpc>
              <a:spcBef>
                <a:spcPts val="500"/>
              </a:spcBef>
              <a:spcAft>
                <a:spcPts val="0"/>
              </a:spcAft>
              <a:buClr>
                <a:schemeClr val="dk1"/>
              </a:buClr>
              <a:buSzPts val="1800"/>
              <a:buChar char="•"/>
              <a:defRPr/>
            </a:lvl3pPr>
            <a:lvl4pPr marL="1828800" lvl="3" indent="-342900" algn="l">
              <a:lnSpc>
                <a:spcPct val="90000"/>
              </a:lnSpc>
              <a:spcBef>
                <a:spcPts val="500"/>
              </a:spcBef>
              <a:spcAft>
                <a:spcPts val="0"/>
              </a:spcAft>
              <a:buClr>
                <a:schemeClr val="dk1"/>
              </a:buClr>
              <a:buSzPts val="1800"/>
              <a:buChar char="•"/>
              <a:defRPr/>
            </a:lvl4pPr>
            <a:lvl5pPr marL="2286000" lvl="4" indent="-342900" algn="l">
              <a:lnSpc>
                <a:spcPct val="90000"/>
              </a:lnSpc>
              <a:spcBef>
                <a:spcPts val="500"/>
              </a:spcBef>
              <a:spcAft>
                <a:spcPts val="0"/>
              </a:spcAft>
              <a:buClr>
                <a:schemeClr val="dk1"/>
              </a:buClr>
              <a:buSzPts val="1800"/>
              <a:buChar char="•"/>
              <a:defRPr/>
            </a:lvl5pPr>
            <a:lvl6pPr marL="2743200" lvl="5" indent="-342900" algn="l">
              <a:lnSpc>
                <a:spcPct val="90000"/>
              </a:lnSpc>
              <a:spcBef>
                <a:spcPts val="500"/>
              </a:spcBef>
              <a:spcAft>
                <a:spcPts val="0"/>
              </a:spcAft>
              <a:buClr>
                <a:schemeClr val="dk1"/>
              </a:buClr>
              <a:buSzPts val="1800"/>
              <a:buChar char="•"/>
              <a:defRPr/>
            </a:lvl6pPr>
            <a:lvl7pPr marL="3200400" lvl="6" indent="-342900" algn="l">
              <a:lnSpc>
                <a:spcPct val="90000"/>
              </a:lnSpc>
              <a:spcBef>
                <a:spcPts val="500"/>
              </a:spcBef>
              <a:spcAft>
                <a:spcPts val="0"/>
              </a:spcAft>
              <a:buClr>
                <a:schemeClr val="dk1"/>
              </a:buClr>
              <a:buSzPts val="1800"/>
              <a:buChar char="•"/>
              <a:defRPr/>
            </a:lvl7pPr>
            <a:lvl8pPr marL="3657600" lvl="7" indent="-342900" algn="l">
              <a:lnSpc>
                <a:spcPct val="90000"/>
              </a:lnSpc>
              <a:spcBef>
                <a:spcPts val="500"/>
              </a:spcBef>
              <a:spcAft>
                <a:spcPts val="0"/>
              </a:spcAft>
              <a:buClr>
                <a:schemeClr val="dk1"/>
              </a:buClr>
              <a:buSzPts val="1800"/>
              <a:buChar char="•"/>
              <a:defRPr/>
            </a:lvl8pPr>
            <a:lvl9pPr marL="4114800" lvl="8" indent="-342900" algn="l">
              <a:lnSpc>
                <a:spcPct val="90000"/>
              </a:lnSpc>
              <a:spcBef>
                <a:spcPts val="500"/>
              </a:spcBef>
              <a:spcAft>
                <a:spcPts val="0"/>
              </a:spcAft>
              <a:buClr>
                <a:schemeClr val="dk1"/>
              </a:buClr>
              <a:buSzPts val="1800"/>
              <a:buChar char="•"/>
              <a:defRPr/>
            </a:lvl9pPr>
          </a:lstStyle>
          <a:p>
            <a:endParaRPr/>
          </a:p>
        </p:txBody>
      </p:sp>
      <p:sp>
        <p:nvSpPr>
          <p:cNvPr id="22" name="Google Shape;22;p16"/>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23" name="Google Shape;23;p16"/>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lvl="0" algn="ctr">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24" name="Google Shape;24;p16"/>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marR="0" lvl="0"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1pPr>
            <a:lvl2pPr marL="0" marR="0" lvl="1"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2pPr>
            <a:lvl3pPr marL="0" marR="0" lvl="2"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3pPr>
            <a:lvl4pPr marL="0" marR="0" lvl="3"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4pPr>
            <a:lvl5pPr marL="0" marR="0" lvl="4"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5pPr>
            <a:lvl6pPr marL="0" marR="0" lvl="5"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6pPr>
            <a:lvl7pPr marL="0" marR="0" lvl="6"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7pPr>
            <a:lvl8pPr marL="0" marR="0" lvl="7"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8pPr>
            <a:lvl9pPr marL="0" marR="0" lvl="8"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matchingName="Section Header" type="secHead">
  <p:cSld name="SECTION_HEADER">
    <p:spTree>
      <p:nvGrpSpPr>
        <p:cNvPr id="1" name="Shape 25"/>
        <p:cNvGrpSpPr/>
        <p:nvPr/>
      </p:nvGrpSpPr>
      <p:grpSpPr>
        <a:xfrm>
          <a:off x="0" y="0"/>
          <a:ext cx="0" cy="0"/>
          <a:chOff x="0" y="0"/>
          <a:chExt cx="0" cy="0"/>
        </a:xfrm>
      </p:grpSpPr>
      <p:sp>
        <p:nvSpPr>
          <p:cNvPr id="26" name="Google Shape;26;p17"/>
          <p:cNvSpPr txBox="1">
            <a:spLocks noGrp="1"/>
          </p:cNvSpPr>
          <p:nvPr>
            <p:ph type="title"/>
          </p:nvPr>
        </p:nvSpPr>
        <p:spPr>
          <a:xfrm>
            <a:off x="831850" y="1709738"/>
            <a:ext cx="10515600" cy="2852737"/>
          </a:xfrm>
          <a:prstGeom prst="rect">
            <a:avLst/>
          </a:prstGeom>
          <a:noFill/>
          <a:ln>
            <a:noFill/>
          </a:ln>
        </p:spPr>
        <p:txBody>
          <a:bodyPr spcFirstLastPara="1" wrap="square" lIns="91425" tIns="45700" rIns="91425" bIns="45700" anchor="b" anchorCtr="0">
            <a:normAutofit/>
          </a:bodyPr>
          <a:lstStyle>
            <a:lvl1pPr lvl="0" algn="l">
              <a:lnSpc>
                <a:spcPct val="90000"/>
              </a:lnSpc>
              <a:spcBef>
                <a:spcPts val="0"/>
              </a:spcBef>
              <a:spcAft>
                <a:spcPts val="0"/>
              </a:spcAft>
              <a:buClr>
                <a:schemeClr val="dk1"/>
              </a:buClr>
              <a:buSzPts val="6000"/>
              <a:buFont typeface="Calibri"/>
              <a:buNone/>
              <a:defRPr sz="6000"/>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27" name="Google Shape;27;p17"/>
          <p:cNvSpPr txBox="1">
            <a:spLocks noGrp="1"/>
          </p:cNvSpPr>
          <p:nvPr>
            <p:ph type="body" idx="1"/>
          </p:nvPr>
        </p:nvSpPr>
        <p:spPr>
          <a:xfrm>
            <a:off x="831850" y="4589463"/>
            <a:ext cx="10515600" cy="1500187"/>
          </a:xfrm>
          <a:prstGeom prst="rect">
            <a:avLst/>
          </a:prstGeom>
          <a:noFill/>
          <a:ln>
            <a:noFill/>
          </a:ln>
        </p:spPr>
        <p:txBody>
          <a:bodyPr spcFirstLastPara="1" wrap="square" lIns="91425" tIns="45700" rIns="91425" bIns="45700" anchor="t" anchorCtr="0">
            <a:normAutofit/>
          </a:bodyPr>
          <a:lstStyle>
            <a:lvl1pPr marL="457200" lvl="0" indent="-228600" algn="l">
              <a:lnSpc>
                <a:spcPct val="90000"/>
              </a:lnSpc>
              <a:spcBef>
                <a:spcPts val="1000"/>
              </a:spcBef>
              <a:spcAft>
                <a:spcPts val="0"/>
              </a:spcAft>
              <a:buClr>
                <a:srgbClr val="888888"/>
              </a:buClr>
              <a:buSzPts val="2400"/>
              <a:buNone/>
              <a:defRPr sz="2400">
                <a:solidFill>
                  <a:srgbClr val="888888"/>
                </a:solidFill>
              </a:defRPr>
            </a:lvl1pPr>
            <a:lvl2pPr marL="914400" lvl="1" indent="-228600" algn="l">
              <a:lnSpc>
                <a:spcPct val="90000"/>
              </a:lnSpc>
              <a:spcBef>
                <a:spcPts val="500"/>
              </a:spcBef>
              <a:spcAft>
                <a:spcPts val="0"/>
              </a:spcAft>
              <a:buClr>
                <a:srgbClr val="888888"/>
              </a:buClr>
              <a:buSzPts val="2000"/>
              <a:buNone/>
              <a:defRPr sz="2000">
                <a:solidFill>
                  <a:srgbClr val="888888"/>
                </a:solidFill>
              </a:defRPr>
            </a:lvl2pPr>
            <a:lvl3pPr marL="1371600" lvl="2" indent="-228600" algn="l">
              <a:lnSpc>
                <a:spcPct val="90000"/>
              </a:lnSpc>
              <a:spcBef>
                <a:spcPts val="500"/>
              </a:spcBef>
              <a:spcAft>
                <a:spcPts val="0"/>
              </a:spcAft>
              <a:buClr>
                <a:srgbClr val="888888"/>
              </a:buClr>
              <a:buSzPts val="1800"/>
              <a:buNone/>
              <a:defRPr sz="1800">
                <a:solidFill>
                  <a:srgbClr val="888888"/>
                </a:solidFill>
              </a:defRPr>
            </a:lvl3pPr>
            <a:lvl4pPr marL="1828800" lvl="3" indent="-228600" algn="l">
              <a:lnSpc>
                <a:spcPct val="90000"/>
              </a:lnSpc>
              <a:spcBef>
                <a:spcPts val="500"/>
              </a:spcBef>
              <a:spcAft>
                <a:spcPts val="0"/>
              </a:spcAft>
              <a:buClr>
                <a:srgbClr val="888888"/>
              </a:buClr>
              <a:buSzPts val="1600"/>
              <a:buNone/>
              <a:defRPr sz="1600">
                <a:solidFill>
                  <a:srgbClr val="888888"/>
                </a:solidFill>
              </a:defRPr>
            </a:lvl4pPr>
            <a:lvl5pPr marL="2286000" lvl="4" indent="-228600" algn="l">
              <a:lnSpc>
                <a:spcPct val="90000"/>
              </a:lnSpc>
              <a:spcBef>
                <a:spcPts val="500"/>
              </a:spcBef>
              <a:spcAft>
                <a:spcPts val="0"/>
              </a:spcAft>
              <a:buClr>
                <a:srgbClr val="888888"/>
              </a:buClr>
              <a:buSzPts val="1600"/>
              <a:buNone/>
              <a:defRPr sz="1600">
                <a:solidFill>
                  <a:srgbClr val="888888"/>
                </a:solidFill>
              </a:defRPr>
            </a:lvl5pPr>
            <a:lvl6pPr marL="2743200" lvl="5" indent="-228600" algn="l">
              <a:lnSpc>
                <a:spcPct val="90000"/>
              </a:lnSpc>
              <a:spcBef>
                <a:spcPts val="500"/>
              </a:spcBef>
              <a:spcAft>
                <a:spcPts val="0"/>
              </a:spcAft>
              <a:buClr>
                <a:srgbClr val="888888"/>
              </a:buClr>
              <a:buSzPts val="1600"/>
              <a:buNone/>
              <a:defRPr sz="1600">
                <a:solidFill>
                  <a:srgbClr val="888888"/>
                </a:solidFill>
              </a:defRPr>
            </a:lvl6pPr>
            <a:lvl7pPr marL="3200400" lvl="6" indent="-228600" algn="l">
              <a:lnSpc>
                <a:spcPct val="90000"/>
              </a:lnSpc>
              <a:spcBef>
                <a:spcPts val="500"/>
              </a:spcBef>
              <a:spcAft>
                <a:spcPts val="0"/>
              </a:spcAft>
              <a:buClr>
                <a:srgbClr val="888888"/>
              </a:buClr>
              <a:buSzPts val="1600"/>
              <a:buNone/>
              <a:defRPr sz="1600">
                <a:solidFill>
                  <a:srgbClr val="888888"/>
                </a:solidFill>
              </a:defRPr>
            </a:lvl7pPr>
            <a:lvl8pPr marL="3657600" lvl="7" indent="-228600" algn="l">
              <a:lnSpc>
                <a:spcPct val="90000"/>
              </a:lnSpc>
              <a:spcBef>
                <a:spcPts val="500"/>
              </a:spcBef>
              <a:spcAft>
                <a:spcPts val="0"/>
              </a:spcAft>
              <a:buClr>
                <a:srgbClr val="888888"/>
              </a:buClr>
              <a:buSzPts val="1600"/>
              <a:buNone/>
              <a:defRPr sz="1600">
                <a:solidFill>
                  <a:srgbClr val="888888"/>
                </a:solidFill>
              </a:defRPr>
            </a:lvl8pPr>
            <a:lvl9pPr marL="4114800" lvl="8" indent="-228600" algn="l">
              <a:lnSpc>
                <a:spcPct val="90000"/>
              </a:lnSpc>
              <a:spcBef>
                <a:spcPts val="500"/>
              </a:spcBef>
              <a:spcAft>
                <a:spcPts val="0"/>
              </a:spcAft>
              <a:buClr>
                <a:srgbClr val="888888"/>
              </a:buClr>
              <a:buSzPts val="1600"/>
              <a:buNone/>
              <a:defRPr sz="1600">
                <a:solidFill>
                  <a:srgbClr val="888888"/>
                </a:solidFill>
              </a:defRPr>
            </a:lvl9pPr>
          </a:lstStyle>
          <a:p>
            <a:endParaRPr/>
          </a:p>
        </p:txBody>
      </p:sp>
      <p:sp>
        <p:nvSpPr>
          <p:cNvPr id="28" name="Google Shape;28;p17"/>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29" name="Google Shape;29;p17"/>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lvl="0" algn="ctr">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30" name="Google Shape;30;p17"/>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marR="0" lvl="0"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1pPr>
            <a:lvl2pPr marL="0" marR="0" lvl="1"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2pPr>
            <a:lvl3pPr marL="0" marR="0" lvl="2"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3pPr>
            <a:lvl4pPr marL="0" marR="0" lvl="3"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4pPr>
            <a:lvl5pPr marL="0" marR="0" lvl="4"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5pPr>
            <a:lvl6pPr marL="0" marR="0" lvl="5"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6pPr>
            <a:lvl7pPr marL="0" marR="0" lvl="6"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7pPr>
            <a:lvl8pPr marL="0" marR="0" lvl="7"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8pPr>
            <a:lvl9pPr marL="0" marR="0" lvl="8"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matchingName="Two Content" type="twoObj">
  <p:cSld name="TWO_OBJECTS">
    <p:spTree>
      <p:nvGrpSpPr>
        <p:cNvPr id="1" name="Shape 31"/>
        <p:cNvGrpSpPr/>
        <p:nvPr/>
      </p:nvGrpSpPr>
      <p:grpSpPr>
        <a:xfrm>
          <a:off x="0" y="0"/>
          <a:ext cx="0" cy="0"/>
          <a:chOff x="0" y="0"/>
          <a:chExt cx="0" cy="0"/>
        </a:xfrm>
      </p:grpSpPr>
      <p:sp>
        <p:nvSpPr>
          <p:cNvPr id="32" name="Google Shape;32;p18"/>
          <p:cNvSpPr txBox="1">
            <a:spLocks noGrp="1"/>
          </p:cNvSpPr>
          <p:nvPr>
            <p:ph type="title"/>
          </p:nvPr>
        </p:nvSpPr>
        <p:spPr>
          <a:xfrm>
            <a:off x="838200" y="365125"/>
            <a:ext cx="10515600" cy="1325563"/>
          </a:xfrm>
          <a:prstGeom prst="rect">
            <a:avLst/>
          </a:prstGeom>
          <a:noFill/>
          <a:ln>
            <a:noFill/>
          </a:ln>
        </p:spPr>
        <p:txBody>
          <a:bodyPr spcFirstLastPara="1" wrap="square" lIns="91425" tIns="45700" rIns="91425" bIns="45700" anchor="ctr" anchorCtr="0">
            <a:normAutofit/>
          </a:bodyPr>
          <a:lstStyle>
            <a:lvl1pPr lvl="0" algn="l">
              <a:lnSpc>
                <a:spcPct val="90000"/>
              </a:lnSpc>
              <a:spcBef>
                <a:spcPts val="0"/>
              </a:spcBef>
              <a:spcAft>
                <a:spcPts val="0"/>
              </a:spcAft>
              <a:buClr>
                <a:schemeClr val="dk1"/>
              </a:buClr>
              <a:buSzPts val="18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33" name="Google Shape;33;p18"/>
          <p:cNvSpPr txBox="1">
            <a:spLocks noGrp="1"/>
          </p:cNvSpPr>
          <p:nvPr>
            <p:ph type="body" idx="1"/>
          </p:nvPr>
        </p:nvSpPr>
        <p:spPr>
          <a:xfrm>
            <a:off x="838200" y="1825625"/>
            <a:ext cx="5181600" cy="4351338"/>
          </a:xfrm>
          <a:prstGeom prst="rect">
            <a:avLst/>
          </a:prstGeom>
          <a:noFill/>
          <a:ln>
            <a:noFill/>
          </a:ln>
        </p:spPr>
        <p:txBody>
          <a:bodyPr spcFirstLastPara="1" wrap="square" lIns="91425" tIns="45700" rIns="91425" bIns="45700" anchor="t" anchorCtr="0">
            <a:normAutofit/>
          </a:bodyPr>
          <a:lstStyle>
            <a:lvl1pPr marL="457200" lvl="0" indent="-342900" algn="l">
              <a:lnSpc>
                <a:spcPct val="90000"/>
              </a:lnSpc>
              <a:spcBef>
                <a:spcPts val="1000"/>
              </a:spcBef>
              <a:spcAft>
                <a:spcPts val="0"/>
              </a:spcAft>
              <a:buClr>
                <a:schemeClr val="dk1"/>
              </a:buClr>
              <a:buSzPts val="1800"/>
              <a:buChar char="•"/>
              <a:defRPr/>
            </a:lvl1pPr>
            <a:lvl2pPr marL="914400" lvl="1" indent="-342900" algn="l">
              <a:lnSpc>
                <a:spcPct val="90000"/>
              </a:lnSpc>
              <a:spcBef>
                <a:spcPts val="500"/>
              </a:spcBef>
              <a:spcAft>
                <a:spcPts val="0"/>
              </a:spcAft>
              <a:buClr>
                <a:schemeClr val="dk1"/>
              </a:buClr>
              <a:buSzPts val="1800"/>
              <a:buChar char="•"/>
              <a:defRPr/>
            </a:lvl2pPr>
            <a:lvl3pPr marL="1371600" lvl="2" indent="-342900" algn="l">
              <a:lnSpc>
                <a:spcPct val="90000"/>
              </a:lnSpc>
              <a:spcBef>
                <a:spcPts val="500"/>
              </a:spcBef>
              <a:spcAft>
                <a:spcPts val="0"/>
              </a:spcAft>
              <a:buClr>
                <a:schemeClr val="dk1"/>
              </a:buClr>
              <a:buSzPts val="1800"/>
              <a:buChar char="•"/>
              <a:defRPr/>
            </a:lvl3pPr>
            <a:lvl4pPr marL="1828800" lvl="3" indent="-342900" algn="l">
              <a:lnSpc>
                <a:spcPct val="90000"/>
              </a:lnSpc>
              <a:spcBef>
                <a:spcPts val="500"/>
              </a:spcBef>
              <a:spcAft>
                <a:spcPts val="0"/>
              </a:spcAft>
              <a:buClr>
                <a:schemeClr val="dk1"/>
              </a:buClr>
              <a:buSzPts val="1800"/>
              <a:buChar char="•"/>
              <a:defRPr/>
            </a:lvl4pPr>
            <a:lvl5pPr marL="2286000" lvl="4" indent="-342900" algn="l">
              <a:lnSpc>
                <a:spcPct val="90000"/>
              </a:lnSpc>
              <a:spcBef>
                <a:spcPts val="500"/>
              </a:spcBef>
              <a:spcAft>
                <a:spcPts val="0"/>
              </a:spcAft>
              <a:buClr>
                <a:schemeClr val="dk1"/>
              </a:buClr>
              <a:buSzPts val="1800"/>
              <a:buChar char="•"/>
              <a:defRPr/>
            </a:lvl5pPr>
            <a:lvl6pPr marL="2743200" lvl="5" indent="-342900" algn="l">
              <a:lnSpc>
                <a:spcPct val="90000"/>
              </a:lnSpc>
              <a:spcBef>
                <a:spcPts val="500"/>
              </a:spcBef>
              <a:spcAft>
                <a:spcPts val="0"/>
              </a:spcAft>
              <a:buClr>
                <a:schemeClr val="dk1"/>
              </a:buClr>
              <a:buSzPts val="1800"/>
              <a:buChar char="•"/>
              <a:defRPr/>
            </a:lvl6pPr>
            <a:lvl7pPr marL="3200400" lvl="6" indent="-342900" algn="l">
              <a:lnSpc>
                <a:spcPct val="90000"/>
              </a:lnSpc>
              <a:spcBef>
                <a:spcPts val="500"/>
              </a:spcBef>
              <a:spcAft>
                <a:spcPts val="0"/>
              </a:spcAft>
              <a:buClr>
                <a:schemeClr val="dk1"/>
              </a:buClr>
              <a:buSzPts val="1800"/>
              <a:buChar char="•"/>
              <a:defRPr/>
            </a:lvl7pPr>
            <a:lvl8pPr marL="3657600" lvl="7" indent="-342900" algn="l">
              <a:lnSpc>
                <a:spcPct val="90000"/>
              </a:lnSpc>
              <a:spcBef>
                <a:spcPts val="500"/>
              </a:spcBef>
              <a:spcAft>
                <a:spcPts val="0"/>
              </a:spcAft>
              <a:buClr>
                <a:schemeClr val="dk1"/>
              </a:buClr>
              <a:buSzPts val="1800"/>
              <a:buChar char="•"/>
              <a:defRPr/>
            </a:lvl8pPr>
            <a:lvl9pPr marL="4114800" lvl="8" indent="-342900" algn="l">
              <a:lnSpc>
                <a:spcPct val="90000"/>
              </a:lnSpc>
              <a:spcBef>
                <a:spcPts val="500"/>
              </a:spcBef>
              <a:spcAft>
                <a:spcPts val="0"/>
              </a:spcAft>
              <a:buClr>
                <a:schemeClr val="dk1"/>
              </a:buClr>
              <a:buSzPts val="1800"/>
              <a:buChar char="•"/>
              <a:defRPr/>
            </a:lvl9pPr>
          </a:lstStyle>
          <a:p>
            <a:endParaRPr/>
          </a:p>
        </p:txBody>
      </p:sp>
      <p:sp>
        <p:nvSpPr>
          <p:cNvPr id="34" name="Google Shape;34;p18"/>
          <p:cNvSpPr txBox="1">
            <a:spLocks noGrp="1"/>
          </p:cNvSpPr>
          <p:nvPr>
            <p:ph type="body" idx="2"/>
          </p:nvPr>
        </p:nvSpPr>
        <p:spPr>
          <a:xfrm>
            <a:off x="6172200" y="1825625"/>
            <a:ext cx="5181600" cy="4351338"/>
          </a:xfrm>
          <a:prstGeom prst="rect">
            <a:avLst/>
          </a:prstGeom>
          <a:noFill/>
          <a:ln>
            <a:noFill/>
          </a:ln>
        </p:spPr>
        <p:txBody>
          <a:bodyPr spcFirstLastPara="1" wrap="square" lIns="91425" tIns="45700" rIns="91425" bIns="45700" anchor="t" anchorCtr="0">
            <a:normAutofit/>
          </a:bodyPr>
          <a:lstStyle>
            <a:lvl1pPr marL="457200" lvl="0" indent="-342900" algn="l">
              <a:lnSpc>
                <a:spcPct val="90000"/>
              </a:lnSpc>
              <a:spcBef>
                <a:spcPts val="1000"/>
              </a:spcBef>
              <a:spcAft>
                <a:spcPts val="0"/>
              </a:spcAft>
              <a:buClr>
                <a:schemeClr val="dk1"/>
              </a:buClr>
              <a:buSzPts val="1800"/>
              <a:buChar char="•"/>
              <a:defRPr/>
            </a:lvl1pPr>
            <a:lvl2pPr marL="914400" lvl="1" indent="-342900" algn="l">
              <a:lnSpc>
                <a:spcPct val="90000"/>
              </a:lnSpc>
              <a:spcBef>
                <a:spcPts val="500"/>
              </a:spcBef>
              <a:spcAft>
                <a:spcPts val="0"/>
              </a:spcAft>
              <a:buClr>
                <a:schemeClr val="dk1"/>
              </a:buClr>
              <a:buSzPts val="1800"/>
              <a:buChar char="•"/>
              <a:defRPr/>
            </a:lvl2pPr>
            <a:lvl3pPr marL="1371600" lvl="2" indent="-342900" algn="l">
              <a:lnSpc>
                <a:spcPct val="90000"/>
              </a:lnSpc>
              <a:spcBef>
                <a:spcPts val="500"/>
              </a:spcBef>
              <a:spcAft>
                <a:spcPts val="0"/>
              </a:spcAft>
              <a:buClr>
                <a:schemeClr val="dk1"/>
              </a:buClr>
              <a:buSzPts val="1800"/>
              <a:buChar char="•"/>
              <a:defRPr/>
            </a:lvl3pPr>
            <a:lvl4pPr marL="1828800" lvl="3" indent="-342900" algn="l">
              <a:lnSpc>
                <a:spcPct val="90000"/>
              </a:lnSpc>
              <a:spcBef>
                <a:spcPts val="500"/>
              </a:spcBef>
              <a:spcAft>
                <a:spcPts val="0"/>
              </a:spcAft>
              <a:buClr>
                <a:schemeClr val="dk1"/>
              </a:buClr>
              <a:buSzPts val="1800"/>
              <a:buChar char="•"/>
              <a:defRPr/>
            </a:lvl4pPr>
            <a:lvl5pPr marL="2286000" lvl="4" indent="-342900" algn="l">
              <a:lnSpc>
                <a:spcPct val="90000"/>
              </a:lnSpc>
              <a:spcBef>
                <a:spcPts val="500"/>
              </a:spcBef>
              <a:spcAft>
                <a:spcPts val="0"/>
              </a:spcAft>
              <a:buClr>
                <a:schemeClr val="dk1"/>
              </a:buClr>
              <a:buSzPts val="1800"/>
              <a:buChar char="•"/>
              <a:defRPr/>
            </a:lvl5pPr>
            <a:lvl6pPr marL="2743200" lvl="5" indent="-342900" algn="l">
              <a:lnSpc>
                <a:spcPct val="90000"/>
              </a:lnSpc>
              <a:spcBef>
                <a:spcPts val="500"/>
              </a:spcBef>
              <a:spcAft>
                <a:spcPts val="0"/>
              </a:spcAft>
              <a:buClr>
                <a:schemeClr val="dk1"/>
              </a:buClr>
              <a:buSzPts val="1800"/>
              <a:buChar char="•"/>
              <a:defRPr/>
            </a:lvl6pPr>
            <a:lvl7pPr marL="3200400" lvl="6" indent="-342900" algn="l">
              <a:lnSpc>
                <a:spcPct val="90000"/>
              </a:lnSpc>
              <a:spcBef>
                <a:spcPts val="500"/>
              </a:spcBef>
              <a:spcAft>
                <a:spcPts val="0"/>
              </a:spcAft>
              <a:buClr>
                <a:schemeClr val="dk1"/>
              </a:buClr>
              <a:buSzPts val="1800"/>
              <a:buChar char="•"/>
              <a:defRPr/>
            </a:lvl7pPr>
            <a:lvl8pPr marL="3657600" lvl="7" indent="-342900" algn="l">
              <a:lnSpc>
                <a:spcPct val="90000"/>
              </a:lnSpc>
              <a:spcBef>
                <a:spcPts val="500"/>
              </a:spcBef>
              <a:spcAft>
                <a:spcPts val="0"/>
              </a:spcAft>
              <a:buClr>
                <a:schemeClr val="dk1"/>
              </a:buClr>
              <a:buSzPts val="1800"/>
              <a:buChar char="•"/>
              <a:defRPr/>
            </a:lvl8pPr>
            <a:lvl9pPr marL="4114800" lvl="8" indent="-342900" algn="l">
              <a:lnSpc>
                <a:spcPct val="90000"/>
              </a:lnSpc>
              <a:spcBef>
                <a:spcPts val="500"/>
              </a:spcBef>
              <a:spcAft>
                <a:spcPts val="0"/>
              </a:spcAft>
              <a:buClr>
                <a:schemeClr val="dk1"/>
              </a:buClr>
              <a:buSzPts val="1800"/>
              <a:buChar char="•"/>
              <a:defRPr/>
            </a:lvl9pPr>
          </a:lstStyle>
          <a:p>
            <a:endParaRPr/>
          </a:p>
        </p:txBody>
      </p:sp>
      <p:sp>
        <p:nvSpPr>
          <p:cNvPr id="35" name="Google Shape;35;p18"/>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36" name="Google Shape;36;p18"/>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lvl="0" algn="ctr">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37" name="Google Shape;37;p18"/>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marR="0" lvl="0"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1pPr>
            <a:lvl2pPr marL="0" marR="0" lvl="1"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2pPr>
            <a:lvl3pPr marL="0" marR="0" lvl="2"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3pPr>
            <a:lvl4pPr marL="0" marR="0" lvl="3"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4pPr>
            <a:lvl5pPr marL="0" marR="0" lvl="4"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5pPr>
            <a:lvl6pPr marL="0" marR="0" lvl="5"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6pPr>
            <a:lvl7pPr marL="0" marR="0" lvl="6"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7pPr>
            <a:lvl8pPr marL="0" marR="0" lvl="7"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8pPr>
            <a:lvl9pPr marL="0" marR="0" lvl="8"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matchingName="Comparison" type="twoTxTwoObj">
  <p:cSld name="TWO_OBJECTS_WITH_TEXT">
    <p:spTree>
      <p:nvGrpSpPr>
        <p:cNvPr id="1" name="Shape 38"/>
        <p:cNvGrpSpPr/>
        <p:nvPr/>
      </p:nvGrpSpPr>
      <p:grpSpPr>
        <a:xfrm>
          <a:off x="0" y="0"/>
          <a:ext cx="0" cy="0"/>
          <a:chOff x="0" y="0"/>
          <a:chExt cx="0" cy="0"/>
        </a:xfrm>
      </p:grpSpPr>
      <p:sp>
        <p:nvSpPr>
          <p:cNvPr id="39" name="Google Shape;39;p19"/>
          <p:cNvSpPr txBox="1">
            <a:spLocks noGrp="1"/>
          </p:cNvSpPr>
          <p:nvPr>
            <p:ph type="title"/>
          </p:nvPr>
        </p:nvSpPr>
        <p:spPr>
          <a:xfrm>
            <a:off x="839788" y="365125"/>
            <a:ext cx="10515600" cy="1325563"/>
          </a:xfrm>
          <a:prstGeom prst="rect">
            <a:avLst/>
          </a:prstGeom>
          <a:noFill/>
          <a:ln>
            <a:noFill/>
          </a:ln>
        </p:spPr>
        <p:txBody>
          <a:bodyPr spcFirstLastPara="1" wrap="square" lIns="91425" tIns="45700" rIns="91425" bIns="45700" anchor="ctr" anchorCtr="0">
            <a:normAutofit/>
          </a:bodyPr>
          <a:lstStyle>
            <a:lvl1pPr lvl="0" algn="l">
              <a:lnSpc>
                <a:spcPct val="90000"/>
              </a:lnSpc>
              <a:spcBef>
                <a:spcPts val="0"/>
              </a:spcBef>
              <a:spcAft>
                <a:spcPts val="0"/>
              </a:spcAft>
              <a:buClr>
                <a:schemeClr val="dk1"/>
              </a:buClr>
              <a:buSzPts val="18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40" name="Google Shape;40;p19"/>
          <p:cNvSpPr txBox="1">
            <a:spLocks noGrp="1"/>
          </p:cNvSpPr>
          <p:nvPr>
            <p:ph type="body" idx="1"/>
          </p:nvPr>
        </p:nvSpPr>
        <p:spPr>
          <a:xfrm>
            <a:off x="839788" y="1681163"/>
            <a:ext cx="5157787" cy="823912"/>
          </a:xfrm>
          <a:prstGeom prst="rect">
            <a:avLst/>
          </a:prstGeom>
          <a:noFill/>
          <a:ln>
            <a:noFill/>
          </a:ln>
        </p:spPr>
        <p:txBody>
          <a:bodyPr spcFirstLastPara="1" wrap="square" lIns="91425" tIns="45700" rIns="91425" bIns="45700" anchor="b" anchorCtr="0">
            <a:normAutofit/>
          </a:bodyPr>
          <a:lstStyle>
            <a:lvl1pPr marL="457200" lvl="0" indent="-228600" algn="l">
              <a:lnSpc>
                <a:spcPct val="90000"/>
              </a:lnSpc>
              <a:spcBef>
                <a:spcPts val="1000"/>
              </a:spcBef>
              <a:spcAft>
                <a:spcPts val="0"/>
              </a:spcAft>
              <a:buClr>
                <a:schemeClr val="dk1"/>
              </a:buClr>
              <a:buSzPts val="2400"/>
              <a:buNone/>
              <a:defRPr sz="2400" b="1"/>
            </a:lvl1pPr>
            <a:lvl2pPr marL="914400" lvl="1" indent="-228600" algn="l">
              <a:lnSpc>
                <a:spcPct val="90000"/>
              </a:lnSpc>
              <a:spcBef>
                <a:spcPts val="500"/>
              </a:spcBef>
              <a:spcAft>
                <a:spcPts val="0"/>
              </a:spcAft>
              <a:buClr>
                <a:schemeClr val="dk1"/>
              </a:buClr>
              <a:buSzPts val="2000"/>
              <a:buNone/>
              <a:defRPr sz="2000" b="1"/>
            </a:lvl2pPr>
            <a:lvl3pPr marL="1371600" lvl="2" indent="-228600" algn="l">
              <a:lnSpc>
                <a:spcPct val="90000"/>
              </a:lnSpc>
              <a:spcBef>
                <a:spcPts val="500"/>
              </a:spcBef>
              <a:spcAft>
                <a:spcPts val="0"/>
              </a:spcAft>
              <a:buClr>
                <a:schemeClr val="dk1"/>
              </a:buClr>
              <a:buSzPts val="1800"/>
              <a:buNone/>
              <a:defRPr sz="1800" b="1"/>
            </a:lvl3pPr>
            <a:lvl4pPr marL="1828800" lvl="3" indent="-228600" algn="l">
              <a:lnSpc>
                <a:spcPct val="90000"/>
              </a:lnSpc>
              <a:spcBef>
                <a:spcPts val="500"/>
              </a:spcBef>
              <a:spcAft>
                <a:spcPts val="0"/>
              </a:spcAft>
              <a:buClr>
                <a:schemeClr val="dk1"/>
              </a:buClr>
              <a:buSzPts val="1600"/>
              <a:buNone/>
              <a:defRPr sz="1600" b="1"/>
            </a:lvl4pPr>
            <a:lvl5pPr marL="2286000" lvl="4" indent="-228600" algn="l">
              <a:lnSpc>
                <a:spcPct val="90000"/>
              </a:lnSpc>
              <a:spcBef>
                <a:spcPts val="500"/>
              </a:spcBef>
              <a:spcAft>
                <a:spcPts val="0"/>
              </a:spcAft>
              <a:buClr>
                <a:schemeClr val="dk1"/>
              </a:buClr>
              <a:buSzPts val="1600"/>
              <a:buNone/>
              <a:defRPr sz="1600" b="1"/>
            </a:lvl5pPr>
            <a:lvl6pPr marL="2743200" lvl="5" indent="-228600" algn="l">
              <a:lnSpc>
                <a:spcPct val="90000"/>
              </a:lnSpc>
              <a:spcBef>
                <a:spcPts val="500"/>
              </a:spcBef>
              <a:spcAft>
                <a:spcPts val="0"/>
              </a:spcAft>
              <a:buClr>
                <a:schemeClr val="dk1"/>
              </a:buClr>
              <a:buSzPts val="1600"/>
              <a:buNone/>
              <a:defRPr sz="1600" b="1"/>
            </a:lvl6pPr>
            <a:lvl7pPr marL="3200400" lvl="6" indent="-228600" algn="l">
              <a:lnSpc>
                <a:spcPct val="90000"/>
              </a:lnSpc>
              <a:spcBef>
                <a:spcPts val="500"/>
              </a:spcBef>
              <a:spcAft>
                <a:spcPts val="0"/>
              </a:spcAft>
              <a:buClr>
                <a:schemeClr val="dk1"/>
              </a:buClr>
              <a:buSzPts val="1600"/>
              <a:buNone/>
              <a:defRPr sz="1600" b="1"/>
            </a:lvl7pPr>
            <a:lvl8pPr marL="3657600" lvl="7" indent="-228600" algn="l">
              <a:lnSpc>
                <a:spcPct val="90000"/>
              </a:lnSpc>
              <a:spcBef>
                <a:spcPts val="500"/>
              </a:spcBef>
              <a:spcAft>
                <a:spcPts val="0"/>
              </a:spcAft>
              <a:buClr>
                <a:schemeClr val="dk1"/>
              </a:buClr>
              <a:buSzPts val="1600"/>
              <a:buNone/>
              <a:defRPr sz="1600" b="1"/>
            </a:lvl8pPr>
            <a:lvl9pPr marL="4114800" lvl="8" indent="-228600" algn="l">
              <a:lnSpc>
                <a:spcPct val="90000"/>
              </a:lnSpc>
              <a:spcBef>
                <a:spcPts val="500"/>
              </a:spcBef>
              <a:spcAft>
                <a:spcPts val="0"/>
              </a:spcAft>
              <a:buClr>
                <a:schemeClr val="dk1"/>
              </a:buClr>
              <a:buSzPts val="1600"/>
              <a:buNone/>
              <a:defRPr sz="1600" b="1"/>
            </a:lvl9pPr>
          </a:lstStyle>
          <a:p>
            <a:endParaRPr/>
          </a:p>
        </p:txBody>
      </p:sp>
      <p:sp>
        <p:nvSpPr>
          <p:cNvPr id="41" name="Google Shape;41;p19"/>
          <p:cNvSpPr txBox="1">
            <a:spLocks noGrp="1"/>
          </p:cNvSpPr>
          <p:nvPr>
            <p:ph type="body" idx="2"/>
          </p:nvPr>
        </p:nvSpPr>
        <p:spPr>
          <a:xfrm>
            <a:off x="839788" y="2505075"/>
            <a:ext cx="5157787" cy="3684588"/>
          </a:xfrm>
          <a:prstGeom prst="rect">
            <a:avLst/>
          </a:prstGeom>
          <a:noFill/>
          <a:ln>
            <a:noFill/>
          </a:ln>
        </p:spPr>
        <p:txBody>
          <a:bodyPr spcFirstLastPara="1" wrap="square" lIns="91425" tIns="45700" rIns="91425" bIns="45700" anchor="t" anchorCtr="0">
            <a:normAutofit/>
          </a:bodyPr>
          <a:lstStyle>
            <a:lvl1pPr marL="457200" lvl="0" indent="-342900" algn="l">
              <a:lnSpc>
                <a:spcPct val="90000"/>
              </a:lnSpc>
              <a:spcBef>
                <a:spcPts val="1000"/>
              </a:spcBef>
              <a:spcAft>
                <a:spcPts val="0"/>
              </a:spcAft>
              <a:buClr>
                <a:schemeClr val="dk1"/>
              </a:buClr>
              <a:buSzPts val="1800"/>
              <a:buChar char="•"/>
              <a:defRPr/>
            </a:lvl1pPr>
            <a:lvl2pPr marL="914400" lvl="1" indent="-342900" algn="l">
              <a:lnSpc>
                <a:spcPct val="90000"/>
              </a:lnSpc>
              <a:spcBef>
                <a:spcPts val="500"/>
              </a:spcBef>
              <a:spcAft>
                <a:spcPts val="0"/>
              </a:spcAft>
              <a:buClr>
                <a:schemeClr val="dk1"/>
              </a:buClr>
              <a:buSzPts val="1800"/>
              <a:buChar char="•"/>
              <a:defRPr/>
            </a:lvl2pPr>
            <a:lvl3pPr marL="1371600" lvl="2" indent="-342900" algn="l">
              <a:lnSpc>
                <a:spcPct val="90000"/>
              </a:lnSpc>
              <a:spcBef>
                <a:spcPts val="500"/>
              </a:spcBef>
              <a:spcAft>
                <a:spcPts val="0"/>
              </a:spcAft>
              <a:buClr>
                <a:schemeClr val="dk1"/>
              </a:buClr>
              <a:buSzPts val="1800"/>
              <a:buChar char="•"/>
              <a:defRPr/>
            </a:lvl3pPr>
            <a:lvl4pPr marL="1828800" lvl="3" indent="-342900" algn="l">
              <a:lnSpc>
                <a:spcPct val="90000"/>
              </a:lnSpc>
              <a:spcBef>
                <a:spcPts val="500"/>
              </a:spcBef>
              <a:spcAft>
                <a:spcPts val="0"/>
              </a:spcAft>
              <a:buClr>
                <a:schemeClr val="dk1"/>
              </a:buClr>
              <a:buSzPts val="1800"/>
              <a:buChar char="•"/>
              <a:defRPr/>
            </a:lvl4pPr>
            <a:lvl5pPr marL="2286000" lvl="4" indent="-342900" algn="l">
              <a:lnSpc>
                <a:spcPct val="90000"/>
              </a:lnSpc>
              <a:spcBef>
                <a:spcPts val="500"/>
              </a:spcBef>
              <a:spcAft>
                <a:spcPts val="0"/>
              </a:spcAft>
              <a:buClr>
                <a:schemeClr val="dk1"/>
              </a:buClr>
              <a:buSzPts val="1800"/>
              <a:buChar char="•"/>
              <a:defRPr/>
            </a:lvl5pPr>
            <a:lvl6pPr marL="2743200" lvl="5" indent="-342900" algn="l">
              <a:lnSpc>
                <a:spcPct val="90000"/>
              </a:lnSpc>
              <a:spcBef>
                <a:spcPts val="500"/>
              </a:spcBef>
              <a:spcAft>
                <a:spcPts val="0"/>
              </a:spcAft>
              <a:buClr>
                <a:schemeClr val="dk1"/>
              </a:buClr>
              <a:buSzPts val="1800"/>
              <a:buChar char="•"/>
              <a:defRPr/>
            </a:lvl6pPr>
            <a:lvl7pPr marL="3200400" lvl="6" indent="-342900" algn="l">
              <a:lnSpc>
                <a:spcPct val="90000"/>
              </a:lnSpc>
              <a:spcBef>
                <a:spcPts val="500"/>
              </a:spcBef>
              <a:spcAft>
                <a:spcPts val="0"/>
              </a:spcAft>
              <a:buClr>
                <a:schemeClr val="dk1"/>
              </a:buClr>
              <a:buSzPts val="1800"/>
              <a:buChar char="•"/>
              <a:defRPr/>
            </a:lvl7pPr>
            <a:lvl8pPr marL="3657600" lvl="7" indent="-342900" algn="l">
              <a:lnSpc>
                <a:spcPct val="90000"/>
              </a:lnSpc>
              <a:spcBef>
                <a:spcPts val="500"/>
              </a:spcBef>
              <a:spcAft>
                <a:spcPts val="0"/>
              </a:spcAft>
              <a:buClr>
                <a:schemeClr val="dk1"/>
              </a:buClr>
              <a:buSzPts val="1800"/>
              <a:buChar char="•"/>
              <a:defRPr/>
            </a:lvl8pPr>
            <a:lvl9pPr marL="4114800" lvl="8" indent="-342900" algn="l">
              <a:lnSpc>
                <a:spcPct val="90000"/>
              </a:lnSpc>
              <a:spcBef>
                <a:spcPts val="500"/>
              </a:spcBef>
              <a:spcAft>
                <a:spcPts val="0"/>
              </a:spcAft>
              <a:buClr>
                <a:schemeClr val="dk1"/>
              </a:buClr>
              <a:buSzPts val="1800"/>
              <a:buChar char="•"/>
              <a:defRPr/>
            </a:lvl9pPr>
          </a:lstStyle>
          <a:p>
            <a:endParaRPr/>
          </a:p>
        </p:txBody>
      </p:sp>
      <p:sp>
        <p:nvSpPr>
          <p:cNvPr id="42" name="Google Shape;42;p19"/>
          <p:cNvSpPr txBox="1">
            <a:spLocks noGrp="1"/>
          </p:cNvSpPr>
          <p:nvPr>
            <p:ph type="body" idx="3"/>
          </p:nvPr>
        </p:nvSpPr>
        <p:spPr>
          <a:xfrm>
            <a:off x="6172200" y="1681163"/>
            <a:ext cx="5183188" cy="823912"/>
          </a:xfrm>
          <a:prstGeom prst="rect">
            <a:avLst/>
          </a:prstGeom>
          <a:noFill/>
          <a:ln>
            <a:noFill/>
          </a:ln>
        </p:spPr>
        <p:txBody>
          <a:bodyPr spcFirstLastPara="1" wrap="square" lIns="91425" tIns="45700" rIns="91425" bIns="45700" anchor="b" anchorCtr="0">
            <a:normAutofit/>
          </a:bodyPr>
          <a:lstStyle>
            <a:lvl1pPr marL="457200" lvl="0" indent="-228600" algn="l">
              <a:lnSpc>
                <a:spcPct val="90000"/>
              </a:lnSpc>
              <a:spcBef>
                <a:spcPts val="1000"/>
              </a:spcBef>
              <a:spcAft>
                <a:spcPts val="0"/>
              </a:spcAft>
              <a:buClr>
                <a:schemeClr val="dk1"/>
              </a:buClr>
              <a:buSzPts val="2400"/>
              <a:buNone/>
              <a:defRPr sz="2400" b="1"/>
            </a:lvl1pPr>
            <a:lvl2pPr marL="914400" lvl="1" indent="-228600" algn="l">
              <a:lnSpc>
                <a:spcPct val="90000"/>
              </a:lnSpc>
              <a:spcBef>
                <a:spcPts val="500"/>
              </a:spcBef>
              <a:spcAft>
                <a:spcPts val="0"/>
              </a:spcAft>
              <a:buClr>
                <a:schemeClr val="dk1"/>
              </a:buClr>
              <a:buSzPts val="2000"/>
              <a:buNone/>
              <a:defRPr sz="2000" b="1"/>
            </a:lvl2pPr>
            <a:lvl3pPr marL="1371600" lvl="2" indent="-228600" algn="l">
              <a:lnSpc>
                <a:spcPct val="90000"/>
              </a:lnSpc>
              <a:spcBef>
                <a:spcPts val="500"/>
              </a:spcBef>
              <a:spcAft>
                <a:spcPts val="0"/>
              </a:spcAft>
              <a:buClr>
                <a:schemeClr val="dk1"/>
              </a:buClr>
              <a:buSzPts val="1800"/>
              <a:buNone/>
              <a:defRPr sz="1800" b="1"/>
            </a:lvl3pPr>
            <a:lvl4pPr marL="1828800" lvl="3" indent="-228600" algn="l">
              <a:lnSpc>
                <a:spcPct val="90000"/>
              </a:lnSpc>
              <a:spcBef>
                <a:spcPts val="500"/>
              </a:spcBef>
              <a:spcAft>
                <a:spcPts val="0"/>
              </a:spcAft>
              <a:buClr>
                <a:schemeClr val="dk1"/>
              </a:buClr>
              <a:buSzPts val="1600"/>
              <a:buNone/>
              <a:defRPr sz="1600" b="1"/>
            </a:lvl4pPr>
            <a:lvl5pPr marL="2286000" lvl="4" indent="-228600" algn="l">
              <a:lnSpc>
                <a:spcPct val="90000"/>
              </a:lnSpc>
              <a:spcBef>
                <a:spcPts val="500"/>
              </a:spcBef>
              <a:spcAft>
                <a:spcPts val="0"/>
              </a:spcAft>
              <a:buClr>
                <a:schemeClr val="dk1"/>
              </a:buClr>
              <a:buSzPts val="1600"/>
              <a:buNone/>
              <a:defRPr sz="1600" b="1"/>
            </a:lvl5pPr>
            <a:lvl6pPr marL="2743200" lvl="5" indent="-228600" algn="l">
              <a:lnSpc>
                <a:spcPct val="90000"/>
              </a:lnSpc>
              <a:spcBef>
                <a:spcPts val="500"/>
              </a:spcBef>
              <a:spcAft>
                <a:spcPts val="0"/>
              </a:spcAft>
              <a:buClr>
                <a:schemeClr val="dk1"/>
              </a:buClr>
              <a:buSzPts val="1600"/>
              <a:buNone/>
              <a:defRPr sz="1600" b="1"/>
            </a:lvl6pPr>
            <a:lvl7pPr marL="3200400" lvl="6" indent="-228600" algn="l">
              <a:lnSpc>
                <a:spcPct val="90000"/>
              </a:lnSpc>
              <a:spcBef>
                <a:spcPts val="500"/>
              </a:spcBef>
              <a:spcAft>
                <a:spcPts val="0"/>
              </a:spcAft>
              <a:buClr>
                <a:schemeClr val="dk1"/>
              </a:buClr>
              <a:buSzPts val="1600"/>
              <a:buNone/>
              <a:defRPr sz="1600" b="1"/>
            </a:lvl7pPr>
            <a:lvl8pPr marL="3657600" lvl="7" indent="-228600" algn="l">
              <a:lnSpc>
                <a:spcPct val="90000"/>
              </a:lnSpc>
              <a:spcBef>
                <a:spcPts val="500"/>
              </a:spcBef>
              <a:spcAft>
                <a:spcPts val="0"/>
              </a:spcAft>
              <a:buClr>
                <a:schemeClr val="dk1"/>
              </a:buClr>
              <a:buSzPts val="1600"/>
              <a:buNone/>
              <a:defRPr sz="1600" b="1"/>
            </a:lvl8pPr>
            <a:lvl9pPr marL="4114800" lvl="8" indent="-228600" algn="l">
              <a:lnSpc>
                <a:spcPct val="90000"/>
              </a:lnSpc>
              <a:spcBef>
                <a:spcPts val="500"/>
              </a:spcBef>
              <a:spcAft>
                <a:spcPts val="0"/>
              </a:spcAft>
              <a:buClr>
                <a:schemeClr val="dk1"/>
              </a:buClr>
              <a:buSzPts val="1600"/>
              <a:buNone/>
              <a:defRPr sz="1600" b="1"/>
            </a:lvl9pPr>
          </a:lstStyle>
          <a:p>
            <a:endParaRPr/>
          </a:p>
        </p:txBody>
      </p:sp>
      <p:sp>
        <p:nvSpPr>
          <p:cNvPr id="43" name="Google Shape;43;p19"/>
          <p:cNvSpPr txBox="1">
            <a:spLocks noGrp="1"/>
          </p:cNvSpPr>
          <p:nvPr>
            <p:ph type="body" idx="4"/>
          </p:nvPr>
        </p:nvSpPr>
        <p:spPr>
          <a:xfrm>
            <a:off x="6172200" y="2505075"/>
            <a:ext cx="5183188" cy="3684588"/>
          </a:xfrm>
          <a:prstGeom prst="rect">
            <a:avLst/>
          </a:prstGeom>
          <a:noFill/>
          <a:ln>
            <a:noFill/>
          </a:ln>
        </p:spPr>
        <p:txBody>
          <a:bodyPr spcFirstLastPara="1" wrap="square" lIns="91425" tIns="45700" rIns="91425" bIns="45700" anchor="t" anchorCtr="0">
            <a:normAutofit/>
          </a:bodyPr>
          <a:lstStyle>
            <a:lvl1pPr marL="457200" lvl="0" indent="-342900" algn="l">
              <a:lnSpc>
                <a:spcPct val="90000"/>
              </a:lnSpc>
              <a:spcBef>
                <a:spcPts val="1000"/>
              </a:spcBef>
              <a:spcAft>
                <a:spcPts val="0"/>
              </a:spcAft>
              <a:buClr>
                <a:schemeClr val="dk1"/>
              </a:buClr>
              <a:buSzPts val="1800"/>
              <a:buChar char="•"/>
              <a:defRPr/>
            </a:lvl1pPr>
            <a:lvl2pPr marL="914400" lvl="1" indent="-342900" algn="l">
              <a:lnSpc>
                <a:spcPct val="90000"/>
              </a:lnSpc>
              <a:spcBef>
                <a:spcPts val="500"/>
              </a:spcBef>
              <a:spcAft>
                <a:spcPts val="0"/>
              </a:spcAft>
              <a:buClr>
                <a:schemeClr val="dk1"/>
              </a:buClr>
              <a:buSzPts val="1800"/>
              <a:buChar char="•"/>
              <a:defRPr/>
            </a:lvl2pPr>
            <a:lvl3pPr marL="1371600" lvl="2" indent="-342900" algn="l">
              <a:lnSpc>
                <a:spcPct val="90000"/>
              </a:lnSpc>
              <a:spcBef>
                <a:spcPts val="500"/>
              </a:spcBef>
              <a:spcAft>
                <a:spcPts val="0"/>
              </a:spcAft>
              <a:buClr>
                <a:schemeClr val="dk1"/>
              </a:buClr>
              <a:buSzPts val="1800"/>
              <a:buChar char="•"/>
              <a:defRPr/>
            </a:lvl3pPr>
            <a:lvl4pPr marL="1828800" lvl="3" indent="-342900" algn="l">
              <a:lnSpc>
                <a:spcPct val="90000"/>
              </a:lnSpc>
              <a:spcBef>
                <a:spcPts val="500"/>
              </a:spcBef>
              <a:spcAft>
                <a:spcPts val="0"/>
              </a:spcAft>
              <a:buClr>
                <a:schemeClr val="dk1"/>
              </a:buClr>
              <a:buSzPts val="1800"/>
              <a:buChar char="•"/>
              <a:defRPr/>
            </a:lvl4pPr>
            <a:lvl5pPr marL="2286000" lvl="4" indent="-342900" algn="l">
              <a:lnSpc>
                <a:spcPct val="90000"/>
              </a:lnSpc>
              <a:spcBef>
                <a:spcPts val="500"/>
              </a:spcBef>
              <a:spcAft>
                <a:spcPts val="0"/>
              </a:spcAft>
              <a:buClr>
                <a:schemeClr val="dk1"/>
              </a:buClr>
              <a:buSzPts val="1800"/>
              <a:buChar char="•"/>
              <a:defRPr/>
            </a:lvl5pPr>
            <a:lvl6pPr marL="2743200" lvl="5" indent="-342900" algn="l">
              <a:lnSpc>
                <a:spcPct val="90000"/>
              </a:lnSpc>
              <a:spcBef>
                <a:spcPts val="500"/>
              </a:spcBef>
              <a:spcAft>
                <a:spcPts val="0"/>
              </a:spcAft>
              <a:buClr>
                <a:schemeClr val="dk1"/>
              </a:buClr>
              <a:buSzPts val="1800"/>
              <a:buChar char="•"/>
              <a:defRPr/>
            </a:lvl6pPr>
            <a:lvl7pPr marL="3200400" lvl="6" indent="-342900" algn="l">
              <a:lnSpc>
                <a:spcPct val="90000"/>
              </a:lnSpc>
              <a:spcBef>
                <a:spcPts val="500"/>
              </a:spcBef>
              <a:spcAft>
                <a:spcPts val="0"/>
              </a:spcAft>
              <a:buClr>
                <a:schemeClr val="dk1"/>
              </a:buClr>
              <a:buSzPts val="1800"/>
              <a:buChar char="•"/>
              <a:defRPr/>
            </a:lvl7pPr>
            <a:lvl8pPr marL="3657600" lvl="7" indent="-342900" algn="l">
              <a:lnSpc>
                <a:spcPct val="90000"/>
              </a:lnSpc>
              <a:spcBef>
                <a:spcPts val="500"/>
              </a:spcBef>
              <a:spcAft>
                <a:spcPts val="0"/>
              </a:spcAft>
              <a:buClr>
                <a:schemeClr val="dk1"/>
              </a:buClr>
              <a:buSzPts val="1800"/>
              <a:buChar char="•"/>
              <a:defRPr/>
            </a:lvl8pPr>
            <a:lvl9pPr marL="4114800" lvl="8" indent="-342900" algn="l">
              <a:lnSpc>
                <a:spcPct val="90000"/>
              </a:lnSpc>
              <a:spcBef>
                <a:spcPts val="500"/>
              </a:spcBef>
              <a:spcAft>
                <a:spcPts val="0"/>
              </a:spcAft>
              <a:buClr>
                <a:schemeClr val="dk1"/>
              </a:buClr>
              <a:buSzPts val="1800"/>
              <a:buChar char="•"/>
              <a:defRPr/>
            </a:lvl9pPr>
          </a:lstStyle>
          <a:p>
            <a:endParaRPr/>
          </a:p>
        </p:txBody>
      </p:sp>
      <p:sp>
        <p:nvSpPr>
          <p:cNvPr id="44" name="Google Shape;44;p19"/>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45" name="Google Shape;45;p19"/>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lvl="0" algn="ctr">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46" name="Google Shape;46;p19"/>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marR="0" lvl="0"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1pPr>
            <a:lvl2pPr marL="0" marR="0" lvl="1"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2pPr>
            <a:lvl3pPr marL="0" marR="0" lvl="2"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3pPr>
            <a:lvl4pPr marL="0" marR="0" lvl="3"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4pPr>
            <a:lvl5pPr marL="0" marR="0" lvl="4"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5pPr>
            <a:lvl6pPr marL="0" marR="0" lvl="5"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6pPr>
            <a:lvl7pPr marL="0" marR="0" lvl="6"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7pPr>
            <a:lvl8pPr marL="0" marR="0" lvl="7"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8pPr>
            <a:lvl9pPr marL="0" marR="0" lvl="8"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matchingName="Title Only" type="titleOnly">
  <p:cSld name="TITLE_ONLY">
    <p:spTree>
      <p:nvGrpSpPr>
        <p:cNvPr id="1" name="Shape 47"/>
        <p:cNvGrpSpPr/>
        <p:nvPr/>
      </p:nvGrpSpPr>
      <p:grpSpPr>
        <a:xfrm>
          <a:off x="0" y="0"/>
          <a:ext cx="0" cy="0"/>
          <a:chOff x="0" y="0"/>
          <a:chExt cx="0" cy="0"/>
        </a:xfrm>
      </p:grpSpPr>
      <p:sp>
        <p:nvSpPr>
          <p:cNvPr id="48" name="Google Shape;48;p20"/>
          <p:cNvSpPr txBox="1">
            <a:spLocks noGrp="1"/>
          </p:cNvSpPr>
          <p:nvPr>
            <p:ph type="title"/>
          </p:nvPr>
        </p:nvSpPr>
        <p:spPr>
          <a:xfrm>
            <a:off x="838200" y="365125"/>
            <a:ext cx="10515600" cy="1325563"/>
          </a:xfrm>
          <a:prstGeom prst="rect">
            <a:avLst/>
          </a:prstGeom>
          <a:noFill/>
          <a:ln>
            <a:noFill/>
          </a:ln>
        </p:spPr>
        <p:txBody>
          <a:bodyPr spcFirstLastPara="1" wrap="square" lIns="91425" tIns="45700" rIns="91425" bIns="45700" anchor="ctr" anchorCtr="0">
            <a:normAutofit/>
          </a:bodyPr>
          <a:lstStyle>
            <a:lvl1pPr lvl="0" algn="l">
              <a:lnSpc>
                <a:spcPct val="90000"/>
              </a:lnSpc>
              <a:spcBef>
                <a:spcPts val="0"/>
              </a:spcBef>
              <a:spcAft>
                <a:spcPts val="0"/>
              </a:spcAft>
              <a:buClr>
                <a:schemeClr val="dk1"/>
              </a:buClr>
              <a:buSzPts val="18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49" name="Google Shape;49;p20"/>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50" name="Google Shape;50;p20"/>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lvl="0" algn="ctr">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51" name="Google Shape;51;p20"/>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marR="0" lvl="0"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1pPr>
            <a:lvl2pPr marL="0" marR="0" lvl="1"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2pPr>
            <a:lvl3pPr marL="0" marR="0" lvl="2"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3pPr>
            <a:lvl4pPr marL="0" marR="0" lvl="3"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4pPr>
            <a:lvl5pPr marL="0" marR="0" lvl="4"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5pPr>
            <a:lvl6pPr marL="0" marR="0" lvl="5"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6pPr>
            <a:lvl7pPr marL="0" marR="0" lvl="6"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7pPr>
            <a:lvl8pPr marL="0" marR="0" lvl="7"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8pPr>
            <a:lvl9pPr marL="0" marR="0" lvl="8"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matchingName="Content with Caption" type="objTx">
  <p:cSld name="OBJECT_WITH_CAPTION_TEXT">
    <p:spTree>
      <p:nvGrpSpPr>
        <p:cNvPr id="1" name="Shape 52"/>
        <p:cNvGrpSpPr/>
        <p:nvPr/>
      </p:nvGrpSpPr>
      <p:grpSpPr>
        <a:xfrm>
          <a:off x="0" y="0"/>
          <a:ext cx="0" cy="0"/>
          <a:chOff x="0" y="0"/>
          <a:chExt cx="0" cy="0"/>
        </a:xfrm>
      </p:grpSpPr>
      <p:sp>
        <p:nvSpPr>
          <p:cNvPr id="53" name="Google Shape;53;p22"/>
          <p:cNvSpPr txBox="1">
            <a:spLocks noGrp="1"/>
          </p:cNvSpPr>
          <p:nvPr>
            <p:ph type="title"/>
          </p:nvPr>
        </p:nvSpPr>
        <p:spPr>
          <a:xfrm>
            <a:off x="839788" y="457200"/>
            <a:ext cx="3932237" cy="1600200"/>
          </a:xfrm>
          <a:prstGeom prst="rect">
            <a:avLst/>
          </a:prstGeom>
          <a:noFill/>
          <a:ln>
            <a:noFill/>
          </a:ln>
        </p:spPr>
        <p:txBody>
          <a:bodyPr spcFirstLastPara="1" wrap="square" lIns="91425" tIns="45700" rIns="91425" bIns="45700" anchor="b" anchorCtr="0">
            <a:normAutofit/>
          </a:bodyPr>
          <a:lstStyle>
            <a:lvl1pPr lvl="0" algn="l">
              <a:lnSpc>
                <a:spcPct val="90000"/>
              </a:lnSpc>
              <a:spcBef>
                <a:spcPts val="0"/>
              </a:spcBef>
              <a:spcAft>
                <a:spcPts val="0"/>
              </a:spcAft>
              <a:buClr>
                <a:schemeClr val="dk1"/>
              </a:buClr>
              <a:buSzPts val="3200"/>
              <a:buFont typeface="Calibri"/>
              <a:buNone/>
              <a:defRPr sz="3200"/>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54" name="Google Shape;54;p22"/>
          <p:cNvSpPr txBox="1">
            <a:spLocks noGrp="1"/>
          </p:cNvSpPr>
          <p:nvPr>
            <p:ph type="body" idx="1"/>
          </p:nvPr>
        </p:nvSpPr>
        <p:spPr>
          <a:xfrm>
            <a:off x="5183188" y="987425"/>
            <a:ext cx="6172200" cy="4873625"/>
          </a:xfrm>
          <a:prstGeom prst="rect">
            <a:avLst/>
          </a:prstGeom>
          <a:noFill/>
          <a:ln>
            <a:noFill/>
          </a:ln>
        </p:spPr>
        <p:txBody>
          <a:bodyPr spcFirstLastPara="1" wrap="square" lIns="91425" tIns="45700" rIns="91425" bIns="45700" anchor="t" anchorCtr="0">
            <a:normAutofit/>
          </a:bodyPr>
          <a:lstStyle>
            <a:lvl1pPr marL="457200" lvl="0" indent="-431800" algn="l">
              <a:lnSpc>
                <a:spcPct val="90000"/>
              </a:lnSpc>
              <a:spcBef>
                <a:spcPts val="1000"/>
              </a:spcBef>
              <a:spcAft>
                <a:spcPts val="0"/>
              </a:spcAft>
              <a:buClr>
                <a:schemeClr val="dk1"/>
              </a:buClr>
              <a:buSzPts val="3200"/>
              <a:buChar char="•"/>
              <a:defRPr sz="3200"/>
            </a:lvl1pPr>
            <a:lvl2pPr marL="914400" lvl="1" indent="-406400" algn="l">
              <a:lnSpc>
                <a:spcPct val="90000"/>
              </a:lnSpc>
              <a:spcBef>
                <a:spcPts val="500"/>
              </a:spcBef>
              <a:spcAft>
                <a:spcPts val="0"/>
              </a:spcAft>
              <a:buClr>
                <a:schemeClr val="dk1"/>
              </a:buClr>
              <a:buSzPts val="2800"/>
              <a:buChar char="•"/>
              <a:defRPr sz="2800"/>
            </a:lvl2pPr>
            <a:lvl3pPr marL="1371600" lvl="2" indent="-381000" algn="l">
              <a:lnSpc>
                <a:spcPct val="90000"/>
              </a:lnSpc>
              <a:spcBef>
                <a:spcPts val="500"/>
              </a:spcBef>
              <a:spcAft>
                <a:spcPts val="0"/>
              </a:spcAft>
              <a:buClr>
                <a:schemeClr val="dk1"/>
              </a:buClr>
              <a:buSzPts val="2400"/>
              <a:buChar char="•"/>
              <a:defRPr sz="2400"/>
            </a:lvl3pPr>
            <a:lvl4pPr marL="1828800" lvl="3" indent="-355600" algn="l">
              <a:lnSpc>
                <a:spcPct val="90000"/>
              </a:lnSpc>
              <a:spcBef>
                <a:spcPts val="500"/>
              </a:spcBef>
              <a:spcAft>
                <a:spcPts val="0"/>
              </a:spcAft>
              <a:buClr>
                <a:schemeClr val="dk1"/>
              </a:buClr>
              <a:buSzPts val="2000"/>
              <a:buChar char="•"/>
              <a:defRPr sz="2000"/>
            </a:lvl4pPr>
            <a:lvl5pPr marL="2286000" lvl="4" indent="-355600" algn="l">
              <a:lnSpc>
                <a:spcPct val="90000"/>
              </a:lnSpc>
              <a:spcBef>
                <a:spcPts val="500"/>
              </a:spcBef>
              <a:spcAft>
                <a:spcPts val="0"/>
              </a:spcAft>
              <a:buClr>
                <a:schemeClr val="dk1"/>
              </a:buClr>
              <a:buSzPts val="2000"/>
              <a:buChar char="•"/>
              <a:defRPr sz="2000"/>
            </a:lvl5pPr>
            <a:lvl6pPr marL="2743200" lvl="5" indent="-355600" algn="l">
              <a:lnSpc>
                <a:spcPct val="90000"/>
              </a:lnSpc>
              <a:spcBef>
                <a:spcPts val="500"/>
              </a:spcBef>
              <a:spcAft>
                <a:spcPts val="0"/>
              </a:spcAft>
              <a:buClr>
                <a:schemeClr val="dk1"/>
              </a:buClr>
              <a:buSzPts val="2000"/>
              <a:buChar char="•"/>
              <a:defRPr sz="2000"/>
            </a:lvl6pPr>
            <a:lvl7pPr marL="3200400" lvl="6" indent="-355600" algn="l">
              <a:lnSpc>
                <a:spcPct val="90000"/>
              </a:lnSpc>
              <a:spcBef>
                <a:spcPts val="500"/>
              </a:spcBef>
              <a:spcAft>
                <a:spcPts val="0"/>
              </a:spcAft>
              <a:buClr>
                <a:schemeClr val="dk1"/>
              </a:buClr>
              <a:buSzPts val="2000"/>
              <a:buChar char="•"/>
              <a:defRPr sz="2000"/>
            </a:lvl7pPr>
            <a:lvl8pPr marL="3657600" lvl="7" indent="-355600" algn="l">
              <a:lnSpc>
                <a:spcPct val="90000"/>
              </a:lnSpc>
              <a:spcBef>
                <a:spcPts val="500"/>
              </a:spcBef>
              <a:spcAft>
                <a:spcPts val="0"/>
              </a:spcAft>
              <a:buClr>
                <a:schemeClr val="dk1"/>
              </a:buClr>
              <a:buSzPts val="2000"/>
              <a:buChar char="•"/>
              <a:defRPr sz="2000"/>
            </a:lvl8pPr>
            <a:lvl9pPr marL="4114800" lvl="8" indent="-355600" algn="l">
              <a:lnSpc>
                <a:spcPct val="90000"/>
              </a:lnSpc>
              <a:spcBef>
                <a:spcPts val="500"/>
              </a:spcBef>
              <a:spcAft>
                <a:spcPts val="0"/>
              </a:spcAft>
              <a:buClr>
                <a:schemeClr val="dk1"/>
              </a:buClr>
              <a:buSzPts val="2000"/>
              <a:buChar char="•"/>
              <a:defRPr sz="2000"/>
            </a:lvl9pPr>
          </a:lstStyle>
          <a:p>
            <a:endParaRPr/>
          </a:p>
        </p:txBody>
      </p:sp>
      <p:sp>
        <p:nvSpPr>
          <p:cNvPr id="55" name="Google Shape;55;p22"/>
          <p:cNvSpPr txBox="1">
            <a:spLocks noGrp="1"/>
          </p:cNvSpPr>
          <p:nvPr>
            <p:ph type="body" idx="2"/>
          </p:nvPr>
        </p:nvSpPr>
        <p:spPr>
          <a:xfrm>
            <a:off x="839788" y="2057400"/>
            <a:ext cx="3932237" cy="3811588"/>
          </a:xfrm>
          <a:prstGeom prst="rect">
            <a:avLst/>
          </a:prstGeom>
          <a:noFill/>
          <a:ln>
            <a:noFill/>
          </a:ln>
        </p:spPr>
        <p:txBody>
          <a:bodyPr spcFirstLastPara="1" wrap="square" lIns="91425" tIns="45700" rIns="91425" bIns="45700" anchor="t" anchorCtr="0">
            <a:normAutofit/>
          </a:bodyPr>
          <a:lstStyle>
            <a:lvl1pPr marL="457200" lvl="0" indent="-228600" algn="l">
              <a:lnSpc>
                <a:spcPct val="90000"/>
              </a:lnSpc>
              <a:spcBef>
                <a:spcPts val="1000"/>
              </a:spcBef>
              <a:spcAft>
                <a:spcPts val="0"/>
              </a:spcAft>
              <a:buClr>
                <a:schemeClr val="dk1"/>
              </a:buClr>
              <a:buSzPts val="1600"/>
              <a:buNone/>
              <a:defRPr sz="1600"/>
            </a:lvl1pPr>
            <a:lvl2pPr marL="914400" lvl="1" indent="-228600" algn="l">
              <a:lnSpc>
                <a:spcPct val="90000"/>
              </a:lnSpc>
              <a:spcBef>
                <a:spcPts val="500"/>
              </a:spcBef>
              <a:spcAft>
                <a:spcPts val="0"/>
              </a:spcAft>
              <a:buClr>
                <a:schemeClr val="dk1"/>
              </a:buClr>
              <a:buSzPts val="1400"/>
              <a:buNone/>
              <a:defRPr sz="1400"/>
            </a:lvl2pPr>
            <a:lvl3pPr marL="1371600" lvl="2" indent="-228600" algn="l">
              <a:lnSpc>
                <a:spcPct val="90000"/>
              </a:lnSpc>
              <a:spcBef>
                <a:spcPts val="500"/>
              </a:spcBef>
              <a:spcAft>
                <a:spcPts val="0"/>
              </a:spcAft>
              <a:buClr>
                <a:schemeClr val="dk1"/>
              </a:buClr>
              <a:buSzPts val="1200"/>
              <a:buNone/>
              <a:defRPr sz="1200"/>
            </a:lvl3pPr>
            <a:lvl4pPr marL="1828800" lvl="3" indent="-228600" algn="l">
              <a:lnSpc>
                <a:spcPct val="90000"/>
              </a:lnSpc>
              <a:spcBef>
                <a:spcPts val="500"/>
              </a:spcBef>
              <a:spcAft>
                <a:spcPts val="0"/>
              </a:spcAft>
              <a:buClr>
                <a:schemeClr val="dk1"/>
              </a:buClr>
              <a:buSzPts val="1000"/>
              <a:buNone/>
              <a:defRPr sz="1000"/>
            </a:lvl4pPr>
            <a:lvl5pPr marL="2286000" lvl="4" indent="-228600" algn="l">
              <a:lnSpc>
                <a:spcPct val="90000"/>
              </a:lnSpc>
              <a:spcBef>
                <a:spcPts val="500"/>
              </a:spcBef>
              <a:spcAft>
                <a:spcPts val="0"/>
              </a:spcAft>
              <a:buClr>
                <a:schemeClr val="dk1"/>
              </a:buClr>
              <a:buSzPts val="1000"/>
              <a:buNone/>
              <a:defRPr sz="1000"/>
            </a:lvl5pPr>
            <a:lvl6pPr marL="2743200" lvl="5" indent="-228600" algn="l">
              <a:lnSpc>
                <a:spcPct val="90000"/>
              </a:lnSpc>
              <a:spcBef>
                <a:spcPts val="500"/>
              </a:spcBef>
              <a:spcAft>
                <a:spcPts val="0"/>
              </a:spcAft>
              <a:buClr>
                <a:schemeClr val="dk1"/>
              </a:buClr>
              <a:buSzPts val="1000"/>
              <a:buNone/>
              <a:defRPr sz="1000"/>
            </a:lvl6pPr>
            <a:lvl7pPr marL="3200400" lvl="6" indent="-228600" algn="l">
              <a:lnSpc>
                <a:spcPct val="90000"/>
              </a:lnSpc>
              <a:spcBef>
                <a:spcPts val="500"/>
              </a:spcBef>
              <a:spcAft>
                <a:spcPts val="0"/>
              </a:spcAft>
              <a:buClr>
                <a:schemeClr val="dk1"/>
              </a:buClr>
              <a:buSzPts val="1000"/>
              <a:buNone/>
              <a:defRPr sz="1000"/>
            </a:lvl7pPr>
            <a:lvl8pPr marL="3657600" lvl="7" indent="-228600" algn="l">
              <a:lnSpc>
                <a:spcPct val="90000"/>
              </a:lnSpc>
              <a:spcBef>
                <a:spcPts val="500"/>
              </a:spcBef>
              <a:spcAft>
                <a:spcPts val="0"/>
              </a:spcAft>
              <a:buClr>
                <a:schemeClr val="dk1"/>
              </a:buClr>
              <a:buSzPts val="1000"/>
              <a:buNone/>
              <a:defRPr sz="1000"/>
            </a:lvl8pPr>
            <a:lvl9pPr marL="4114800" lvl="8" indent="-228600" algn="l">
              <a:lnSpc>
                <a:spcPct val="90000"/>
              </a:lnSpc>
              <a:spcBef>
                <a:spcPts val="500"/>
              </a:spcBef>
              <a:spcAft>
                <a:spcPts val="0"/>
              </a:spcAft>
              <a:buClr>
                <a:schemeClr val="dk1"/>
              </a:buClr>
              <a:buSzPts val="1000"/>
              <a:buNone/>
              <a:defRPr sz="1000"/>
            </a:lvl9pPr>
          </a:lstStyle>
          <a:p>
            <a:endParaRPr/>
          </a:p>
        </p:txBody>
      </p:sp>
      <p:sp>
        <p:nvSpPr>
          <p:cNvPr id="56" name="Google Shape;56;p22"/>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57" name="Google Shape;57;p22"/>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lvl="0" algn="ctr">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58" name="Google Shape;58;p22"/>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marR="0" lvl="0"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1pPr>
            <a:lvl2pPr marL="0" marR="0" lvl="1"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2pPr>
            <a:lvl3pPr marL="0" marR="0" lvl="2"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3pPr>
            <a:lvl4pPr marL="0" marR="0" lvl="3"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4pPr>
            <a:lvl5pPr marL="0" marR="0" lvl="4"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5pPr>
            <a:lvl6pPr marL="0" marR="0" lvl="5"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6pPr>
            <a:lvl7pPr marL="0" marR="0" lvl="6"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7pPr>
            <a:lvl8pPr marL="0" marR="0" lvl="7"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8pPr>
            <a:lvl9pPr marL="0" marR="0" lvl="8"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matchingName="Picture with Caption" type="picTx">
  <p:cSld name="PICTURE_WITH_CAPTION_TEXT">
    <p:spTree>
      <p:nvGrpSpPr>
        <p:cNvPr id="1" name="Shape 59"/>
        <p:cNvGrpSpPr/>
        <p:nvPr/>
      </p:nvGrpSpPr>
      <p:grpSpPr>
        <a:xfrm>
          <a:off x="0" y="0"/>
          <a:ext cx="0" cy="0"/>
          <a:chOff x="0" y="0"/>
          <a:chExt cx="0" cy="0"/>
        </a:xfrm>
      </p:grpSpPr>
      <p:sp>
        <p:nvSpPr>
          <p:cNvPr id="60" name="Google Shape;60;p23"/>
          <p:cNvSpPr txBox="1">
            <a:spLocks noGrp="1"/>
          </p:cNvSpPr>
          <p:nvPr>
            <p:ph type="title"/>
          </p:nvPr>
        </p:nvSpPr>
        <p:spPr>
          <a:xfrm>
            <a:off x="839788" y="457200"/>
            <a:ext cx="3932237" cy="1600200"/>
          </a:xfrm>
          <a:prstGeom prst="rect">
            <a:avLst/>
          </a:prstGeom>
          <a:noFill/>
          <a:ln>
            <a:noFill/>
          </a:ln>
        </p:spPr>
        <p:txBody>
          <a:bodyPr spcFirstLastPara="1" wrap="square" lIns="91425" tIns="45700" rIns="91425" bIns="45700" anchor="b" anchorCtr="0">
            <a:normAutofit/>
          </a:bodyPr>
          <a:lstStyle>
            <a:lvl1pPr lvl="0" algn="l">
              <a:lnSpc>
                <a:spcPct val="90000"/>
              </a:lnSpc>
              <a:spcBef>
                <a:spcPts val="0"/>
              </a:spcBef>
              <a:spcAft>
                <a:spcPts val="0"/>
              </a:spcAft>
              <a:buClr>
                <a:schemeClr val="dk1"/>
              </a:buClr>
              <a:buSzPts val="3200"/>
              <a:buFont typeface="Calibri"/>
              <a:buNone/>
              <a:defRPr sz="3200"/>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61" name="Google Shape;61;p23"/>
          <p:cNvSpPr>
            <a:spLocks noGrp="1"/>
          </p:cNvSpPr>
          <p:nvPr>
            <p:ph type="pic" idx="2"/>
          </p:nvPr>
        </p:nvSpPr>
        <p:spPr>
          <a:xfrm>
            <a:off x="5183188" y="987425"/>
            <a:ext cx="6172200" cy="4873625"/>
          </a:xfrm>
          <a:prstGeom prst="rect">
            <a:avLst/>
          </a:prstGeom>
          <a:noFill/>
          <a:ln>
            <a:noFill/>
          </a:ln>
        </p:spPr>
        <p:txBody>
          <a:bodyPr/>
          <a:lstStyle/>
          <a:p>
            <a:endParaRPr lang="en-US"/>
          </a:p>
        </p:txBody>
      </p:sp>
      <p:sp>
        <p:nvSpPr>
          <p:cNvPr id="62" name="Google Shape;62;p23"/>
          <p:cNvSpPr txBox="1">
            <a:spLocks noGrp="1"/>
          </p:cNvSpPr>
          <p:nvPr>
            <p:ph type="body" idx="1"/>
          </p:nvPr>
        </p:nvSpPr>
        <p:spPr>
          <a:xfrm>
            <a:off x="839788" y="2057400"/>
            <a:ext cx="3932237" cy="3811588"/>
          </a:xfrm>
          <a:prstGeom prst="rect">
            <a:avLst/>
          </a:prstGeom>
          <a:noFill/>
          <a:ln>
            <a:noFill/>
          </a:ln>
        </p:spPr>
        <p:txBody>
          <a:bodyPr spcFirstLastPara="1" wrap="square" lIns="91425" tIns="45700" rIns="91425" bIns="45700" anchor="t" anchorCtr="0">
            <a:normAutofit/>
          </a:bodyPr>
          <a:lstStyle>
            <a:lvl1pPr marL="457200" lvl="0" indent="-228600" algn="l">
              <a:lnSpc>
                <a:spcPct val="90000"/>
              </a:lnSpc>
              <a:spcBef>
                <a:spcPts val="1000"/>
              </a:spcBef>
              <a:spcAft>
                <a:spcPts val="0"/>
              </a:spcAft>
              <a:buClr>
                <a:schemeClr val="dk1"/>
              </a:buClr>
              <a:buSzPts val="1600"/>
              <a:buNone/>
              <a:defRPr sz="1600"/>
            </a:lvl1pPr>
            <a:lvl2pPr marL="914400" lvl="1" indent="-228600" algn="l">
              <a:lnSpc>
                <a:spcPct val="90000"/>
              </a:lnSpc>
              <a:spcBef>
                <a:spcPts val="500"/>
              </a:spcBef>
              <a:spcAft>
                <a:spcPts val="0"/>
              </a:spcAft>
              <a:buClr>
                <a:schemeClr val="dk1"/>
              </a:buClr>
              <a:buSzPts val="1400"/>
              <a:buNone/>
              <a:defRPr sz="1400"/>
            </a:lvl2pPr>
            <a:lvl3pPr marL="1371600" lvl="2" indent="-228600" algn="l">
              <a:lnSpc>
                <a:spcPct val="90000"/>
              </a:lnSpc>
              <a:spcBef>
                <a:spcPts val="500"/>
              </a:spcBef>
              <a:spcAft>
                <a:spcPts val="0"/>
              </a:spcAft>
              <a:buClr>
                <a:schemeClr val="dk1"/>
              </a:buClr>
              <a:buSzPts val="1200"/>
              <a:buNone/>
              <a:defRPr sz="1200"/>
            </a:lvl3pPr>
            <a:lvl4pPr marL="1828800" lvl="3" indent="-228600" algn="l">
              <a:lnSpc>
                <a:spcPct val="90000"/>
              </a:lnSpc>
              <a:spcBef>
                <a:spcPts val="500"/>
              </a:spcBef>
              <a:spcAft>
                <a:spcPts val="0"/>
              </a:spcAft>
              <a:buClr>
                <a:schemeClr val="dk1"/>
              </a:buClr>
              <a:buSzPts val="1000"/>
              <a:buNone/>
              <a:defRPr sz="1000"/>
            </a:lvl4pPr>
            <a:lvl5pPr marL="2286000" lvl="4" indent="-228600" algn="l">
              <a:lnSpc>
                <a:spcPct val="90000"/>
              </a:lnSpc>
              <a:spcBef>
                <a:spcPts val="500"/>
              </a:spcBef>
              <a:spcAft>
                <a:spcPts val="0"/>
              </a:spcAft>
              <a:buClr>
                <a:schemeClr val="dk1"/>
              </a:buClr>
              <a:buSzPts val="1000"/>
              <a:buNone/>
              <a:defRPr sz="1000"/>
            </a:lvl5pPr>
            <a:lvl6pPr marL="2743200" lvl="5" indent="-228600" algn="l">
              <a:lnSpc>
                <a:spcPct val="90000"/>
              </a:lnSpc>
              <a:spcBef>
                <a:spcPts val="500"/>
              </a:spcBef>
              <a:spcAft>
                <a:spcPts val="0"/>
              </a:spcAft>
              <a:buClr>
                <a:schemeClr val="dk1"/>
              </a:buClr>
              <a:buSzPts val="1000"/>
              <a:buNone/>
              <a:defRPr sz="1000"/>
            </a:lvl6pPr>
            <a:lvl7pPr marL="3200400" lvl="6" indent="-228600" algn="l">
              <a:lnSpc>
                <a:spcPct val="90000"/>
              </a:lnSpc>
              <a:spcBef>
                <a:spcPts val="500"/>
              </a:spcBef>
              <a:spcAft>
                <a:spcPts val="0"/>
              </a:spcAft>
              <a:buClr>
                <a:schemeClr val="dk1"/>
              </a:buClr>
              <a:buSzPts val="1000"/>
              <a:buNone/>
              <a:defRPr sz="1000"/>
            </a:lvl7pPr>
            <a:lvl8pPr marL="3657600" lvl="7" indent="-228600" algn="l">
              <a:lnSpc>
                <a:spcPct val="90000"/>
              </a:lnSpc>
              <a:spcBef>
                <a:spcPts val="500"/>
              </a:spcBef>
              <a:spcAft>
                <a:spcPts val="0"/>
              </a:spcAft>
              <a:buClr>
                <a:schemeClr val="dk1"/>
              </a:buClr>
              <a:buSzPts val="1000"/>
              <a:buNone/>
              <a:defRPr sz="1000"/>
            </a:lvl8pPr>
            <a:lvl9pPr marL="4114800" lvl="8" indent="-228600" algn="l">
              <a:lnSpc>
                <a:spcPct val="90000"/>
              </a:lnSpc>
              <a:spcBef>
                <a:spcPts val="500"/>
              </a:spcBef>
              <a:spcAft>
                <a:spcPts val="0"/>
              </a:spcAft>
              <a:buClr>
                <a:schemeClr val="dk1"/>
              </a:buClr>
              <a:buSzPts val="1000"/>
              <a:buNone/>
              <a:defRPr sz="1000"/>
            </a:lvl9pPr>
          </a:lstStyle>
          <a:p>
            <a:endParaRPr/>
          </a:p>
        </p:txBody>
      </p:sp>
      <p:sp>
        <p:nvSpPr>
          <p:cNvPr id="63" name="Google Shape;63;p23"/>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64" name="Google Shape;64;p23"/>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lvl="0" algn="ctr">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65" name="Google Shape;65;p23"/>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marR="0" lvl="0"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1pPr>
            <a:lvl2pPr marL="0" marR="0" lvl="1"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2pPr>
            <a:lvl3pPr marL="0" marR="0" lvl="2"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3pPr>
            <a:lvl4pPr marL="0" marR="0" lvl="3"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4pPr>
            <a:lvl5pPr marL="0" marR="0" lvl="4"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5pPr>
            <a:lvl6pPr marL="0" marR="0" lvl="5"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6pPr>
            <a:lvl7pPr marL="0" marR="0" lvl="6"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7pPr>
            <a:lvl8pPr marL="0" marR="0" lvl="7"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8pPr>
            <a:lvl9pPr marL="0" marR="0" lvl="8"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matchingName="Title and Vertical Text" type="vertTx">
  <p:cSld name="VERTICAL_TEXT">
    <p:spTree>
      <p:nvGrpSpPr>
        <p:cNvPr id="1" name="Shape 66"/>
        <p:cNvGrpSpPr/>
        <p:nvPr/>
      </p:nvGrpSpPr>
      <p:grpSpPr>
        <a:xfrm>
          <a:off x="0" y="0"/>
          <a:ext cx="0" cy="0"/>
          <a:chOff x="0" y="0"/>
          <a:chExt cx="0" cy="0"/>
        </a:xfrm>
      </p:grpSpPr>
      <p:sp>
        <p:nvSpPr>
          <p:cNvPr id="67" name="Google Shape;67;p24"/>
          <p:cNvSpPr txBox="1">
            <a:spLocks noGrp="1"/>
          </p:cNvSpPr>
          <p:nvPr>
            <p:ph type="title"/>
          </p:nvPr>
        </p:nvSpPr>
        <p:spPr>
          <a:xfrm>
            <a:off x="838200" y="365125"/>
            <a:ext cx="10515600" cy="1325563"/>
          </a:xfrm>
          <a:prstGeom prst="rect">
            <a:avLst/>
          </a:prstGeom>
          <a:noFill/>
          <a:ln>
            <a:noFill/>
          </a:ln>
        </p:spPr>
        <p:txBody>
          <a:bodyPr spcFirstLastPara="1" wrap="square" lIns="91425" tIns="45700" rIns="91425" bIns="45700" anchor="ctr" anchorCtr="0">
            <a:normAutofit/>
          </a:bodyPr>
          <a:lstStyle>
            <a:lvl1pPr lvl="0" algn="l">
              <a:lnSpc>
                <a:spcPct val="90000"/>
              </a:lnSpc>
              <a:spcBef>
                <a:spcPts val="0"/>
              </a:spcBef>
              <a:spcAft>
                <a:spcPts val="0"/>
              </a:spcAft>
              <a:buClr>
                <a:schemeClr val="dk1"/>
              </a:buClr>
              <a:buSzPts val="18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68" name="Google Shape;68;p24"/>
          <p:cNvSpPr txBox="1">
            <a:spLocks noGrp="1"/>
          </p:cNvSpPr>
          <p:nvPr>
            <p:ph type="body" idx="1"/>
          </p:nvPr>
        </p:nvSpPr>
        <p:spPr>
          <a:xfrm rot="5400000">
            <a:off x="3920331" y="-1256506"/>
            <a:ext cx="4351338" cy="10515600"/>
          </a:xfrm>
          <a:prstGeom prst="rect">
            <a:avLst/>
          </a:prstGeom>
          <a:noFill/>
          <a:ln>
            <a:noFill/>
          </a:ln>
        </p:spPr>
        <p:txBody>
          <a:bodyPr spcFirstLastPara="1" wrap="square" lIns="91425" tIns="45700" rIns="91425" bIns="45700" anchor="t" anchorCtr="0">
            <a:normAutofit/>
          </a:bodyPr>
          <a:lstStyle>
            <a:lvl1pPr marL="457200" lvl="0" indent="-342900" algn="l">
              <a:lnSpc>
                <a:spcPct val="90000"/>
              </a:lnSpc>
              <a:spcBef>
                <a:spcPts val="1000"/>
              </a:spcBef>
              <a:spcAft>
                <a:spcPts val="0"/>
              </a:spcAft>
              <a:buClr>
                <a:schemeClr val="dk1"/>
              </a:buClr>
              <a:buSzPts val="1800"/>
              <a:buChar char="•"/>
              <a:defRPr/>
            </a:lvl1pPr>
            <a:lvl2pPr marL="914400" lvl="1" indent="-342900" algn="l">
              <a:lnSpc>
                <a:spcPct val="90000"/>
              </a:lnSpc>
              <a:spcBef>
                <a:spcPts val="500"/>
              </a:spcBef>
              <a:spcAft>
                <a:spcPts val="0"/>
              </a:spcAft>
              <a:buClr>
                <a:schemeClr val="dk1"/>
              </a:buClr>
              <a:buSzPts val="1800"/>
              <a:buChar char="•"/>
              <a:defRPr/>
            </a:lvl2pPr>
            <a:lvl3pPr marL="1371600" lvl="2" indent="-342900" algn="l">
              <a:lnSpc>
                <a:spcPct val="90000"/>
              </a:lnSpc>
              <a:spcBef>
                <a:spcPts val="500"/>
              </a:spcBef>
              <a:spcAft>
                <a:spcPts val="0"/>
              </a:spcAft>
              <a:buClr>
                <a:schemeClr val="dk1"/>
              </a:buClr>
              <a:buSzPts val="1800"/>
              <a:buChar char="•"/>
              <a:defRPr/>
            </a:lvl3pPr>
            <a:lvl4pPr marL="1828800" lvl="3" indent="-342900" algn="l">
              <a:lnSpc>
                <a:spcPct val="90000"/>
              </a:lnSpc>
              <a:spcBef>
                <a:spcPts val="500"/>
              </a:spcBef>
              <a:spcAft>
                <a:spcPts val="0"/>
              </a:spcAft>
              <a:buClr>
                <a:schemeClr val="dk1"/>
              </a:buClr>
              <a:buSzPts val="1800"/>
              <a:buChar char="•"/>
              <a:defRPr/>
            </a:lvl4pPr>
            <a:lvl5pPr marL="2286000" lvl="4" indent="-342900" algn="l">
              <a:lnSpc>
                <a:spcPct val="90000"/>
              </a:lnSpc>
              <a:spcBef>
                <a:spcPts val="500"/>
              </a:spcBef>
              <a:spcAft>
                <a:spcPts val="0"/>
              </a:spcAft>
              <a:buClr>
                <a:schemeClr val="dk1"/>
              </a:buClr>
              <a:buSzPts val="1800"/>
              <a:buChar char="•"/>
              <a:defRPr/>
            </a:lvl5pPr>
            <a:lvl6pPr marL="2743200" lvl="5" indent="-342900" algn="l">
              <a:lnSpc>
                <a:spcPct val="90000"/>
              </a:lnSpc>
              <a:spcBef>
                <a:spcPts val="500"/>
              </a:spcBef>
              <a:spcAft>
                <a:spcPts val="0"/>
              </a:spcAft>
              <a:buClr>
                <a:schemeClr val="dk1"/>
              </a:buClr>
              <a:buSzPts val="1800"/>
              <a:buChar char="•"/>
              <a:defRPr/>
            </a:lvl6pPr>
            <a:lvl7pPr marL="3200400" lvl="6" indent="-342900" algn="l">
              <a:lnSpc>
                <a:spcPct val="90000"/>
              </a:lnSpc>
              <a:spcBef>
                <a:spcPts val="500"/>
              </a:spcBef>
              <a:spcAft>
                <a:spcPts val="0"/>
              </a:spcAft>
              <a:buClr>
                <a:schemeClr val="dk1"/>
              </a:buClr>
              <a:buSzPts val="1800"/>
              <a:buChar char="•"/>
              <a:defRPr/>
            </a:lvl7pPr>
            <a:lvl8pPr marL="3657600" lvl="7" indent="-342900" algn="l">
              <a:lnSpc>
                <a:spcPct val="90000"/>
              </a:lnSpc>
              <a:spcBef>
                <a:spcPts val="500"/>
              </a:spcBef>
              <a:spcAft>
                <a:spcPts val="0"/>
              </a:spcAft>
              <a:buClr>
                <a:schemeClr val="dk1"/>
              </a:buClr>
              <a:buSzPts val="1800"/>
              <a:buChar char="•"/>
              <a:defRPr/>
            </a:lvl8pPr>
            <a:lvl9pPr marL="4114800" lvl="8" indent="-342900" algn="l">
              <a:lnSpc>
                <a:spcPct val="90000"/>
              </a:lnSpc>
              <a:spcBef>
                <a:spcPts val="500"/>
              </a:spcBef>
              <a:spcAft>
                <a:spcPts val="0"/>
              </a:spcAft>
              <a:buClr>
                <a:schemeClr val="dk1"/>
              </a:buClr>
              <a:buSzPts val="1800"/>
              <a:buChar char="•"/>
              <a:defRPr/>
            </a:lvl9pPr>
          </a:lstStyle>
          <a:p>
            <a:endParaRPr/>
          </a:p>
        </p:txBody>
      </p:sp>
      <p:sp>
        <p:nvSpPr>
          <p:cNvPr id="69" name="Google Shape;69;p24"/>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70" name="Google Shape;70;p24"/>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lvl="0" algn="ctr">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71" name="Google Shape;71;p24"/>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marR="0" lvl="0"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1pPr>
            <a:lvl2pPr marL="0" marR="0" lvl="1"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2pPr>
            <a:lvl3pPr marL="0" marR="0" lvl="2"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3pPr>
            <a:lvl4pPr marL="0" marR="0" lvl="3"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4pPr>
            <a:lvl5pPr marL="0" marR="0" lvl="4"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5pPr>
            <a:lvl6pPr marL="0" marR="0" lvl="5"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6pPr>
            <a:lvl7pPr marL="0" marR="0" lvl="6"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7pPr>
            <a:lvl8pPr marL="0" marR="0" lvl="7"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8pPr>
            <a:lvl9pPr marL="0" marR="0" lvl="8"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matchingName="Vertical Title and Text" type="vertTitleAndTx">
  <p:cSld name="VERTICAL_TITLE_AND_VERTICAL_TEXT">
    <p:spTree>
      <p:nvGrpSpPr>
        <p:cNvPr id="1" name="Shape 72"/>
        <p:cNvGrpSpPr/>
        <p:nvPr/>
      </p:nvGrpSpPr>
      <p:grpSpPr>
        <a:xfrm>
          <a:off x="0" y="0"/>
          <a:ext cx="0" cy="0"/>
          <a:chOff x="0" y="0"/>
          <a:chExt cx="0" cy="0"/>
        </a:xfrm>
      </p:grpSpPr>
      <p:sp>
        <p:nvSpPr>
          <p:cNvPr id="73" name="Google Shape;73;p25"/>
          <p:cNvSpPr txBox="1">
            <a:spLocks noGrp="1"/>
          </p:cNvSpPr>
          <p:nvPr>
            <p:ph type="title"/>
          </p:nvPr>
        </p:nvSpPr>
        <p:spPr>
          <a:xfrm rot="5400000">
            <a:off x="7133431" y="1956594"/>
            <a:ext cx="5811838" cy="2628900"/>
          </a:xfrm>
          <a:prstGeom prst="rect">
            <a:avLst/>
          </a:prstGeom>
          <a:noFill/>
          <a:ln>
            <a:noFill/>
          </a:ln>
        </p:spPr>
        <p:txBody>
          <a:bodyPr spcFirstLastPara="1" wrap="square" lIns="91425" tIns="45700" rIns="91425" bIns="45700" anchor="ctr" anchorCtr="0">
            <a:normAutofit/>
          </a:bodyPr>
          <a:lstStyle>
            <a:lvl1pPr lvl="0" algn="l">
              <a:lnSpc>
                <a:spcPct val="90000"/>
              </a:lnSpc>
              <a:spcBef>
                <a:spcPts val="0"/>
              </a:spcBef>
              <a:spcAft>
                <a:spcPts val="0"/>
              </a:spcAft>
              <a:buClr>
                <a:schemeClr val="dk1"/>
              </a:buClr>
              <a:buSzPts val="18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74" name="Google Shape;74;p25"/>
          <p:cNvSpPr txBox="1">
            <a:spLocks noGrp="1"/>
          </p:cNvSpPr>
          <p:nvPr>
            <p:ph type="body" idx="1"/>
          </p:nvPr>
        </p:nvSpPr>
        <p:spPr>
          <a:xfrm rot="5400000">
            <a:off x="1799431" y="-596106"/>
            <a:ext cx="5811838" cy="7734300"/>
          </a:xfrm>
          <a:prstGeom prst="rect">
            <a:avLst/>
          </a:prstGeom>
          <a:noFill/>
          <a:ln>
            <a:noFill/>
          </a:ln>
        </p:spPr>
        <p:txBody>
          <a:bodyPr spcFirstLastPara="1" wrap="square" lIns="91425" tIns="45700" rIns="91425" bIns="45700" anchor="t" anchorCtr="0">
            <a:normAutofit/>
          </a:bodyPr>
          <a:lstStyle>
            <a:lvl1pPr marL="457200" lvl="0" indent="-342900" algn="l">
              <a:lnSpc>
                <a:spcPct val="90000"/>
              </a:lnSpc>
              <a:spcBef>
                <a:spcPts val="1000"/>
              </a:spcBef>
              <a:spcAft>
                <a:spcPts val="0"/>
              </a:spcAft>
              <a:buClr>
                <a:schemeClr val="dk1"/>
              </a:buClr>
              <a:buSzPts val="1800"/>
              <a:buChar char="•"/>
              <a:defRPr/>
            </a:lvl1pPr>
            <a:lvl2pPr marL="914400" lvl="1" indent="-342900" algn="l">
              <a:lnSpc>
                <a:spcPct val="90000"/>
              </a:lnSpc>
              <a:spcBef>
                <a:spcPts val="500"/>
              </a:spcBef>
              <a:spcAft>
                <a:spcPts val="0"/>
              </a:spcAft>
              <a:buClr>
                <a:schemeClr val="dk1"/>
              </a:buClr>
              <a:buSzPts val="1800"/>
              <a:buChar char="•"/>
              <a:defRPr/>
            </a:lvl2pPr>
            <a:lvl3pPr marL="1371600" lvl="2" indent="-342900" algn="l">
              <a:lnSpc>
                <a:spcPct val="90000"/>
              </a:lnSpc>
              <a:spcBef>
                <a:spcPts val="500"/>
              </a:spcBef>
              <a:spcAft>
                <a:spcPts val="0"/>
              </a:spcAft>
              <a:buClr>
                <a:schemeClr val="dk1"/>
              </a:buClr>
              <a:buSzPts val="1800"/>
              <a:buChar char="•"/>
              <a:defRPr/>
            </a:lvl3pPr>
            <a:lvl4pPr marL="1828800" lvl="3" indent="-342900" algn="l">
              <a:lnSpc>
                <a:spcPct val="90000"/>
              </a:lnSpc>
              <a:spcBef>
                <a:spcPts val="500"/>
              </a:spcBef>
              <a:spcAft>
                <a:spcPts val="0"/>
              </a:spcAft>
              <a:buClr>
                <a:schemeClr val="dk1"/>
              </a:buClr>
              <a:buSzPts val="1800"/>
              <a:buChar char="•"/>
              <a:defRPr/>
            </a:lvl4pPr>
            <a:lvl5pPr marL="2286000" lvl="4" indent="-342900" algn="l">
              <a:lnSpc>
                <a:spcPct val="90000"/>
              </a:lnSpc>
              <a:spcBef>
                <a:spcPts val="500"/>
              </a:spcBef>
              <a:spcAft>
                <a:spcPts val="0"/>
              </a:spcAft>
              <a:buClr>
                <a:schemeClr val="dk1"/>
              </a:buClr>
              <a:buSzPts val="1800"/>
              <a:buChar char="•"/>
              <a:defRPr/>
            </a:lvl5pPr>
            <a:lvl6pPr marL="2743200" lvl="5" indent="-342900" algn="l">
              <a:lnSpc>
                <a:spcPct val="90000"/>
              </a:lnSpc>
              <a:spcBef>
                <a:spcPts val="500"/>
              </a:spcBef>
              <a:spcAft>
                <a:spcPts val="0"/>
              </a:spcAft>
              <a:buClr>
                <a:schemeClr val="dk1"/>
              </a:buClr>
              <a:buSzPts val="1800"/>
              <a:buChar char="•"/>
              <a:defRPr/>
            </a:lvl6pPr>
            <a:lvl7pPr marL="3200400" lvl="6" indent="-342900" algn="l">
              <a:lnSpc>
                <a:spcPct val="90000"/>
              </a:lnSpc>
              <a:spcBef>
                <a:spcPts val="500"/>
              </a:spcBef>
              <a:spcAft>
                <a:spcPts val="0"/>
              </a:spcAft>
              <a:buClr>
                <a:schemeClr val="dk1"/>
              </a:buClr>
              <a:buSzPts val="1800"/>
              <a:buChar char="•"/>
              <a:defRPr/>
            </a:lvl7pPr>
            <a:lvl8pPr marL="3657600" lvl="7" indent="-342900" algn="l">
              <a:lnSpc>
                <a:spcPct val="90000"/>
              </a:lnSpc>
              <a:spcBef>
                <a:spcPts val="500"/>
              </a:spcBef>
              <a:spcAft>
                <a:spcPts val="0"/>
              </a:spcAft>
              <a:buClr>
                <a:schemeClr val="dk1"/>
              </a:buClr>
              <a:buSzPts val="1800"/>
              <a:buChar char="•"/>
              <a:defRPr/>
            </a:lvl8pPr>
            <a:lvl9pPr marL="4114800" lvl="8" indent="-342900" algn="l">
              <a:lnSpc>
                <a:spcPct val="90000"/>
              </a:lnSpc>
              <a:spcBef>
                <a:spcPts val="500"/>
              </a:spcBef>
              <a:spcAft>
                <a:spcPts val="0"/>
              </a:spcAft>
              <a:buClr>
                <a:schemeClr val="dk1"/>
              </a:buClr>
              <a:buSzPts val="1800"/>
              <a:buChar char="•"/>
              <a:defRPr/>
            </a:lvl9pPr>
          </a:lstStyle>
          <a:p>
            <a:endParaRPr/>
          </a:p>
        </p:txBody>
      </p:sp>
      <p:sp>
        <p:nvSpPr>
          <p:cNvPr id="75" name="Google Shape;75;p25"/>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76" name="Google Shape;76;p25"/>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lvl="0" algn="ctr">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77" name="Google Shape;77;p25"/>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marR="0" lvl="0"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1pPr>
            <a:lvl2pPr marL="0" marR="0" lvl="1"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2pPr>
            <a:lvl3pPr marL="0" marR="0" lvl="2"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3pPr>
            <a:lvl4pPr marL="0" marR="0" lvl="3"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4pPr>
            <a:lvl5pPr marL="0" marR="0" lvl="4"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5pPr>
            <a:lvl6pPr marL="0" marR="0" lvl="5"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6pPr>
            <a:lvl7pPr marL="0" marR="0" lvl="6"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7pPr>
            <a:lvl8pPr marL="0" marR="0" lvl="7"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8pPr>
            <a:lvl9pPr marL="0" marR="0" lvl="8"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theme" Target="../theme/theme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1" name="Shape 9"/>
        <p:cNvGrpSpPr/>
        <p:nvPr/>
      </p:nvGrpSpPr>
      <p:grpSpPr>
        <a:xfrm>
          <a:off x="0" y="0"/>
          <a:ext cx="0" cy="0"/>
          <a:chOff x="0" y="0"/>
          <a:chExt cx="0" cy="0"/>
        </a:xfrm>
      </p:grpSpPr>
      <p:sp>
        <p:nvSpPr>
          <p:cNvPr id="10" name="Google Shape;10;p14"/>
          <p:cNvSpPr txBox="1">
            <a:spLocks noGrp="1"/>
          </p:cNvSpPr>
          <p:nvPr>
            <p:ph type="title"/>
          </p:nvPr>
        </p:nvSpPr>
        <p:spPr>
          <a:xfrm>
            <a:off x="838200" y="365125"/>
            <a:ext cx="10515600" cy="1325563"/>
          </a:xfrm>
          <a:prstGeom prst="rect">
            <a:avLst/>
          </a:prstGeom>
          <a:noFill/>
          <a:ln>
            <a:noFill/>
          </a:ln>
        </p:spPr>
        <p:txBody>
          <a:bodyPr spcFirstLastPara="1" wrap="square" lIns="91425" tIns="45700" rIns="91425" bIns="45700" anchor="ctr" anchorCtr="0">
            <a:normAutofit/>
          </a:bodyPr>
          <a:lstStyle>
            <a:lvl1pPr marR="0" lvl="0" algn="l" rtl="0">
              <a:lnSpc>
                <a:spcPct val="90000"/>
              </a:lnSpc>
              <a:spcBef>
                <a:spcPts val="0"/>
              </a:spcBef>
              <a:spcAft>
                <a:spcPts val="0"/>
              </a:spcAft>
              <a:buClr>
                <a:schemeClr val="dk1"/>
              </a:buClr>
              <a:buSzPts val="4400"/>
              <a:buFont typeface="Calibri"/>
              <a:buNone/>
              <a:defRPr sz="4400" b="0" i="0" u="none" strike="noStrike" cap="none">
                <a:solidFill>
                  <a:schemeClr val="dk1"/>
                </a:solidFill>
                <a:latin typeface="Atkinson Hyperlegible Next"/>
                <a:ea typeface="Calibri"/>
                <a:cs typeface="Calibri"/>
                <a:sym typeface="Calibri"/>
              </a:defRPr>
            </a:lvl1pPr>
            <a:lvl2pPr marR="0" lvl="1"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tkinson Hyperlegible Next"/>
                <a:ea typeface="Arial"/>
                <a:cs typeface="Arial"/>
                <a:sym typeface="Arial"/>
              </a:defRPr>
            </a:lvl2pPr>
            <a:lvl3pPr marR="0" lvl="2"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tkinson Hyperlegible Next"/>
                <a:ea typeface="Arial"/>
                <a:cs typeface="Arial"/>
                <a:sym typeface="Arial"/>
              </a:defRPr>
            </a:lvl3pPr>
            <a:lvl4pPr marR="0" lvl="3"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tkinson Hyperlegible Next"/>
                <a:ea typeface="Arial"/>
                <a:cs typeface="Arial"/>
                <a:sym typeface="Arial"/>
              </a:defRPr>
            </a:lvl4pPr>
            <a:lvl5pPr marR="0" lvl="4"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tkinson Hyperlegible Next"/>
                <a:ea typeface="Arial"/>
                <a:cs typeface="Arial"/>
                <a:sym typeface="Arial"/>
              </a:defRPr>
            </a:lvl5pPr>
            <a:lvl6pPr marR="0" lvl="5"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tkinson Hyperlegible Next"/>
                <a:ea typeface="Arial"/>
                <a:cs typeface="Arial"/>
                <a:sym typeface="Arial"/>
              </a:defRPr>
            </a:lvl6pPr>
            <a:lvl7pPr marR="0" lvl="6"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tkinson Hyperlegible Next"/>
                <a:ea typeface="Arial"/>
                <a:cs typeface="Arial"/>
                <a:sym typeface="Arial"/>
              </a:defRPr>
            </a:lvl7pPr>
            <a:lvl8pPr marR="0" lvl="7"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tkinson Hyperlegible Next"/>
                <a:ea typeface="Arial"/>
                <a:cs typeface="Arial"/>
                <a:sym typeface="Arial"/>
              </a:defRPr>
            </a:lvl8pPr>
            <a:lvl9pPr marR="0" lvl="8"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tkinson Hyperlegible Next"/>
                <a:ea typeface="Arial"/>
                <a:cs typeface="Arial"/>
                <a:sym typeface="Arial"/>
              </a:defRPr>
            </a:lvl9pPr>
          </a:lstStyle>
          <a:p>
            <a:endParaRPr/>
          </a:p>
        </p:txBody>
      </p:sp>
      <p:sp>
        <p:nvSpPr>
          <p:cNvPr id="11" name="Google Shape;11;p14"/>
          <p:cNvSpPr txBox="1">
            <a:spLocks noGrp="1"/>
          </p:cNvSpPr>
          <p:nvPr>
            <p:ph type="body" idx="1"/>
          </p:nvPr>
        </p:nvSpPr>
        <p:spPr>
          <a:xfrm>
            <a:off x="838200" y="1825625"/>
            <a:ext cx="10515600" cy="4351338"/>
          </a:xfrm>
          <a:prstGeom prst="rect">
            <a:avLst/>
          </a:prstGeom>
          <a:noFill/>
          <a:ln>
            <a:noFill/>
          </a:ln>
        </p:spPr>
        <p:txBody>
          <a:bodyPr spcFirstLastPara="1" wrap="square" lIns="91425" tIns="45700" rIns="91425" bIns="45700" anchor="t" anchorCtr="0">
            <a:normAutofit/>
          </a:bodyPr>
          <a:lstStyle>
            <a:lvl1pPr marL="457200" marR="0" lvl="0" indent="-406400" algn="l" rtl="0">
              <a:lnSpc>
                <a:spcPct val="90000"/>
              </a:lnSpc>
              <a:spcBef>
                <a:spcPts val="1000"/>
              </a:spcBef>
              <a:spcAft>
                <a:spcPts val="0"/>
              </a:spcAft>
              <a:buClr>
                <a:schemeClr val="dk1"/>
              </a:buClr>
              <a:buSzPts val="2800"/>
              <a:buFont typeface="Arial"/>
              <a:buChar char="•"/>
              <a:defRPr sz="2800" b="0" i="0" u="none" strike="noStrike" cap="none">
                <a:solidFill>
                  <a:schemeClr val="dk1"/>
                </a:solidFill>
                <a:latin typeface="Atkinson Hyperlegible Next"/>
                <a:ea typeface="Calibri"/>
                <a:cs typeface="Calibri"/>
                <a:sym typeface="Calibri"/>
              </a:defRPr>
            </a:lvl1pPr>
            <a:lvl2pPr marL="914400" marR="0" lvl="1" indent="-381000" algn="l" rtl="0">
              <a:lnSpc>
                <a:spcPct val="90000"/>
              </a:lnSpc>
              <a:spcBef>
                <a:spcPts val="500"/>
              </a:spcBef>
              <a:spcAft>
                <a:spcPts val="0"/>
              </a:spcAft>
              <a:buClr>
                <a:schemeClr val="dk1"/>
              </a:buClr>
              <a:buSzPts val="2400"/>
              <a:buFont typeface="Arial"/>
              <a:buChar char="•"/>
              <a:defRPr sz="2400" b="0" i="0" u="none" strike="noStrike" cap="none">
                <a:solidFill>
                  <a:schemeClr val="dk1"/>
                </a:solidFill>
                <a:latin typeface="Atkinson Hyperlegible Next"/>
                <a:ea typeface="Calibri"/>
                <a:cs typeface="Calibri"/>
                <a:sym typeface="Calibri"/>
              </a:defRPr>
            </a:lvl2pPr>
            <a:lvl3pPr marL="1371600" marR="0" lvl="2" indent="-355600" algn="l" rtl="0">
              <a:lnSpc>
                <a:spcPct val="90000"/>
              </a:lnSpc>
              <a:spcBef>
                <a:spcPts val="500"/>
              </a:spcBef>
              <a:spcAft>
                <a:spcPts val="0"/>
              </a:spcAft>
              <a:buClr>
                <a:schemeClr val="dk1"/>
              </a:buClr>
              <a:buSzPts val="2000"/>
              <a:buFont typeface="Arial"/>
              <a:buChar char="•"/>
              <a:defRPr sz="2000" b="0" i="0" u="none" strike="noStrike" cap="none">
                <a:solidFill>
                  <a:schemeClr val="dk1"/>
                </a:solidFill>
                <a:latin typeface="Atkinson Hyperlegible Next"/>
                <a:ea typeface="Calibri"/>
                <a:cs typeface="Calibri"/>
                <a:sym typeface="Calibri"/>
              </a:defRPr>
            </a:lvl3pPr>
            <a:lvl4pPr marL="1828800" marR="0" lvl="3"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Atkinson Hyperlegible Next"/>
                <a:ea typeface="Calibri"/>
                <a:cs typeface="Calibri"/>
                <a:sym typeface="Calibri"/>
              </a:defRPr>
            </a:lvl4pPr>
            <a:lvl5pPr marL="2286000" marR="0" lvl="4"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Atkinson Hyperlegible Next"/>
                <a:ea typeface="Calibri"/>
                <a:cs typeface="Calibri"/>
                <a:sym typeface="Calibri"/>
              </a:defRPr>
            </a:lvl5pPr>
            <a:lvl6pPr marL="2743200" marR="0" lvl="5"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Atkinson Hyperlegible Next"/>
                <a:ea typeface="Calibri"/>
                <a:cs typeface="Calibri"/>
                <a:sym typeface="Calibri"/>
              </a:defRPr>
            </a:lvl6pPr>
            <a:lvl7pPr marL="3200400" marR="0" lvl="6"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Atkinson Hyperlegible Next"/>
                <a:ea typeface="Calibri"/>
                <a:cs typeface="Calibri"/>
                <a:sym typeface="Calibri"/>
              </a:defRPr>
            </a:lvl7pPr>
            <a:lvl8pPr marL="3657600" marR="0" lvl="7"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Atkinson Hyperlegible Next"/>
                <a:ea typeface="Calibri"/>
                <a:cs typeface="Calibri"/>
                <a:sym typeface="Calibri"/>
              </a:defRPr>
            </a:lvl8pPr>
            <a:lvl9pPr marL="4114800" marR="0" lvl="8"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Atkinson Hyperlegible Next"/>
                <a:ea typeface="Calibri"/>
                <a:cs typeface="Calibri"/>
                <a:sym typeface="Calibri"/>
              </a:defRPr>
            </a:lvl9pPr>
          </a:lstStyle>
          <a:p>
            <a:endParaRPr/>
          </a:p>
        </p:txBody>
      </p:sp>
      <p:sp>
        <p:nvSpPr>
          <p:cNvPr id="12" name="Google Shape;12;p14"/>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marR="0" lvl="0" algn="l" rtl="0">
              <a:lnSpc>
                <a:spcPct val="100000"/>
              </a:lnSpc>
              <a:spcBef>
                <a:spcPts val="0"/>
              </a:spcBef>
              <a:spcAft>
                <a:spcPts val="0"/>
              </a:spcAft>
              <a:buClr>
                <a:srgbClr val="000000"/>
              </a:buClr>
              <a:buSzPts val="1400"/>
              <a:buFont typeface="Arial"/>
              <a:buNone/>
              <a:defRPr sz="1200" b="0" i="0" u="none" strike="noStrike" cap="none">
                <a:solidFill>
                  <a:srgbClr val="888888"/>
                </a:solidFill>
                <a:latin typeface="Atkinson Hyperlegible Next"/>
                <a:ea typeface="Calibri"/>
                <a:cs typeface="Calibri"/>
                <a:sym typeface="Calibri"/>
              </a:defRPr>
            </a:lvl1pPr>
            <a:lvl2pPr marR="0" lvl="1"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2pPr>
            <a:lvl3pPr marR="0" lvl="2"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3pPr>
            <a:lvl4pPr marR="0" lvl="3"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4pPr>
            <a:lvl5pPr marR="0" lvl="4"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5pPr>
            <a:lvl6pPr marR="0" lvl="5"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6pPr>
            <a:lvl7pPr marR="0" lvl="6"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7pPr>
            <a:lvl8pPr marR="0" lvl="7"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8pPr>
            <a:lvl9pPr marR="0" lvl="8"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9pPr>
          </a:lstStyle>
          <a:p>
            <a:endParaRPr/>
          </a:p>
        </p:txBody>
      </p:sp>
      <p:sp>
        <p:nvSpPr>
          <p:cNvPr id="13" name="Google Shape;13;p14"/>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marR="0" lvl="0" algn="ctr" rtl="0">
              <a:lnSpc>
                <a:spcPct val="100000"/>
              </a:lnSpc>
              <a:spcBef>
                <a:spcPts val="0"/>
              </a:spcBef>
              <a:spcAft>
                <a:spcPts val="0"/>
              </a:spcAft>
              <a:buClr>
                <a:srgbClr val="000000"/>
              </a:buClr>
              <a:buSzPts val="1400"/>
              <a:buFont typeface="Arial"/>
              <a:buNone/>
              <a:defRPr sz="1200" b="0" i="0" u="none" strike="noStrike" cap="none">
                <a:solidFill>
                  <a:srgbClr val="888888"/>
                </a:solidFill>
                <a:latin typeface="Atkinson Hyperlegible Next"/>
                <a:ea typeface="Calibri"/>
                <a:cs typeface="Calibri"/>
                <a:sym typeface="Calibri"/>
              </a:defRPr>
            </a:lvl1pPr>
            <a:lvl2pPr marR="0" lvl="1"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2pPr>
            <a:lvl3pPr marR="0" lvl="2"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3pPr>
            <a:lvl4pPr marR="0" lvl="3"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4pPr>
            <a:lvl5pPr marR="0" lvl="4"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5pPr>
            <a:lvl6pPr marR="0" lvl="5"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6pPr>
            <a:lvl7pPr marR="0" lvl="6"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7pPr>
            <a:lvl8pPr marR="0" lvl="7"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8pPr>
            <a:lvl9pPr marR="0" lvl="8"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9pPr>
          </a:lstStyle>
          <a:p>
            <a:endParaRPr/>
          </a:p>
        </p:txBody>
      </p:sp>
      <p:sp>
        <p:nvSpPr>
          <p:cNvPr id="14" name="Google Shape;14;p14"/>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marR="0" lvl="0" indent="0" algn="r" rtl="0">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1pPr>
            <a:lvl2pPr marL="0" marR="0" lvl="1" indent="0" algn="r" rtl="0">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2pPr>
            <a:lvl3pPr marL="0" marR="0" lvl="2" indent="0" algn="r" rtl="0">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3pPr>
            <a:lvl4pPr marL="0" marR="0" lvl="3" indent="0" algn="r" rtl="0">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4pPr>
            <a:lvl5pPr marL="0" marR="0" lvl="4" indent="0" algn="r" rtl="0">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5pPr>
            <a:lvl6pPr marL="0" marR="0" lvl="5" indent="0" algn="r" rtl="0">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6pPr>
            <a:lvl7pPr marL="0" marR="0" lvl="6" indent="0" algn="r" rtl="0">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7pPr>
            <a:lvl8pPr marL="0" marR="0" lvl="7" indent="0" algn="r" rtl="0">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8pPr>
            <a:lvl9pPr marL="0" marR="0" lvl="8" indent="0" algn="r" rtl="0">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9pPr>
          </a:lstStyle>
          <a:p>
            <a:pPr marL="0" lvl="0" indent="0" algn="r" rtl="0">
              <a:spcBef>
                <a:spcPts val="0"/>
              </a:spcBef>
              <a:spcAft>
                <a:spcPts val="0"/>
              </a:spcAft>
              <a:buNone/>
            </a:pPr>
            <a:fld id="{00000000-1234-1234-1234-123412341234}" type="slidenum">
              <a:rPr lang="en-US"/>
              <a:t>‹#›</a:t>
            </a:fld>
            <a:endParaRPr/>
          </a:p>
        </p:txBody>
      </p:sp>
    </p:spTree>
  </p:cSld>
  <p:clrMap bg1="lt1" tx1="dk1" bg2="dk2" tx2="lt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Lst>
  <p:hf sldNum="0" hdr="0" ftr="0" dt="0"/>
  <p:txStyles>
    <p:title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9pPr>
    </p:titleStyle>
    <p:body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9pPr>
    </p:bodyStyle>
    <p:other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1.jpg"/><Relationship Id="rId2" Type="http://schemas.openxmlformats.org/officeDocument/2006/relationships/notesSlide" Target="../notesSlides/notesSlide1.xml"/><Relationship Id="rId1" Type="http://schemas.openxmlformats.org/officeDocument/2006/relationships/slideLayout" Target="../slideLayouts/slideLayout1.xml"/><Relationship Id="rId4" Type="http://schemas.openxmlformats.org/officeDocument/2006/relationships/image" Target="../media/image2.png"/></Relationships>
</file>

<file path=ppt/slides/_rels/slide2.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2.xml"/><Relationship Id="rId1" Type="http://schemas.openxmlformats.org/officeDocument/2006/relationships/slideLayout" Target="../slideLayouts/slideLayout2.xml"/><Relationship Id="rId6" Type="http://schemas.openxmlformats.org/officeDocument/2006/relationships/hyperlink" Target="https://michaelbach.de/ot/" TargetMode="External"/><Relationship Id="rId5" Type="http://schemas.openxmlformats.org/officeDocument/2006/relationships/image" Target="../media/image5.png"/><Relationship Id="rId4" Type="http://schemas.openxmlformats.org/officeDocument/2006/relationships/image" Target="../media/image4.gif"/></Relationships>
</file>

<file path=ppt/slides/_rels/slide3.xml.rels><?xml version="1.0" encoding="UTF-8" standalone="yes"?>
<Relationships xmlns="http://schemas.openxmlformats.org/package/2006/relationships"><Relationship Id="rId3" Type="http://schemas.openxmlformats.org/officeDocument/2006/relationships/hyperlink" Target="https://marius-juston.github.io/SE-423---Class-Material/Homeworks/HW4.pdf" TargetMode="External"/><Relationship Id="rId2" Type="http://schemas.openxmlformats.org/officeDocument/2006/relationships/notesSlide" Target="../notesSlides/notesSlide3.xml"/><Relationship Id="rId1" Type="http://schemas.openxmlformats.org/officeDocument/2006/relationships/slideLayout" Target="../slideLayouts/slideLayout2.xml"/><Relationship Id="rId4" Type="http://schemas.openxmlformats.org/officeDocument/2006/relationships/image" Target="../media/image3.png"/></Relationships>
</file>

<file path=ppt/slides/_rels/slide4.xml.rels><?xml version="1.0" encoding="UTF-8" standalone="yes"?>
<Relationships xmlns="http://schemas.openxmlformats.org/package/2006/relationships"><Relationship Id="rId3" Type="http://schemas.openxmlformats.org/officeDocument/2006/relationships/image" Target="../media/image6.jpg"/><Relationship Id="rId2" Type="http://schemas.openxmlformats.org/officeDocument/2006/relationships/notesSlide" Target="../notesSlides/notesSlide4.xml"/><Relationship Id="rId1" Type="http://schemas.openxmlformats.org/officeDocument/2006/relationships/slideLayout" Target="../slideLayouts/slideLayout1.xml"/><Relationship Id="rId4" Type="http://schemas.openxmlformats.org/officeDocument/2006/relationships/image" Target="../media/image3.png"/></Relationships>
</file>

<file path=ppt/slides/_rels/slide5.xml.rels><?xml version="1.0" encoding="UTF-8" standalone="yes"?>
<Relationships xmlns="http://schemas.openxmlformats.org/package/2006/relationships"><Relationship Id="rId3" Type="http://schemas.openxmlformats.org/officeDocument/2006/relationships/image" Target="../media/image7.jpg"/><Relationship Id="rId2" Type="http://schemas.openxmlformats.org/officeDocument/2006/relationships/notesSlide" Target="../notesSlides/notesSlide5.xml"/><Relationship Id="rId1" Type="http://schemas.openxmlformats.org/officeDocument/2006/relationships/slideLayout" Target="../slideLayouts/slideLayout1.xml"/><Relationship Id="rId4" Type="http://schemas.openxmlformats.org/officeDocument/2006/relationships/image" Target="../media/image8.png"/></Relationships>
</file>

<file path=ppt/slides/_rels/slide6.xml.rels><?xml version="1.0" encoding="UTF-8" standalone="yes"?>
<Relationships xmlns="http://schemas.openxmlformats.org/package/2006/relationships"><Relationship Id="rId3" Type="http://schemas.openxmlformats.org/officeDocument/2006/relationships/hyperlink" Target="https://visionbook.mit.edu/" TargetMode="External"/><Relationship Id="rId2" Type="http://schemas.openxmlformats.org/officeDocument/2006/relationships/notesSlide" Target="../notesSlides/notesSlide6.xml"/><Relationship Id="rId1" Type="http://schemas.openxmlformats.org/officeDocument/2006/relationships/slideLayout" Target="../slideLayouts/slideLayout2.xml"/><Relationship Id="rId6" Type="http://schemas.openxmlformats.org/officeDocument/2006/relationships/image" Target="../media/image9.jpeg"/><Relationship Id="rId5" Type="http://schemas.openxmlformats.org/officeDocument/2006/relationships/image" Target="../media/image3.png"/><Relationship Id="rId4" Type="http://schemas.openxmlformats.org/officeDocument/2006/relationships/hyperlink" Target="https://isl.stanford.edu/~abbas/ee392b/lect04.pdf" TargetMode="External"/></Relationships>
</file>

<file path=ppt/slides/_rels/slide7.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7.xml"/><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8.xml"/><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9.xml"/><Relationship Id="rId1" Type="http://schemas.openxmlformats.org/officeDocument/2006/relationships/slideLayout" Target="../slideLayouts/slideLayout2.xml"/><Relationship Id="rId5" Type="http://schemas.openxmlformats.org/officeDocument/2006/relationships/image" Target="../media/image11.svg"/><Relationship Id="rId4" Type="http://schemas.openxmlformats.org/officeDocument/2006/relationships/image" Target="../media/image10.png"/></Relationships>
</file>

<file path=ppt/slides/_rels/slide10.xml.rels><?xml version="1.0" encoding="UTF-8" standalone="yes"?>
<Relationships xmlns="http://schemas.openxmlformats.org/package/2006/relationships"><Relationship Id="rId3" Type="http://schemas.openxmlformats.org/officeDocument/2006/relationships/image" Target="../media/image7.jpg"/><Relationship Id="rId2" Type="http://schemas.openxmlformats.org/officeDocument/2006/relationships/notesSlide" Target="../notesSlides/notesSlide10.xml"/><Relationship Id="rId1" Type="http://schemas.openxmlformats.org/officeDocument/2006/relationships/slideLayout" Target="../slideLayouts/slideLayout1.xml"/><Relationship Id="rId4" Type="http://schemas.openxmlformats.org/officeDocument/2006/relationships/image" Target="../media/image8.png"/></Relationships>
</file>

<file path=ppt/slides/_rels/slide11.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11.xml"/><Relationship Id="rId1" Type="http://schemas.openxmlformats.org/officeDocument/2006/relationships/slideLayout" Target="../slideLayouts/slideLayout2.xml"/><Relationship Id="rId5" Type="http://schemas.openxmlformats.org/officeDocument/2006/relationships/image" Target="../media/image11.svg"/><Relationship Id="rId4" Type="http://schemas.openxmlformats.org/officeDocument/2006/relationships/image" Target="../media/image10.png"/></Relationships>
</file>

<file path=ppt/slides/_rels/slide12.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12.xml"/><Relationship Id="rId1" Type="http://schemas.openxmlformats.org/officeDocument/2006/relationships/slideLayout" Target="../slideLayouts/slideLayout2.xml"/></Relationships>
</file>

<file path=ppt/slides/_rels/slide13.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13.xml"/><Relationship Id="rId1" Type="http://schemas.openxmlformats.org/officeDocument/2006/relationships/slideLayout" Target="../slideLayouts/slideLayout2.xml"/><Relationship Id="rId6" Type="http://schemas.openxmlformats.org/officeDocument/2006/relationships/image" Target="../media/image13.jpeg"/><Relationship Id="rId5" Type="http://schemas.openxmlformats.org/officeDocument/2006/relationships/hyperlink" Target="https://evidentscientific.com/en/microscope-resource/knowledge-hub/digital-imaging/cmosimagesensors" TargetMode="External"/><Relationship Id="rId4" Type="http://schemas.openxmlformats.org/officeDocument/2006/relationships/image" Target="../media/image12.jpeg"/></Relationships>
</file>

<file path=ppt/slides/_rels/slide14.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14.xml"/><Relationship Id="rId1" Type="http://schemas.openxmlformats.org/officeDocument/2006/relationships/slideLayout" Target="../slideLayouts/slideLayout2.xml"/><Relationship Id="rId6" Type="http://schemas.openxmlformats.org/officeDocument/2006/relationships/hyperlink" Target="https://isl.stanford.edu/~abbas/ee392b/lect04.pdf" TargetMode="External"/><Relationship Id="rId5" Type="http://schemas.openxmlformats.org/officeDocument/2006/relationships/image" Target="../media/image15.svg"/><Relationship Id="rId4" Type="http://schemas.openxmlformats.org/officeDocument/2006/relationships/image" Target="../media/image14.png"/></Relationships>
</file>

<file path=ppt/slides/_rels/slide15.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15.xml"/><Relationship Id="rId1" Type="http://schemas.openxmlformats.org/officeDocument/2006/relationships/slideLayout" Target="../slideLayouts/slideLayout2.xml"/><Relationship Id="rId5" Type="http://schemas.openxmlformats.org/officeDocument/2006/relationships/image" Target="../media/image17.svg"/><Relationship Id="rId4" Type="http://schemas.openxmlformats.org/officeDocument/2006/relationships/image" Target="../media/image16.png"/></Relationships>
</file>

<file path=ppt/slides/_rels/slide16.xml.rels><?xml version="1.0" encoding="UTF-8" standalone="yes"?>
<Relationships xmlns="http://schemas.openxmlformats.org/package/2006/relationships"><Relationship Id="rId3" Type="http://schemas.openxmlformats.org/officeDocument/2006/relationships/image" Target="../media/image7.jpg"/><Relationship Id="rId2" Type="http://schemas.openxmlformats.org/officeDocument/2006/relationships/notesSlide" Target="../notesSlides/notesSlide16.xml"/><Relationship Id="rId1" Type="http://schemas.openxmlformats.org/officeDocument/2006/relationships/slideLayout" Target="../slideLayouts/slideLayout1.xml"/><Relationship Id="rId4" Type="http://schemas.openxmlformats.org/officeDocument/2006/relationships/image" Target="../media/image8.png"/></Relationships>
</file>

<file path=ppt/slides/_rels/slide17.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17.xml"/><Relationship Id="rId1" Type="http://schemas.openxmlformats.org/officeDocument/2006/relationships/slideLayout" Target="../slideLayouts/slideLayout2.xml"/><Relationship Id="rId5" Type="http://schemas.openxmlformats.org/officeDocument/2006/relationships/image" Target="../media/image11.svg"/><Relationship Id="rId4" Type="http://schemas.openxmlformats.org/officeDocument/2006/relationships/image" Target="../media/image10.png"/></Relationships>
</file>

<file path=ppt/slides/_rels/slide18.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18.xml"/><Relationship Id="rId1" Type="http://schemas.openxmlformats.org/officeDocument/2006/relationships/slideLayout" Target="../slideLayouts/slideLayout2.xml"/></Relationships>
</file>

<file path=ppt/slides/_rels/slide19.xml.rels><?xml version="1.0" encoding="UTF-8" standalone="yes"?>
<Relationships xmlns="http://schemas.openxmlformats.org/package/2006/relationships"><Relationship Id="rId8" Type="http://schemas.openxmlformats.org/officeDocument/2006/relationships/hyperlink" Target="https://en.wikipedia.org/wiki/Bayer_filter" TargetMode="External"/><Relationship Id="rId3" Type="http://schemas.openxmlformats.org/officeDocument/2006/relationships/image" Target="../media/image3.png"/><Relationship Id="rId7" Type="http://schemas.openxmlformats.org/officeDocument/2006/relationships/image" Target="../media/image21.svg"/><Relationship Id="rId2" Type="http://schemas.openxmlformats.org/officeDocument/2006/relationships/notesSlide" Target="../notesSlides/notesSlide19.xml"/><Relationship Id="rId1" Type="http://schemas.openxmlformats.org/officeDocument/2006/relationships/slideLayout" Target="../slideLayouts/slideLayout2.xml"/><Relationship Id="rId6" Type="http://schemas.openxmlformats.org/officeDocument/2006/relationships/image" Target="../media/image20.png"/><Relationship Id="rId5" Type="http://schemas.openxmlformats.org/officeDocument/2006/relationships/image" Target="../media/image19.svg"/><Relationship Id="rId4" Type="http://schemas.openxmlformats.org/officeDocument/2006/relationships/image" Target="../media/image18.png"/></Relationships>
</file>

<file path=ppt/slides/_rels/slide20.xml.rels><?xml version="1.0" encoding="UTF-8" standalone="yes"?>
<Relationships xmlns="http://schemas.openxmlformats.org/package/2006/relationships"><Relationship Id="rId3" Type="http://schemas.openxmlformats.org/officeDocument/2006/relationships/image" Target="../media/image22.png"/><Relationship Id="rId7" Type="http://schemas.openxmlformats.org/officeDocument/2006/relationships/hyperlink" Target="https://en.wikipedia.org/wiki/Bayer_filter" TargetMode="External"/><Relationship Id="rId2" Type="http://schemas.openxmlformats.org/officeDocument/2006/relationships/notesSlide" Target="../notesSlides/notesSlide20.xml"/><Relationship Id="rId1" Type="http://schemas.openxmlformats.org/officeDocument/2006/relationships/slideLayout" Target="../slideLayouts/slideLayout2.xml"/><Relationship Id="rId6" Type="http://schemas.openxmlformats.org/officeDocument/2006/relationships/image" Target="../media/image19.svg"/><Relationship Id="rId5" Type="http://schemas.openxmlformats.org/officeDocument/2006/relationships/image" Target="../media/image18.png"/><Relationship Id="rId4" Type="http://schemas.openxmlformats.org/officeDocument/2006/relationships/image" Target="../media/image3.png"/></Relationships>
</file>

<file path=ppt/slides/_rels/slide21.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21.xml"/><Relationship Id="rId1" Type="http://schemas.openxmlformats.org/officeDocument/2006/relationships/slideLayout" Target="../slideLayouts/slideLayout2.xml"/><Relationship Id="rId6" Type="http://schemas.openxmlformats.org/officeDocument/2006/relationships/hyperlink" Target="https://en.wikipedia.org/wiki/Color_vision" TargetMode="External"/><Relationship Id="rId5" Type="http://schemas.openxmlformats.org/officeDocument/2006/relationships/image" Target="../media/image24.svg"/><Relationship Id="rId4" Type="http://schemas.openxmlformats.org/officeDocument/2006/relationships/image" Target="../media/image23.png"/></Relationships>
</file>

<file path=ppt/slides/_rels/slide22.xml.rels><?xml version="1.0" encoding="UTF-8" standalone="yes"?>
<Relationships xmlns="http://schemas.openxmlformats.org/package/2006/relationships"><Relationship Id="rId3" Type="http://schemas.openxmlformats.org/officeDocument/2006/relationships/image" Target="../media/image25.png"/><Relationship Id="rId2" Type="http://schemas.openxmlformats.org/officeDocument/2006/relationships/notesSlide" Target="../notesSlides/notesSlide22.xml"/><Relationship Id="rId1" Type="http://schemas.openxmlformats.org/officeDocument/2006/relationships/slideLayout" Target="../slideLayouts/slideLayout2.xml"/><Relationship Id="rId6" Type="http://schemas.openxmlformats.org/officeDocument/2006/relationships/image" Target="../media/image26.png"/><Relationship Id="rId5" Type="http://schemas.openxmlformats.org/officeDocument/2006/relationships/hyperlink" Target="https://en.wikipedia.org/wiki/Color_vision" TargetMode="External"/><Relationship Id="rId4" Type="http://schemas.openxmlformats.org/officeDocument/2006/relationships/image" Target="../media/image3.png"/></Relationships>
</file>

<file path=ppt/slides/_rels/slide23.xml.rels><?xml version="1.0" encoding="UTF-8" standalone="yes"?>
<Relationships xmlns="http://schemas.openxmlformats.org/package/2006/relationships"><Relationship Id="rId3" Type="http://schemas.openxmlformats.org/officeDocument/2006/relationships/image" Target="../media/image27.png"/><Relationship Id="rId2" Type="http://schemas.openxmlformats.org/officeDocument/2006/relationships/notesSlide" Target="../notesSlides/notesSlide23.xml"/><Relationship Id="rId1" Type="http://schemas.openxmlformats.org/officeDocument/2006/relationships/slideLayout" Target="../slideLayouts/slideLayout2.xml"/><Relationship Id="rId5" Type="http://schemas.openxmlformats.org/officeDocument/2006/relationships/image" Target="../media/image28.png"/><Relationship Id="rId4" Type="http://schemas.openxmlformats.org/officeDocument/2006/relationships/image" Target="../media/image3.png"/></Relationships>
</file>

<file path=ppt/slides/_rels/slide24.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24.xml"/><Relationship Id="rId1" Type="http://schemas.openxmlformats.org/officeDocument/2006/relationships/slideLayout" Target="../slideLayouts/slideLayout2.xml"/></Relationships>
</file>

<file path=ppt/slides/_rels/slide25.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25.xml"/><Relationship Id="rId1" Type="http://schemas.openxmlformats.org/officeDocument/2006/relationships/slideLayout" Target="../slideLayouts/slideLayout2.xml"/><Relationship Id="rId5" Type="http://schemas.openxmlformats.org/officeDocument/2006/relationships/hyperlink" Target="https://en.wikipedia.org/wiki/HSL_and_HSV" TargetMode="External"/><Relationship Id="rId4" Type="http://schemas.openxmlformats.org/officeDocument/2006/relationships/image" Target="../media/image29.png"/></Relationships>
</file>

<file path=ppt/slides/_rels/slide26.xml.rels><?xml version="1.0" encoding="UTF-8" standalone="yes"?>
<Relationships xmlns="http://schemas.openxmlformats.org/package/2006/relationships"><Relationship Id="rId3" Type="http://schemas.openxmlformats.org/officeDocument/2006/relationships/image" Target="../media/image30.png"/><Relationship Id="rId2" Type="http://schemas.openxmlformats.org/officeDocument/2006/relationships/notesSlide" Target="../notesSlides/notesSlide26.xml"/><Relationship Id="rId1" Type="http://schemas.openxmlformats.org/officeDocument/2006/relationships/slideLayout" Target="../slideLayouts/slideLayout2.xml"/><Relationship Id="rId6" Type="http://schemas.openxmlformats.org/officeDocument/2006/relationships/hyperlink" Target="https://en.wikipedia.org/wiki/HSL_and_HSV" TargetMode="External"/><Relationship Id="rId5" Type="http://schemas.openxmlformats.org/officeDocument/2006/relationships/image" Target="../media/image29.png"/><Relationship Id="rId4" Type="http://schemas.openxmlformats.org/officeDocument/2006/relationships/image" Target="../media/image3.png"/></Relationships>
</file>

<file path=ppt/slides/_rels/slide27.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27.xml"/><Relationship Id="rId1" Type="http://schemas.openxmlformats.org/officeDocument/2006/relationships/slideLayout" Target="../slideLayouts/slideLayout2.xml"/><Relationship Id="rId5" Type="http://schemas.openxmlformats.org/officeDocument/2006/relationships/hyperlink" Target="https://en.wikipedia.org/wiki/HSL_and_HSV" TargetMode="External"/><Relationship Id="rId4" Type="http://schemas.openxmlformats.org/officeDocument/2006/relationships/image" Target="../media/image29.png"/></Relationships>
</file>

<file path=ppt/slides/_rels/slide28.xml.rels><?xml version="1.0" encoding="UTF-8" standalone="yes"?>
<Relationships xmlns="http://schemas.openxmlformats.org/package/2006/relationships"><Relationship Id="rId3" Type="http://schemas.openxmlformats.org/officeDocument/2006/relationships/image" Target="../media/image31.png"/><Relationship Id="rId2" Type="http://schemas.openxmlformats.org/officeDocument/2006/relationships/notesSlide" Target="../notesSlides/notesSlide28.xml"/><Relationship Id="rId1" Type="http://schemas.openxmlformats.org/officeDocument/2006/relationships/slideLayout" Target="../slideLayouts/slideLayout2.xml"/><Relationship Id="rId6" Type="http://schemas.openxmlformats.org/officeDocument/2006/relationships/hyperlink" Target="https://en.wikipedia.org/wiki/HSL_and_HSV" TargetMode="External"/><Relationship Id="rId5" Type="http://schemas.openxmlformats.org/officeDocument/2006/relationships/image" Target="../media/image29.png"/><Relationship Id="rId4" Type="http://schemas.openxmlformats.org/officeDocument/2006/relationships/image" Target="../media/image3.png"/></Relationships>
</file>

<file path=ppt/slides/_rels/slide29.xml.rels><?xml version="1.0" encoding="UTF-8" standalone="yes"?>
<Relationships xmlns="http://schemas.openxmlformats.org/package/2006/relationships"><Relationship Id="rId8" Type="http://schemas.openxmlformats.org/officeDocument/2006/relationships/hyperlink" Target="https://en.wikipedia.org/wiki/HSL_and_HSV#Disadvantages" TargetMode="External"/><Relationship Id="rId3" Type="http://schemas.openxmlformats.org/officeDocument/2006/relationships/image" Target="../media/image3.png"/><Relationship Id="rId7" Type="http://schemas.openxmlformats.org/officeDocument/2006/relationships/image" Target="../media/image33.jpeg"/><Relationship Id="rId2" Type="http://schemas.openxmlformats.org/officeDocument/2006/relationships/notesSlide" Target="../notesSlides/notesSlide29.xml"/><Relationship Id="rId1" Type="http://schemas.openxmlformats.org/officeDocument/2006/relationships/slideLayout" Target="../slideLayouts/slideLayout2.xml"/><Relationship Id="rId6" Type="http://schemas.openxmlformats.org/officeDocument/2006/relationships/image" Target="../media/image32.jpeg"/><Relationship Id="rId5" Type="http://schemas.openxmlformats.org/officeDocument/2006/relationships/image" Target="../media/image31.jpeg"/><Relationship Id="rId4" Type="http://schemas.openxmlformats.org/officeDocument/2006/relationships/image" Target="../media/image30.jpeg"/></Relationships>
</file>

<file path=ppt/slides/_rels/slide30.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30.xml"/><Relationship Id="rId1" Type="http://schemas.openxmlformats.org/officeDocument/2006/relationships/slideLayout" Target="../slideLayouts/slideLayout2.xml"/></Relationships>
</file>

<file path=ppt/slides/_rels/slide31.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31.xml"/><Relationship Id="rId1" Type="http://schemas.openxmlformats.org/officeDocument/2006/relationships/slideLayout" Target="../slideLayouts/slideLayout2.xml"/><Relationship Id="rId6" Type="http://schemas.openxmlformats.org/officeDocument/2006/relationships/image" Target="../media/image35.png"/><Relationship Id="rId5" Type="http://schemas.openxmlformats.org/officeDocument/2006/relationships/image" Target="../media/image34.png"/><Relationship Id="rId4" Type="http://schemas.openxmlformats.org/officeDocument/2006/relationships/hyperlink" Target="https://en.wikipedia.org/wiki/CIELAB_color_space" TargetMode="External"/></Relationships>
</file>

<file path=ppt/slides/_rels/slide32.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32.xml"/><Relationship Id="rId1" Type="http://schemas.openxmlformats.org/officeDocument/2006/relationships/slideLayout" Target="../slideLayouts/slideLayout2.xml"/><Relationship Id="rId6" Type="http://schemas.openxmlformats.org/officeDocument/2006/relationships/hyperlink" Target="https://en.wikipedia.org/wiki/CIELAB_color_space" TargetMode="External"/><Relationship Id="rId5" Type="http://schemas.openxmlformats.org/officeDocument/2006/relationships/image" Target="../media/image35.png"/><Relationship Id="rId4" Type="http://schemas.openxmlformats.org/officeDocument/2006/relationships/image" Target="../media/image34.png"/></Relationships>
</file>

<file path=ppt/slides/_rels/slide33.xml.rels><?xml version="1.0" encoding="UTF-8" standalone="yes"?>
<Relationships xmlns="http://schemas.openxmlformats.org/package/2006/relationships"><Relationship Id="rId3" Type="http://schemas.openxmlformats.org/officeDocument/2006/relationships/image" Target="../media/image7.jpg"/><Relationship Id="rId2" Type="http://schemas.openxmlformats.org/officeDocument/2006/relationships/notesSlide" Target="../notesSlides/notesSlide33.xml"/><Relationship Id="rId1" Type="http://schemas.openxmlformats.org/officeDocument/2006/relationships/slideLayout" Target="../slideLayouts/slideLayout1.xml"/><Relationship Id="rId4" Type="http://schemas.openxmlformats.org/officeDocument/2006/relationships/image" Target="../media/image8.png"/></Relationships>
</file>

<file path=ppt/slides/_rels/slide34.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34.xml"/><Relationship Id="rId1" Type="http://schemas.openxmlformats.org/officeDocument/2006/relationships/slideLayout" Target="../slideLayouts/slideLayout2.xml"/><Relationship Id="rId5" Type="http://schemas.openxmlformats.org/officeDocument/2006/relationships/image" Target="../media/image11.svg"/><Relationship Id="rId4" Type="http://schemas.openxmlformats.org/officeDocument/2006/relationships/image" Target="../media/image10.png"/></Relationships>
</file>

<file path=ppt/slides/_rels/slide35.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35.xml"/><Relationship Id="rId1" Type="http://schemas.openxmlformats.org/officeDocument/2006/relationships/slideLayout" Target="../slideLayouts/slideLayout2.xml"/></Relationships>
</file>

<file path=ppt/slides/_rels/slide36.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36.xml"/><Relationship Id="rId1" Type="http://schemas.openxmlformats.org/officeDocument/2006/relationships/slideLayout" Target="../slideLayouts/slideLayout2.xml"/></Relationships>
</file>

<file path=ppt/slides/_rels/slide37.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37.xml"/><Relationship Id="rId1" Type="http://schemas.openxmlformats.org/officeDocument/2006/relationships/slideLayout" Target="../slideLayouts/slideLayout2.xml"/></Relationships>
</file>

<file path=ppt/slides/_rels/slide38.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38.xml"/><Relationship Id="rId1" Type="http://schemas.openxmlformats.org/officeDocument/2006/relationships/slideLayout" Target="../slideLayouts/slideLayout2.xml"/></Relationships>
</file>

<file path=ppt/slides/_rels/slide39.xml.rels><?xml version="1.0" encoding="UTF-8" standalone="yes"?>
<Relationships xmlns="http://schemas.openxmlformats.org/package/2006/relationships"><Relationship Id="rId3" Type="http://schemas.openxmlformats.org/officeDocument/2006/relationships/image" Target="../media/image38.png"/><Relationship Id="rId2" Type="http://schemas.openxmlformats.org/officeDocument/2006/relationships/notesSlide" Target="../notesSlides/notesSlide39.xml"/><Relationship Id="rId1" Type="http://schemas.openxmlformats.org/officeDocument/2006/relationships/slideLayout" Target="../slideLayouts/slideLayout2.xml"/><Relationship Id="rId4" Type="http://schemas.openxmlformats.org/officeDocument/2006/relationships/image" Target="../media/image3.png"/></Relationships>
</file>

<file path=ppt/slides/_rels/slide40.xml.rels><?xml version="1.0" encoding="UTF-8" standalone="yes"?>
<Relationships xmlns="http://schemas.openxmlformats.org/package/2006/relationships"><Relationship Id="rId3" Type="http://schemas.openxmlformats.org/officeDocument/2006/relationships/image" Target="../media/image39.png"/><Relationship Id="rId2" Type="http://schemas.openxmlformats.org/officeDocument/2006/relationships/notesSlide" Target="../notesSlides/notesSlide40.xml"/><Relationship Id="rId1" Type="http://schemas.openxmlformats.org/officeDocument/2006/relationships/slideLayout" Target="../slideLayouts/slideLayout2.xml"/><Relationship Id="rId4" Type="http://schemas.openxmlformats.org/officeDocument/2006/relationships/image" Target="../media/image3.png"/></Relationships>
</file>

<file path=ppt/slides/_rels/slide41.xml.rels><?xml version="1.0" encoding="UTF-8" standalone="yes"?>
<Relationships xmlns="http://schemas.openxmlformats.org/package/2006/relationships"><Relationship Id="rId3" Type="http://schemas.openxmlformats.org/officeDocument/2006/relationships/image" Target="../media/image40.png"/><Relationship Id="rId2" Type="http://schemas.openxmlformats.org/officeDocument/2006/relationships/notesSlide" Target="../notesSlides/notesSlide41.xml"/><Relationship Id="rId1" Type="http://schemas.openxmlformats.org/officeDocument/2006/relationships/slideLayout" Target="../slideLayouts/slideLayout2.xml"/><Relationship Id="rId4" Type="http://schemas.openxmlformats.org/officeDocument/2006/relationships/image" Target="../media/image3.png"/></Relationships>
</file>

<file path=ppt/slides/_rels/slide42.xml.rels><?xml version="1.0" encoding="UTF-8" standalone="yes"?>
<Relationships xmlns="http://schemas.openxmlformats.org/package/2006/relationships"><Relationship Id="rId3" Type="http://schemas.openxmlformats.org/officeDocument/2006/relationships/notesSlide" Target="../notesSlides/notesSlide42.xml"/><Relationship Id="rId2" Type="http://schemas.openxmlformats.org/officeDocument/2006/relationships/slideLayout" Target="../slideLayouts/slideLayout2.xml"/><Relationship Id="rId1" Type="http://schemas.openxmlformats.org/officeDocument/2006/relationships/video" Target="https://www.youtube.com/embed/-WRpijIHN3M?feature=oembed" TargetMode="External"/><Relationship Id="rId5" Type="http://schemas.openxmlformats.org/officeDocument/2006/relationships/image" Target="../media/image36.jpeg"/><Relationship Id="rId4" Type="http://schemas.openxmlformats.org/officeDocument/2006/relationships/image" Target="../media/image3.png"/></Relationships>
</file>

<file path=ppt/slides/_rels/slide43.xml.rels><?xml version="1.0" encoding="UTF-8" standalone="yes"?>
<Relationships xmlns="http://schemas.openxmlformats.org/package/2006/relationships"><Relationship Id="rId3" Type="http://schemas.openxmlformats.org/officeDocument/2006/relationships/image" Target="../media/image6.jpg"/><Relationship Id="rId2" Type="http://schemas.openxmlformats.org/officeDocument/2006/relationships/notesSlide" Target="../notesSlides/notesSlide43.xml"/><Relationship Id="rId1" Type="http://schemas.openxmlformats.org/officeDocument/2006/relationships/slideLayout" Target="../slideLayouts/slideLayout1.xml"/><Relationship Id="rId4" Type="http://schemas.openxmlformats.org/officeDocument/2006/relationships/image" Target="../media/image3.png"/></Relationships>
</file>

<file path=ppt/slides/_rels/slide44.xml.rels><?xml version="1.0" encoding="UTF-8" standalone="yes"?>
<Relationships xmlns="http://schemas.openxmlformats.org/package/2006/relationships"><Relationship Id="rId3" Type="http://schemas.openxmlformats.org/officeDocument/2006/relationships/image" Target="../media/image7.jpg"/><Relationship Id="rId2" Type="http://schemas.openxmlformats.org/officeDocument/2006/relationships/notesSlide" Target="../notesSlides/notesSlide44.xml"/><Relationship Id="rId1" Type="http://schemas.openxmlformats.org/officeDocument/2006/relationships/slideLayout" Target="../slideLayouts/slideLayout1.xml"/><Relationship Id="rId4" Type="http://schemas.openxmlformats.org/officeDocument/2006/relationships/image" Target="../media/image37.png"/></Relationships>
</file>

<file path=ppt/slides/slide1.xml><?xml version="1.0" encoding="utf-8"?>
<p:sld xmlns:a="http://schemas.openxmlformats.org/drawingml/2006/main" xmlns:r="http://schemas.openxmlformats.org/officeDocument/2006/relationships" xmlns:p="http://schemas.openxmlformats.org/presentationml/2006/main">
  <p:cSld>
    <p:bg>
      <p:bgPr>
        <a:blipFill>
          <a:blip r:embed="rId3">
            <a:alphaModFix/>
          </a:blip>
          <a:stretch>
            <a:fillRect/>
          </a:stretch>
        </a:blipFill>
        <a:effectLst/>
      </p:bgPr>
    </p:bg>
    <p:spTree>
      <p:nvGrpSpPr>
        <p:cNvPr id="1" name="Shape 81"/>
        <p:cNvGrpSpPr/>
        <p:nvPr/>
      </p:nvGrpSpPr>
      <p:grpSpPr>
        <a:xfrm>
          <a:off x="0" y="0"/>
          <a:ext cx="0" cy="0"/>
          <a:chOff x="0" y="0"/>
          <a:chExt cx="0" cy="0"/>
        </a:xfrm>
      </p:grpSpPr>
      <p:sp>
        <p:nvSpPr>
          <p:cNvPr id="82" name="Google Shape;82;p26"/>
          <p:cNvSpPr/>
          <p:nvPr>
            <p:ph type="title"/>
          </p:nvPr>
        </p:nvSpPr>
        <p:spPr>
          <a:xfrm>
            <a:off x="1134035" y="2553964"/>
            <a:ext cx="9924000" cy="2723782"/>
          </a:xfrm>
          <a:prstGeom prst="rect">
            <a:avLst/>
          </a:prstGeom>
          <a:noFill/>
          <a:ln>
            <a:noFill/>
          </a:ln>
        </p:spPr>
        <p:txBody>
          <a:bodyPr spcFirstLastPara="1" wrap="square" lIns="91425" tIns="45700" rIns="91425" bIns="45700" anchor="t" anchorCtr="0">
            <a:spAutoFit/>
          </a:bodyPr>
          <a:lstStyle/>
          <a:p>
            <a:pPr lvl="0" algn="ctr">
              <a:lnSpc>
                <a:spcPct val="100000"/>
              </a:lnSpc>
              <a:spcBef>
                <a:spcPts val="600"/>
              </a:spcBef>
              <a:spcAft>
                <a:spcPts val="0"/>
              </a:spcAft>
              <a:buSzPts val="4500"/>
            </a:pPr>
            <a:r>
              <a:rPr i="0" lang="en-US" sz="4500" b="1" dirty="0">
                <a:solidFill>
                  <a:schemeClr val="lt1"/>
                </a:solidFill>
              </a:rPr>
              <a:t>SE 423: Introduction to Mechatronics</a:t>
            </a:r>
            <a:endParaRPr i="0" b="0" lang="en-US" sz="4500" dirty="0">
              <a:solidFill>
                <a:srgbClr val="000000"/>
              </a:solidFill>
            </a:endParaRPr>
          </a:p>
          <a:p>
            <a:pPr marL="0" marR="0" lvl="0" indent="0" algn="ctr" rtl="0">
              <a:lnSpc>
                <a:spcPct val="100000"/>
              </a:lnSpc>
              <a:spcBef>
                <a:spcPts val="600"/>
              </a:spcBef>
              <a:spcAft>
                <a:spcPts val="0"/>
              </a:spcAft>
              <a:buNone/>
            </a:pPr>
            <a:r>
              <a:rPr i="0" b="0" lang="en-US" sz="2500" dirty="0">
                <a:solidFill>
                  <a:schemeClr val="lt1"/>
                </a:solidFill>
              </a:rPr>
              <a:t>Lecture 17: Vision Processing, Cameras, Blob Detection</a:t>
            </a:r>
            <a:endParaRPr i="0" b="0" sz="1400" dirty="0">
              <a:solidFill>
                <a:srgbClr val="000000"/>
              </a:solidFill>
            </a:endParaRPr>
          </a:p>
          <a:p>
            <a:pPr marL="0" marR="0" lvl="0" indent="0" algn="ctr" rtl="0">
              <a:lnSpc>
                <a:spcPct val="100000"/>
              </a:lnSpc>
              <a:spcBef>
                <a:spcPts val="600"/>
              </a:spcBef>
              <a:spcAft>
                <a:spcPts val="0"/>
              </a:spcAft>
              <a:buNone/>
            </a:pPr>
            <a:endParaRPr sz="1800" b="0" i="0" u="none" strike="noStrike" cap="none" dirty="0">
              <a:solidFill>
                <a:schemeClr val="lt1"/>
              </a:solidFill>
              <a:latin typeface="Atkinson Hyperlegible Next"/>
              <a:ea typeface="Arial"/>
              <a:cs typeface="Arial"/>
              <a:sym typeface="Arial"/>
            </a:endParaRPr>
          </a:p>
          <a:p>
            <a:pPr marL="0" marR="0" lvl="0" indent="0" algn="ctr" rtl="0">
              <a:lnSpc>
                <a:spcPct val="100000"/>
              </a:lnSpc>
              <a:spcBef>
                <a:spcPts val="600"/>
              </a:spcBef>
              <a:spcAft>
                <a:spcPts val="0"/>
              </a:spcAft>
              <a:buNone/>
            </a:pPr>
            <a:r>
              <a:rPr lang="en-US" sz="1800" b="0" i="0" u="none" strike="noStrike" cap="none" dirty="0">
                <a:solidFill>
                  <a:schemeClr val="lt1"/>
                </a:solidFill>
                <a:latin typeface="Atkinson Hyperlegible Next"/>
                <a:ea typeface="Arial"/>
                <a:cs typeface="Arial"/>
                <a:sym typeface="Arial"/>
              </a:rPr>
              <a:t>Marius Juston</a:t>
            </a:r>
            <a:endParaRPr sz="1800" b="0" i="0" u="none" strike="noStrike" cap="none" dirty="0">
              <a:solidFill>
                <a:srgbClr val="000000"/>
              </a:solidFill>
              <a:latin typeface="Atkinson Hyperlegible Next"/>
              <a:ea typeface="Arial"/>
              <a:cs typeface="Arial"/>
              <a:sym typeface="Arial"/>
            </a:endParaRPr>
          </a:p>
        </p:txBody>
      </p:sp>
      <p:sp>
        <p:nvSpPr>
          <p:cNvPr id="83" name="Google Shape;83;p26"/>
          <p:cNvSpPr txBox="1"/>
          <p:nvPr/>
        </p:nvSpPr>
        <p:spPr>
          <a:xfrm>
            <a:off x="3922059" y="5413888"/>
            <a:ext cx="4347882" cy="369291"/>
          </a:xfrm>
          <a:prstGeom prst="rect">
            <a:avLst/>
          </a:prstGeom>
          <a:noFill/>
          <a:ln>
            <a:noFill/>
          </a:ln>
        </p:spPr>
        <p:txBody>
          <a:bodyPr spcFirstLastPara="1" wrap="square" lIns="91425" tIns="45700" rIns="91425" bIns="45700" anchor="t" anchorCtr="0">
            <a:spAutoFit/>
          </a:bodyPr>
          <a:lstStyle/>
          <a:p>
            <a:pPr marL="0" marR="0" lvl="0" indent="0" algn="ctr" rtl="0">
              <a:lnSpc>
                <a:spcPct val="100000"/>
              </a:lnSpc>
              <a:spcBef>
                <a:spcPts val="0"/>
              </a:spcBef>
              <a:spcAft>
                <a:spcPts val="0"/>
              </a:spcAft>
              <a:buClr>
                <a:srgbClr val="000000"/>
              </a:buClr>
              <a:buSzPts val="1800"/>
              <a:buFont typeface="Arial"/>
              <a:buNone/>
            </a:pPr>
            <a:r>
              <a:rPr lang="en-US" sz="1800" b="0" i="0" u="none" strike="noStrike" cap="none">
                <a:solidFill>
                  <a:schemeClr val="lt1"/>
                </a:solidFill>
                <a:latin typeface="Atkinson Hyperlegible Next"/>
                <a:ea typeface="Arial"/>
                <a:cs typeface="Arial"/>
                <a:sym typeface="Arial"/>
              </a:rPr>
              <a:t>Wednesday, March 25</a:t>
            </a:r>
            <a:r>
              <a:rPr lang="en-US" sz="1800" b="0" i="0" u="none" strike="noStrike" cap="none" baseline="30000">
                <a:solidFill>
                  <a:schemeClr val="lt1"/>
                </a:solidFill>
                <a:latin typeface="Atkinson Hyperlegible Next"/>
                <a:ea typeface="Arial"/>
                <a:cs typeface="Arial"/>
                <a:sym typeface="Arial"/>
              </a:rPr>
              <a:t>th</a:t>
            </a:r>
            <a:r>
              <a:rPr lang="en-US" sz="1800" b="0" i="0" u="none" strike="noStrike" cap="none">
                <a:solidFill>
                  <a:schemeClr val="lt1"/>
                </a:solidFill>
                <a:latin typeface="Atkinson Hyperlegible Next"/>
                <a:ea typeface="Arial"/>
                <a:cs typeface="Arial"/>
                <a:sym typeface="Arial"/>
              </a:rPr>
              <a:t>, 2026</a:t>
            </a:r>
            <a:endParaRPr sz="1800" b="0" i="0" u="none" strike="noStrike" cap="none" dirty="0">
              <a:solidFill>
                <a:schemeClr val="lt1"/>
              </a:solidFill>
              <a:latin typeface="Atkinson Hyperlegible Next"/>
              <a:ea typeface="Arial"/>
              <a:cs typeface="Arial"/>
              <a:sym typeface="Arial"/>
            </a:endParaRPr>
          </a:p>
        </p:txBody>
      </p:sp>
      <p:pic>
        <p:nvPicPr>
          <p:cNvPr id="84" name="Google Shape;84;p26">
            <a:extLst>
              <a:ext uri="{C183D7F6-B498-43B3-948B-1728B52AA6E4}">
                <adec:decorative xmlns:adec="http://schemas.microsoft.com/office/drawing/2017/decorative" val="1"/>
              </a:ext>
            </a:extLst>
          </p:cNvPr>
          <p:cNvPicPr preferRelativeResize="0"/>
          <p:nvPr/>
        </p:nvPicPr>
        <p:blipFill rotWithShape="1">
          <a:blip r:embed="rId4">
            <a:alphaModFix/>
          </a:blip>
          <a:srcRect/>
          <a:stretch/>
        </p:blipFill>
        <p:spPr>
          <a:xfrm>
            <a:off x="4641007" y="1004743"/>
            <a:ext cx="2909982" cy="754664"/>
          </a:xfrm>
          <a:prstGeom prst="rect">
            <a:avLst/>
          </a:prstGeom>
          <a:noFill/>
          <a:ln>
            <a:noFill/>
          </a:ln>
        </p:spPr>
      </p:pic>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B787707C-0AB4-57C3-5639-B4BEF4389386}"/>
            </a:ext>
          </a:extLst>
        </p:cNvPr>
        <p:cNvGrpSpPr/>
        <p:nvPr/>
      </p:nvGrpSpPr>
      <p:grpSpPr>
        <a:xfrm>
          <a:off x="0" y="0"/>
          <a:ext cx="0" cy="0"/>
          <a:chOff x="0" y="0"/>
          <a:chExt cx="0" cy="0"/>
        </a:xfrm>
      </p:grpSpPr>
      <p:sp>
        <p:nvSpPr>
          <p:cNvPr id="118" name="Google Shape;118;p29">
            <a:extLst>
              <a:ext uri="{FF2B5EF4-FFF2-40B4-BE49-F238E27FC236}">
                <a16:creationId xmlns:a16="http://schemas.microsoft.com/office/drawing/2014/main" id="{E7EA1A55-2BAC-C6A5-ABC3-168138F62B6C}"/>
              </a:ext>
            </a:extLst>
          </p:cNvPr>
          <p:cNvSpPr txBox="1">
            <a:spLocks noGrp="1"/>
          </p:cNvSpPr>
          <p:nvPr>
            <p:ph type="body" idx="1"/>
          </p:nvPr>
        </p:nvSpPr>
        <p:spPr>
          <a:xfrm>
            <a:off x="376809" y="1334279"/>
            <a:ext cx="11177401" cy="4821102"/>
          </a:xfrm>
          <a:prstGeom prst="rect">
            <a:avLst/>
          </a:prstGeom>
          <a:noFill/>
          <a:ln>
            <a:noFill/>
          </a:ln>
        </p:spPr>
        <p:txBody>
          <a:bodyPr spcFirstLastPara="1" wrap="square" lIns="91425" tIns="45700" rIns="91425" bIns="45700" anchor="t" anchorCtr="0">
            <a:noAutofit/>
          </a:bodyPr>
          <a:lstStyle/>
          <a:p>
            <a:pPr marL="0" indent="0">
              <a:lnSpc>
                <a:spcPct val="100000"/>
              </a:lnSpc>
              <a:spcBef>
                <a:spcPts val="0"/>
              </a:spcBef>
              <a:buSzPts val="3000"/>
              <a:buNone/>
            </a:pPr>
            <a:r>
              <a:rPr lang="en-US" sz="2400" dirty="0">
                <a:solidFill>
                  <a:schemeClr val="dk1"/>
                </a:solidFill>
                <a:latin typeface="Atkinson Hyperlegible Next"/>
                <a:ea typeface="Arial"/>
                <a:cs typeface="Arial"/>
                <a:sym typeface="Arial"/>
              </a:rPr>
              <a:t>Talk to the person next to you and answer these questions.</a:t>
            </a:r>
          </a:p>
          <a:p>
            <a:pPr marL="285750" indent="-285750">
              <a:lnSpc>
                <a:spcPct val="100000"/>
              </a:lnSpc>
              <a:spcBef>
                <a:spcPts val="0"/>
              </a:spcBef>
              <a:buSzPts val="3000"/>
            </a:pPr>
            <a:endParaRPr lang="en-US" sz="2400" dirty="0">
              <a:latin typeface="Atkinson Hyperlegible Next"/>
              <a:ea typeface="Arial"/>
              <a:cs typeface="Arial"/>
              <a:sym typeface="Arial"/>
            </a:endParaRPr>
          </a:p>
          <a:p>
            <a:pPr marL="285750" indent="-285750">
              <a:lnSpc>
                <a:spcPct val="100000"/>
              </a:lnSpc>
              <a:spcBef>
                <a:spcPts val="0"/>
              </a:spcBef>
              <a:buSzPts val="3000"/>
            </a:pPr>
            <a:r>
              <a:rPr lang="en-US" sz="2400" dirty="0">
                <a:solidFill>
                  <a:schemeClr val="dk1"/>
                </a:solidFill>
                <a:latin typeface="Atkinson Hyperlegible Next"/>
                <a:ea typeface="Arial"/>
                <a:cs typeface="Arial"/>
                <a:sym typeface="Arial"/>
              </a:rPr>
              <a:t>What does RGB stand for?</a:t>
            </a:r>
          </a:p>
          <a:p>
            <a:pPr marL="285750" indent="-285750">
              <a:lnSpc>
                <a:spcPct val="100000"/>
              </a:lnSpc>
              <a:spcBef>
                <a:spcPts val="0"/>
              </a:spcBef>
              <a:buSzPts val="3000"/>
            </a:pPr>
            <a:r>
              <a:rPr lang="en-US" sz="2400" dirty="0">
                <a:latin typeface="Atkinson Hyperlegible Next"/>
                <a:ea typeface="Arial"/>
                <a:cs typeface="Arial"/>
                <a:sym typeface="Arial"/>
              </a:rPr>
              <a:t>How many colors are there? Are the lines straight?</a:t>
            </a:r>
            <a:endParaRPr lang="en-US" sz="2400" dirty="0">
              <a:solidFill>
                <a:schemeClr val="dk1"/>
              </a:solidFill>
              <a:latin typeface="Atkinson Hyperlegible Next"/>
              <a:ea typeface="Arial"/>
              <a:cs typeface="Arial"/>
              <a:sym typeface="Arial"/>
            </a:endParaRPr>
          </a:p>
          <a:p>
            <a:pPr marL="285750" indent="-285750">
              <a:lnSpc>
                <a:spcPct val="100000"/>
              </a:lnSpc>
              <a:spcBef>
                <a:spcPts val="0"/>
              </a:spcBef>
              <a:buSzPts val="3000"/>
            </a:pPr>
            <a:endParaRPr lang="en-US" sz="2400" dirty="0">
              <a:latin typeface="Atkinson Hyperlegible Next"/>
              <a:ea typeface="Arial"/>
              <a:cs typeface="Arial"/>
              <a:sym typeface="Arial"/>
            </a:endParaRPr>
          </a:p>
          <a:p>
            <a:pPr marL="285750" indent="-285750">
              <a:lnSpc>
                <a:spcPct val="100000"/>
              </a:lnSpc>
              <a:spcBef>
                <a:spcPts val="0"/>
              </a:spcBef>
              <a:buSzPts val="3000"/>
            </a:pPr>
            <a:endParaRPr lang="en-US" sz="2400" dirty="0">
              <a:solidFill>
                <a:schemeClr val="dk1"/>
              </a:solidFill>
              <a:latin typeface="Atkinson Hyperlegible Next"/>
              <a:ea typeface="Arial"/>
              <a:cs typeface="Arial"/>
              <a:sym typeface="Arial"/>
            </a:endParaRPr>
          </a:p>
          <a:p>
            <a:pPr marL="285750" indent="-285750">
              <a:lnSpc>
                <a:spcPct val="100000"/>
              </a:lnSpc>
              <a:spcBef>
                <a:spcPts val="0"/>
              </a:spcBef>
              <a:buSzPts val="3000"/>
            </a:pPr>
            <a:endParaRPr lang="en-US" sz="2400" dirty="0">
              <a:latin typeface="Atkinson Hyperlegible Next"/>
              <a:ea typeface="Arial"/>
              <a:cs typeface="Arial"/>
              <a:sym typeface="Arial"/>
            </a:endParaRPr>
          </a:p>
          <a:p>
            <a:pPr marL="285750" indent="-285750">
              <a:lnSpc>
                <a:spcPct val="100000"/>
              </a:lnSpc>
              <a:spcBef>
                <a:spcPts val="0"/>
              </a:spcBef>
              <a:buSzPts val="3000"/>
            </a:pPr>
            <a:endParaRPr lang="en-US" sz="2400" dirty="0">
              <a:solidFill>
                <a:schemeClr val="dk1"/>
              </a:solidFill>
              <a:latin typeface="Atkinson Hyperlegible Next"/>
              <a:ea typeface="Arial"/>
              <a:cs typeface="Arial"/>
              <a:sym typeface="Arial"/>
            </a:endParaRPr>
          </a:p>
          <a:p>
            <a:pPr marL="285750" indent="-285750">
              <a:lnSpc>
                <a:spcPct val="100000"/>
              </a:lnSpc>
              <a:spcBef>
                <a:spcPts val="0"/>
              </a:spcBef>
              <a:buSzPts val="3000"/>
            </a:pPr>
            <a:endParaRPr sz="2400" dirty="0">
              <a:solidFill>
                <a:schemeClr val="dk1"/>
              </a:solidFill>
              <a:latin typeface="Atkinson Hyperlegible Next"/>
              <a:ea typeface="Arial"/>
              <a:cs typeface="Arial"/>
              <a:sym typeface="Arial"/>
            </a:endParaRPr>
          </a:p>
        </p:txBody>
      </p:sp>
      <p:sp>
        <p:nvSpPr>
          <p:cNvPr id="119" name="Google Shape;119;p29">
            <a:extLst>
              <a:ext uri="{FF2B5EF4-FFF2-40B4-BE49-F238E27FC236}">
                <a16:creationId xmlns:a16="http://schemas.microsoft.com/office/drawing/2014/main" id="{AADDCC56-907C-FD39-6E34-87042D08FA2E}"/>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C941C760-8B23-A46D-5C4A-981290CB9EBC}"/>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tkinson Hyperlegible Next"/>
                <a:ea typeface="Arial"/>
                <a:cs typeface="Arial"/>
                <a:sym typeface="Arial"/>
              </a:rPr>
              <a:t>Review – 5-minute partner discussion</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C183D7F6-B498-43B3-948B-1728B52AA6E4}">
                <adec:decorative xmlns:adec="http://schemas.microsoft.com/office/drawing/2017/decorative" val="1"/>
              </a:ext>
              <a:ext uri="{FF2B5EF4-FFF2-40B4-BE49-F238E27FC236}">
                <a16:creationId xmlns:a16="http://schemas.microsoft.com/office/drawing/2014/main" id="{C1984774-B7FA-53FC-ECBE-3FFBD377F556}"/>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D52648EA-0120-942E-FA7D-98B9C25F4F34}"/>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9187DBB9-03BE-10E2-9B63-400A9675CEAD}"/>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73B542CF-2028-95AA-CCEF-91A8D02AD178}"/>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33141631-F3ED-2759-4D92-932A85BC40E3}"/>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E4D9BF8E-CB10-CAD2-7648-4939A5B564E5}"/>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pic>
        <p:nvPicPr>
          <p:cNvPr id="1026" name="Picture 2">
            <a:extLst>
              <a:ext uri="{FF2B5EF4-FFF2-40B4-BE49-F238E27FC236}">
                <a16:creationId xmlns:a16="http://schemas.microsoft.com/office/drawing/2014/main" id="{5C9ED0E5-D2F3-6859-05CA-DBB780B2AEFF}"/>
              </a:ext>
            </a:extLst>
          </p:cNvPr>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927279" y="2870951"/>
            <a:ext cx="3654112" cy="2813666"/>
          </a:xfrm>
          <a:prstGeom prst="rect">
            <a:avLst/>
          </a:prstGeom>
          <a:noFill/>
          <a:extLst>
            <a:ext uri="{909E8E84-426E-40DD-AFC4-6F175D3DCCD1}">
              <a14:hiddenFill xmlns:a14="http://schemas.microsoft.com/office/drawing/2010/main">
                <a:solidFill>
                  <a:srgbClr val="FFFFFF"/>
                </a:solidFill>
              </a14:hiddenFill>
            </a:ext>
          </a:extLst>
        </p:spPr>
      </p:pic>
      <p:pic>
        <p:nvPicPr>
          <p:cNvPr id="3" name="Picture 2">
            <a:extLst>
              <a:ext uri="{FF2B5EF4-FFF2-40B4-BE49-F238E27FC236}">
                <a16:creationId xmlns:a16="http://schemas.microsoft.com/office/drawing/2014/main" id="{24A77EEA-1740-B395-D98B-8393E536A5FE}"/>
              </a:ext>
            </a:extLst>
          </p:cNvPr>
          <p:cNvPicPr>
            <a:picLocks noChangeAspect="1"/>
          </p:cNvPicPr>
          <p:nvPr/>
        </p:nvPicPr>
        <p:blipFill>
          <a:blip r:embed="rId5"/>
          <a:stretch>
            <a:fillRect/>
          </a:stretch>
        </p:blipFill>
        <p:spPr>
          <a:xfrm>
            <a:off x="6167022" y="2870951"/>
            <a:ext cx="4118907" cy="2945301"/>
          </a:xfrm>
          <a:prstGeom prst="rect">
            <a:avLst/>
          </a:prstGeom>
        </p:spPr>
      </p:pic>
      <p:sp>
        <p:nvSpPr>
          <p:cNvPr id="5" name="TextBox 4">
            <a:extLst>
              <a:ext uri="{FF2B5EF4-FFF2-40B4-BE49-F238E27FC236}">
                <a16:creationId xmlns:a16="http://schemas.microsoft.com/office/drawing/2014/main" id="{E925A56A-A2DB-7BA7-00B2-27F8A193BF16}"/>
              </a:ext>
            </a:extLst>
          </p:cNvPr>
          <p:cNvSpPr txBox="1"/>
          <p:nvPr/>
        </p:nvSpPr>
        <p:spPr>
          <a:xfrm>
            <a:off x="2973698" y="6101038"/>
            <a:ext cx="5716250" cy="307777"/>
          </a:xfrm>
          <a:prstGeom prst="rect">
            <a:avLst/>
          </a:prstGeom>
          <a:noFill/>
        </p:spPr>
        <p:txBody>
          <a:bodyPr wrap="square">
            <a:spAutoFit/>
          </a:bodyPr>
          <a:lstStyle/>
          <a:p>
            <a:pPr algn="ctr"/>
            <a:r>
              <a:rPr lang="en-US" dirty="0"/>
              <a:t>check out </a:t>
            </a:r>
            <a:r>
              <a:rPr lang="en-US" dirty="0">
                <a:hlinkClick r:id="rId6"/>
              </a:rPr>
              <a:t>https://michaelbach.de/ot/</a:t>
            </a:r>
            <a:r>
              <a:rPr lang="en-US" dirty="0"/>
              <a:t> for a bunch of optical illusions!</a:t>
            </a:r>
          </a:p>
        </p:txBody>
      </p:sp>
    </p:spTree>
    <p:extLst>
      <p:ext uri="{BB962C8B-B14F-4D97-AF65-F5344CB8AC3E}">
        <p14:creationId xmlns:p14="http://schemas.microsoft.com/office/powerpoint/2010/main" val="1702080834"/>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275841FD-D14E-77AC-760B-C98E4D88C8D9}"/>
            </a:ext>
          </a:extLst>
        </p:cNvPr>
        <p:cNvGrpSpPr/>
        <p:nvPr/>
      </p:nvGrpSpPr>
      <p:grpSpPr>
        <a:xfrm>
          <a:off x="0" y="0"/>
          <a:ext cx="0" cy="0"/>
          <a:chOff x="0" y="0"/>
          <a:chExt cx="0" cy="0"/>
        </a:xfrm>
      </p:grpSpPr>
      <p:sp>
        <p:nvSpPr>
          <p:cNvPr id="118" name="Google Shape;118;p29">
            <a:extLst>
              <a:ext uri="{FF2B5EF4-FFF2-40B4-BE49-F238E27FC236}">
                <a16:creationId xmlns:a16="http://schemas.microsoft.com/office/drawing/2014/main" id="{A3B12240-FBE7-C432-98A9-C2883C24C714}"/>
              </a:ext>
            </a:extLst>
          </p:cNvPr>
          <p:cNvSpPr txBox="1">
            <a:spLocks noGrp="1"/>
          </p:cNvSpPr>
          <p:nvPr>
            <p:ph type="body" idx="1"/>
          </p:nvPr>
        </p:nvSpPr>
        <p:spPr>
          <a:xfrm>
            <a:off x="376809" y="1334279"/>
            <a:ext cx="11177401" cy="4821102"/>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3000"/>
              <a:buNone/>
            </a:pPr>
            <a:r>
              <a:rPr lang="en-US" sz="1800" b="1" dirty="0">
                <a:solidFill>
                  <a:srgbClr val="E84B36"/>
                </a:solidFill>
                <a:latin typeface="Atkinson Hyperlegible Next"/>
                <a:ea typeface="Arial"/>
                <a:cs typeface="Arial"/>
                <a:sym typeface="Arial"/>
              </a:rPr>
              <a:t>Office Hours:</a:t>
            </a:r>
            <a:endParaRPr lang="en-US" sz="2600" b="1" dirty="0">
              <a:solidFill>
                <a:srgbClr val="E84B36"/>
              </a:solidFill>
              <a:latin typeface="Atkinson Hyperlegible Next"/>
              <a:ea typeface="Arial"/>
              <a:cs typeface="Arial"/>
              <a:sym typeface="Arial"/>
            </a:endParaRPr>
          </a:p>
          <a:p>
            <a:pPr marL="285750" indent="-285750">
              <a:lnSpc>
                <a:spcPct val="100000"/>
              </a:lnSpc>
              <a:spcBef>
                <a:spcPts val="0"/>
              </a:spcBef>
              <a:buSzPts val="3000"/>
            </a:pPr>
            <a:r>
              <a:rPr lang="en-US" sz="1800" b="1" dirty="0">
                <a:solidFill>
                  <a:schemeClr val="dk1"/>
                </a:solidFill>
                <a:latin typeface="Atkinson Hyperlegible Next"/>
                <a:ea typeface="Arial"/>
                <a:cs typeface="Arial"/>
                <a:sym typeface="Arial"/>
              </a:rPr>
              <a:t>Monday: </a:t>
            </a:r>
            <a:r>
              <a:rPr lang="en-US" sz="1800" dirty="0">
                <a:solidFill>
                  <a:schemeClr val="dk1"/>
                </a:solidFill>
                <a:latin typeface="Atkinson Hyperlegible Next"/>
                <a:ea typeface="Arial"/>
                <a:cs typeface="Arial"/>
                <a:sym typeface="Arial"/>
              </a:rPr>
              <a:t>4-6 PM</a:t>
            </a:r>
            <a:r>
              <a:rPr lang="en-US" sz="1800" b="1" dirty="0">
                <a:solidFill>
                  <a:schemeClr val="dk1"/>
                </a:solidFill>
                <a:latin typeface="Atkinson Hyperlegible Next"/>
                <a:ea typeface="Arial"/>
                <a:cs typeface="Arial"/>
                <a:sym typeface="Arial"/>
              </a:rPr>
              <a:t>, </a:t>
            </a:r>
            <a:r>
              <a:rPr lang="en-US" sz="1800" dirty="0">
                <a:solidFill>
                  <a:schemeClr val="dk1"/>
                </a:solidFill>
                <a:latin typeface="Atkinson Hyperlegible Next"/>
                <a:ea typeface="Arial"/>
                <a:cs typeface="Arial"/>
                <a:sym typeface="Arial"/>
              </a:rPr>
              <a:t>Neel</a:t>
            </a:r>
          </a:p>
          <a:p>
            <a:pPr marL="285750" indent="-285750">
              <a:lnSpc>
                <a:spcPct val="100000"/>
              </a:lnSpc>
              <a:spcBef>
                <a:spcPts val="0"/>
              </a:spcBef>
              <a:buSzPts val="3000"/>
            </a:pPr>
            <a:r>
              <a:rPr lang="en-US" sz="1800" b="1" dirty="0">
                <a:latin typeface="Atkinson Hyperlegible Next"/>
                <a:ea typeface="Arial"/>
                <a:cs typeface="Arial"/>
                <a:sym typeface="Arial"/>
              </a:rPr>
              <a:t>Tuesday: </a:t>
            </a:r>
            <a:r>
              <a:rPr lang="en-US" sz="1800" dirty="0">
                <a:latin typeface="Atkinson Hyperlegible Next"/>
                <a:ea typeface="Arial"/>
                <a:cs typeface="Arial"/>
                <a:sym typeface="Arial"/>
              </a:rPr>
              <a:t>11-1 PM</a:t>
            </a:r>
            <a:r>
              <a:rPr lang="en-US" sz="1800" b="1" dirty="0">
                <a:latin typeface="Atkinson Hyperlegible Next"/>
                <a:ea typeface="Arial"/>
                <a:cs typeface="Arial"/>
                <a:sym typeface="Arial"/>
              </a:rPr>
              <a:t>, </a:t>
            </a:r>
            <a:r>
              <a:rPr lang="en-US" sz="1800" dirty="0">
                <a:latin typeface="Atkinson Hyperlegible Next"/>
                <a:ea typeface="Arial"/>
                <a:cs typeface="Arial"/>
                <a:sym typeface="Arial"/>
              </a:rPr>
              <a:t>Lakshmi</a:t>
            </a:r>
          </a:p>
          <a:p>
            <a:pPr marL="285750" indent="-285750">
              <a:lnSpc>
                <a:spcPct val="100000"/>
              </a:lnSpc>
              <a:spcBef>
                <a:spcPts val="0"/>
              </a:spcBef>
              <a:buSzPts val="3000"/>
            </a:pPr>
            <a:r>
              <a:rPr lang="en-US" sz="1800" b="1" dirty="0">
                <a:solidFill>
                  <a:schemeClr val="dk1"/>
                </a:solidFill>
                <a:latin typeface="Atkinson Hyperlegible Next"/>
                <a:ea typeface="Arial"/>
                <a:cs typeface="Arial"/>
                <a:sym typeface="Arial"/>
              </a:rPr>
              <a:t>Tuesday: </a:t>
            </a:r>
            <a:r>
              <a:rPr lang="en-US" sz="1800" dirty="0">
                <a:latin typeface="Atkinson Hyperlegible Next"/>
                <a:ea typeface="Arial"/>
                <a:cs typeface="Arial"/>
                <a:sym typeface="Arial"/>
              </a:rPr>
              <a:t>1-3 PM</a:t>
            </a:r>
            <a:r>
              <a:rPr lang="en-US" sz="1800" b="1" dirty="0">
                <a:latin typeface="Atkinson Hyperlegible Next"/>
                <a:ea typeface="Arial"/>
                <a:cs typeface="Arial"/>
                <a:sym typeface="Arial"/>
              </a:rPr>
              <a:t>, </a:t>
            </a:r>
            <a:r>
              <a:rPr lang="en-US" sz="1800" dirty="0">
                <a:latin typeface="Atkinson Hyperlegible Next"/>
                <a:ea typeface="Arial"/>
                <a:cs typeface="Arial"/>
                <a:sym typeface="Arial"/>
              </a:rPr>
              <a:t>Samuel</a:t>
            </a:r>
          </a:p>
          <a:p>
            <a:pPr marL="285750" indent="-285750">
              <a:lnSpc>
                <a:spcPct val="100000"/>
              </a:lnSpc>
              <a:spcBef>
                <a:spcPts val="0"/>
              </a:spcBef>
              <a:buSzPts val="3000"/>
            </a:pPr>
            <a:r>
              <a:rPr lang="en-US" sz="1800" b="1" dirty="0">
                <a:solidFill>
                  <a:schemeClr val="dk1"/>
                </a:solidFill>
                <a:latin typeface="Atkinson Hyperlegible Next"/>
                <a:ea typeface="Arial"/>
                <a:cs typeface="Arial"/>
                <a:sym typeface="Arial"/>
              </a:rPr>
              <a:t>Tuesday: </a:t>
            </a:r>
            <a:r>
              <a:rPr lang="en-US" sz="1800" dirty="0">
                <a:solidFill>
                  <a:schemeClr val="dk1"/>
                </a:solidFill>
                <a:latin typeface="Atkinson Hyperlegible Next"/>
                <a:ea typeface="Arial"/>
                <a:cs typeface="Arial"/>
                <a:sym typeface="Arial"/>
              </a:rPr>
              <a:t>2-5 PM</a:t>
            </a:r>
            <a:r>
              <a:rPr lang="en-US" sz="1800" b="1" dirty="0">
                <a:solidFill>
                  <a:schemeClr val="dk1"/>
                </a:solidFill>
                <a:latin typeface="Atkinson Hyperlegible Next"/>
                <a:ea typeface="Arial"/>
                <a:cs typeface="Arial"/>
                <a:sym typeface="Arial"/>
              </a:rPr>
              <a:t>, </a:t>
            </a:r>
            <a:r>
              <a:rPr lang="en-US" sz="1800" dirty="0">
                <a:solidFill>
                  <a:schemeClr val="dk1"/>
                </a:solidFill>
                <a:latin typeface="Atkinson Hyperlegible Next"/>
                <a:ea typeface="Arial"/>
                <a:cs typeface="Arial"/>
                <a:sym typeface="Arial"/>
              </a:rPr>
              <a:t>Dan &amp; Marius</a:t>
            </a:r>
          </a:p>
          <a:p>
            <a:pPr marL="285750" indent="-285750">
              <a:lnSpc>
                <a:spcPct val="100000"/>
              </a:lnSpc>
              <a:spcBef>
                <a:spcPts val="0"/>
              </a:spcBef>
              <a:buSzPts val="3000"/>
            </a:pPr>
            <a:endParaRPr lang="en-US" sz="1800" b="1" dirty="0">
              <a:latin typeface="Atkinson Hyperlegible Next"/>
              <a:ea typeface="Arial"/>
              <a:cs typeface="Arial"/>
              <a:sym typeface="Arial"/>
            </a:endParaRPr>
          </a:p>
          <a:p>
            <a:pPr marL="0" indent="0">
              <a:lnSpc>
                <a:spcPct val="100000"/>
              </a:lnSpc>
              <a:spcBef>
                <a:spcPts val="0"/>
              </a:spcBef>
              <a:buSzPts val="3000"/>
              <a:buNone/>
            </a:pPr>
            <a:r>
              <a:rPr lang="en-US" sz="1800" b="1" dirty="0">
                <a:solidFill>
                  <a:srgbClr val="E84B36"/>
                </a:solidFill>
                <a:latin typeface="Atkinson Hyperlegible Next"/>
                <a:ea typeface="Arial"/>
                <a:cs typeface="Arial"/>
                <a:sym typeface="Arial"/>
              </a:rPr>
              <a:t>Lab: </a:t>
            </a:r>
            <a:r>
              <a:rPr lang="en-US" sz="1800" dirty="0">
                <a:latin typeface="Atkinson Hyperlegible Next"/>
                <a:ea typeface="Arial"/>
                <a:cs typeface="Arial"/>
                <a:sym typeface="Arial"/>
              </a:rPr>
              <a:t>Starting Lab 6 this week. This a 3-week lab!</a:t>
            </a:r>
          </a:p>
          <a:p>
            <a:pPr marL="285750" indent="-285750">
              <a:lnSpc>
                <a:spcPct val="100000"/>
              </a:lnSpc>
              <a:spcBef>
                <a:spcPts val="0"/>
              </a:spcBef>
              <a:buSzPts val="3000"/>
            </a:pPr>
            <a:r>
              <a:rPr lang="en-US" sz="1800" dirty="0">
                <a:solidFill>
                  <a:schemeClr val="tx1"/>
                </a:solidFill>
                <a:latin typeface="Atkinson Hyperlegible Next"/>
                <a:ea typeface="Arial"/>
                <a:cs typeface="Arial"/>
                <a:sym typeface="Arial"/>
              </a:rPr>
              <a:t>Don’t forget to have the Lab LabVIEW application implemented before lab.</a:t>
            </a:r>
          </a:p>
          <a:p>
            <a:pPr marL="285750" indent="-285750">
              <a:lnSpc>
                <a:spcPct val="100000"/>
              </a:lnSpc>
              <a:spcBef>
                <a:spcPts val="0"/>
              </a:spcBef>
              <a:buSzPts val="3000"/>
            </a:pPr>
            <a:endParaRPr lang="en-US" sz="1800" b="1" dirty="0">
              <a:solidFill>
                <a:srgbClr val="E84B36"/>
              </a:solidFill>
              <a:latin typeface="Atkinson Hyperlegible Next"/>
              <a:ea typeface="Arial"/>
              <a:cs typeface="Arial"/>
              <a:sym typeface="Arial"/>
            </a:endParaRPr>
          </a:p>
          <a:p>
            <a:pPr marL="0" indent="0">
              <a:lnSpc>
                <a:spcPct val="100000"/>
              </a:lnSpc>
              <a:spcBef>
                <a:spcPts val="0"/>
              </a:spcBef>
              <a:buSzPts val="3000"/>
              <a:buNone/>
            </a:pPr>
            <a:r>
              <a:rPr lang="en-US" sz="1800" b="1" dirty="0" err="1">
                <a:solidFill>
                  <a:srgbClr val="E84B36"/>
                </a:solidFill>
                <a:latin typeface="Atkinson Hyperlegible Next"/>
                <a:ea typeface="Arial"/>
                <a:cs typeface="Arial"/>
                <a:sym typeface="Arial"/>
              </a:rPr>
              <a:t>Homeworks</a:t>
            </a:r>
            <a:r>
              <a:rPr lang="en-US" sz="1800" b="1" dirty="0">
                <a:solidFill>
                  <a:srgbClr val="E84B36"/>
                </a:solidFill>
                <a:latin typeface="Atkinson Hyperlegible Next"/>
                <a:ea typeface="Arial"/>
                <a:cs typeface="Arial"/>
                <a:sym typeface="Arial"/>
              </a:rPr>
              <a:t>:</a:t>
            </a:r>
          </a:p>
          <a:p>
            <a:pPr marL="285750" indent="-285750">
              <a:lnSpc>
                <a:spcPct val="100000"/>
              </a:lnSpc>
              <a:spcBef>
                <a:spcPts val="0"/>
              </a:spcBef>
              <a:buSzPts val="3000"/>
            </a:pPr>
            <a:r>
              <a:rPr lang="en-US" sz="1800" dirty="0">
                <a:latin typeface="Atkinson Hyperlegible Next"/>
                <a:ea typeface="Arial"/>
                <a:cs typeface="Arial"/>
                <a:sym typeface="Arial"/>
              </a:rPr>
              <a:t>Check-offs for </a:t>
            </a:r>
            <a:r>
              <a:rPr lang="en-US" sz="1800" dirty="0">
                <a:latin typeface="Atkinson Hyperlegible Next"/>
                <a:ea typeface="Arial"/>
                <a:cs typeface="Arial"/>
                <a:sym typeface="Arial"/>
                <a:hlinkClick r:id="rId3"/>
              </a:rPr>
              <a:t>homework 4</a:t>
            </a:r>
            <a:r>
              <a:rPr lang="en-US" sz="1800" dirty="0">
                <a:latin typeface="Atkinson Hyperlegible Next"/>
                <a:ea typeface="Arial"/>
                <a:cs typeface="Arial"/>
                <a:sym typeface="Arial"/>
              </a:rPr>
              <a:t> Ex 2 and 3 are due </a:t>
            </a:r>
            <a:r>
              <a:rPr lang="en-US" sz="1800" b="1" dirty="0">
                <a:latin typeface="Atkinson Hyperlegible Next"/>
                <a:ea typeface="Arial"/>
                <a:cs typeface="Arial"/>
                <a:sym typeface="Arial"/>
              </a:rPr>
              <a:t>March 31, 5PM (The end of office hours)</a:t>
            </a:r>
            <a:endParaRPr lang="en-US" sz="1800" dirty="0">
              <a:latin typeface="Atkinson Hyperlegible Next"/>
              <a:ea typeface="Arial"/>
              <a:cs typeface="Arial"/>
              <a:sym typeface="Arial"/>
            </a:endParaRPr>
          </a:p>
          <a:p>
            <a:pPr marL="285750" indent="-285750">
              <a:lnSpc>
                <a:spcPct val="100000"/>
              </a:lnSpc>
              <a:spcBef>
                <a:spcPts val="0"/>
              </a:spcBef>
              <a:buSzPts val="3000"/>
            </a:pPr>
            <a:r>
              <a:rPr lang="en-US" sz="1800" dirty="0">
                <a:latin typeface="Atkinson Hyperlegible Next"/>
                <a:ea typeface="Arial"/>
                <a:cs typeface="Arial"/>
                <a:sym typeface="Arial"/>
              </a:rPr>
              <a:t>Check-offs for </a:t>
            </a:r>
            <a:r>
              <a:rPr lang="en-US" sz="1800" dirty="0">
                <a:latin typeface="Atkinson Hyperlegible Next"/>
                <a:ea typeface="Arial"/>
                <a:cs typeface="Arial"/>
                <a:sym typeface="Arial"/>
                <a:hlinkClick r:id="rId3"/>
              </a:rPr>
              <a:t>homework 4</a:t>
            </a:r>
            <a:r>
              <a:rPr lang="en-US" sz="1800" dirty="0">
                <a:latin typeface="Atkinson Hyperlegible Next"/>
                <a:ea typeface="Arial"/>
                <a:cs typeface="Arial"/>
                <a:sym typeface="Arial"/>
              </a:rPr>
              <a:t> Ex 4 are due </a:t>
            </a:r>
            <a:r>
              <a:rPr lang="en-US" sz="1800" b="1" dirty="0">
                <a:latin typeface="Atkinson Hyperlegible Next"/>
                <a:ea typeface="Arial"/>
                <a:cs typeface="Arial"/>
                <a:sym typeface="Arial"/>
              </a:rPr>
              <a:t>April 7, 5PM (The end of office hours)</a:t>
            </a:r>
          </a:p>
          <a:p>
            <a:pPr marL="285750" indent="-285750">
              <a:lnSpc>
                <a:spcPct val="100000"/>
              </a:lnSpc>
              <a:spcBef>
                <a:spcPts val="0"/>
              </a:spcBef>
              <a:buSzPts val="3000"/>
            </a:pPr>
            <a:r>
              <a:rPr lang="en-US" sz="1800" dirty="0">
                <a:latin typeface="Atkinson Hyperlegible Next"/>
                <a:ea typeface="Arial"/>
                <a:cs typeface="Arial"/>
                <a:sym typeface="Arial"/>
              </a:rPr>
              <a:t>Remainder of </a:t>
            </a:r>
            <a:r>
              <a:rPr lang="en-US" sz="1800" dirty="0">
                <a:latin typeface="Atkinson Hyperlegible Next"/>
                <a:ea typeface="Arial"/>
                <a:cs typeface="Arial"/>
                <a:sym typeface="Arial"/>
                <a:hlinkClick r:id="rId3"/>
              </a:rPr>
              <a:t>homework 4</a:t>
            </a:r>
            <a:r>
              <a:rPr lang="en-US" sz="1800" dirty="0">
                <a:latin typeface="Atkinson Hyperlegible Next"/>
                <a:ea typeface="Arial"/>
                <a:cs typeface="Arial"/>
                <a:sym typeface="Arial"/>
              </a:rPr>
              <a:t> due on </a:t>
            </a:r>
            <a:r>
              <a:rPr lang="en-US" sz="1800" dirty="0" err="1">
                <a:latin typeface="Atkinson Hyperlegible Next"/>
                <a:ea typeface="Arial"/>
                <a:cs typeface="Arial"/>
                <a:sym typeface="Arial"/>
              </a:rPr>
              <a:t>Gradescope</a:t>
            </a:r>
            <a:r>
              <a:rPr lang="en-US" sz="1800" dirty="0">
                <a:latin typeface="Atkinson Hyperlegible Next"/>
                <a:ea typeface="Arial"/>
                <a:cs typeface="Arial"/>
                <a:sym typeface="Arial"/>
              </a:rPr>
              <a:t> on </a:t>
            </a:r>
            <a:r>
              <a:rPr lang="en-US" sz="1800" b="1" dirty="0">
                <a:latin typeface="Atkinson Hyperlegible Next"/>
                <a:ea typeface="Arial"/>
                <a:cs typeface="Arial"/>
                <a:sym typeface="Arial"/>
              </a:rPr>
              <a:t>April 8, 9AM</a:t>
            </a:r>
          </a:p>
        </p:txBody>
      </p:sp>
      <p:sp>
        <p:nvSpPr>
          <p:cNvPr id="119" name="Google Shape;119;p29">
            <a:extLst>
              <a:ext uri="{FF2B5EF4-FFF2-40B4-BE49-F238E27FC236}">
                <a16:creationId xmlns:a16="http://schemas.microsoft.com/office/drawing/2014/main" id="{28F4DC60-5615-4235-EF8F-749635053A2B}"/>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C7341C0B-3353-6FAC-59B6-1BC184B1DEE7}"/>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tkinson Hyperlegible Next"/>
                <a:ea typeface="Arial"/>
                <a:cs typeface="Arial"/>
                <a:sym typeface="Arial"/>
              </a:rPr>
              <a:t>Reminders</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C183D7F6-B498-43B3-948B-1728B52AA6E4}">
                <adec:decorative xmlns:adec="http://schemas.microsoft.com/office/drawing/2017/decorative" val="1"/>
              </a:ext>
              <a:ext uri="{FF2B5EF4-FFF2-40B4-BE49-F238E27FC236}">
                <a16:creationId xmlns:a16="http://schemas.microsoft.com/office/drawing/2014/main" id="{25A7A3C5-2C94-DFDE-B6CE-1AA71BB909D6}"/>
              </a:ext>
            </a:extLst>
          </p:cNvPr>
          <p:cNvPicPr preferRelativeResize="0"/>
          <p:nvPr/>
        </p:nvPicPr>
        <p:blipFill rotWithShape="1">
          <a:blip r:embed="rId4">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531F53DB-DB9B-6876-2739-ED5A2DD2AF69}"/>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4656C000-32C7-7004-5110-9F4CDD9B5029}"/>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BCD0378D-0FED-2133-BE9C-D95394C460C3}"/>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E1170382-A03B-CBAF-126E-BC0414D20EC0}"/>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838B4CC3-ADE6-376F-FF48-9094A8F0ECD8}"/>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spTree>
    <p:extLst>
      <p:ext uri="{BB962C8B-B14F-4D97-AF65-F5344CB8AC3E}">
        <p14:creationId xmlns:p14="http://schemas.microsoft.com/office/powerpoint/2010/main" val="3832812913"/>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bg>
      <p:bgPr>
        <a:blipFill>
          <a:blip r:embed="rId3">
            <a:alphaModFix/>
          </a:blip>
          <a:stretch>
            <a:fillRect/>
          </a:stretch>
        </a:blipFill>
        <a:effectLst/>
      </p:bgPr>
    </p:bg>
    <p:spTree>
      <p:nvGrpSpPr>
        <p:cNvPr id="1" name="Shape 88">
          <a:extLst>
            <a:ext uri="{FF2B5EF4-FFF2-40B4-BE49-F238E27FC236}">
              <a16:creationId xmlns:a16="http://schemas.microsoft.com/office/drawing/2014/main" id="{8AF3B574-1FB7-47D8-7C3B-2D8B80C1B71E}"/>
            </a:ext>
          </a:extLst>
        </p:cNvPr>
        <p:cNvGrpSpPr/>
        <p:nvPr/>
      </p:nvGrpSpPr>
      <p:grpSpPr>
        <a:xfrm>
          <a:off x="0" y="0"/>
          <a:ext cx="0" cy="0"/>
          <a:chOff x="0" y="0"/>
          <a:chExt cx="0" cy="0"/>
        </a:xfrm>
      </p:grpSpPr>
      <p:grpSp>
        <p:nvGrpSpPr>
          <p:cNvPr id="2" name="Group 1">
            <a:extLst>
              <a:ext uri="{FF2B5EF4-FFF2-40B4-BE49-F238E27FC236}">
                <a16:creationId xmlns:a16="http://schemas.microsoft.com/office/drawing/2014/main" id="{018C368B-FE2D-5B17-BE43-7465482AEBFA}"/>
              </a:ext>
            </a:extLst>
          </p:cNvPr>
          <p:cNvGrpSpPr/>
          <p:nvPr/>
        </p:nvGrpSpPr>
        <p:grpSpPr>
          <a:xfrm>
            <a:off x="1441528" y="2296815"/>
            <a:ext cx="9308941" cy="2264370"/>
            <a:chOff x="1441528" y="1491040"/>
            <a:chExt cx="9308941" cy="2264370"/>
          </a:xfrm>
        </p:grpSpPr>
        <p:sp>
          <p:nvSpPr>
            <p:cNvPr id="89" name="Google Shape;89;p27">
              <a:extLst>
                <a:ext uri="{FF2B5EF4-FFF2-40B4-BE49-F238E27FC236}">
                  <a16:creationId xmlns:a16="http://schemas.microsoft.com/office/drawing/2014/main" id="{BCBC3FB6-47F6-7775-CB52-E1D0141B8A3F}"/>
                </a:ext>
              </a:extLst>
            </p:cNvPr>
            <p:cNvSpPr/>
            <p:nvPr>
              <p:ph type="title"/>
            </p:nvPr>
          </p:nvSpPr>
          <p:spPr>
            <a:xfrm>
              <a:off x="2206906" y="1491040"/>
              <a:ext cx="7778187" cy="1015663"/>
            </a:xfrm>
            <a:prstGeom prst="rect">
              <a:avLst/>
            </a:prstGeom>
            <a:noFill/>
            <a:ln>
              <a:noFill/>
            </a:ln>
          </p:spPr>
          <p:txBody>
            <a:bodyPr spcFirstLastPara="1" wrap="square" lIns="91425" tIns="45700" rIns="91425" bIns="45700" anchor="t" anchorCtr="0">
              <a:spAutoFit/>
            </a:bodyPr>
            <a:lstStyle/>
            <a:p>
              <a:pPr marL="0" marR="0" lvl="0" indent="0" algn="ctr" rtl="0">
                <a:lnSpc>
                  <a:spcPct val="100000"/>
                </a:lnSpc>
                <a:spcBef>
                  <a:spcPts val="0"/>
                </a:spcBef>
                <a:spcAft>
                  <a:spcPts val="0"/>
                </a:spcAft>
                <a:buClr>
                  <a:srgbClr val="000000"/>
                </a:buClr>
                <a:buSzPts val="6000"/>
                <a:buFont typeface="Arial"/>
                <a:buNone/>
              </a:pPr>
              <a:r>
                <a:rPr lang="en-US" sz="6000" b="1" i="0" u="none" strike="noStrike" cap="none" dirty="0">
                  <a:solidFill>
                    <a:schemeClr val="lt1"/>
                  </a:solidFill>
                  <a:latin typeface="Atkinson Hyperlegible Next"/>
                  <a:ea typeface="Arial"/>
                  <a:cs typeface="Arial"/>
                  <a:sym typeface="Arial"/>
                </a:rPr>
                <a:t>Questions?</a:t>
              </a:r>
              <a:endParaRPr sz="1400" b="0" i="0" u="none" strike="noStrike" cap="none" dirty="0">
                <a:solidFill>
                  <a:srgbClr val="000000"/>
                </a:solidFill>
                <a:latin typeface="Atkinson Hyperlegible Next"/>
                <a:ea typeface="Arial"/>
                <a:cs typeface="Arial"/>
                <a:sym typeface="Arial"/>
              </a:endParaRPr>
            </a:p>
          </p:txBody>
        </p:sp>
        <p:sp>
          <p:nvSpPr>
            <p:cNvPr id="90" name="Google Shape;90;p27">
              <a:extLst>
                <a:ext uri="{FF2B5EF4-FFF2-40B4-BE49-F238E27FC236}">
                  <a16:creationId xmlns:a16="http://schemas.microsoft.com/office/drawing/2014/main" id="{D56A7593-AC73-7040-DB5D-E69F313BBDE7}"/>
                </a:ext>
              </a:extLst>
            </p:cNvPr>
            <p:cNvSpPr txBox="1"/>
            <p:nvPr/>
          </p:nvSpPr>
          <p:spPr>
            <a:xfrm>
              <a:off x="1441528" y="3232230"/>
              <a:ext cx="9308941" cy="523180"/>
            </a:xfrm>
            <a:prstGeom prst="rect">
              <a:avLst/>
            </a:prstGeom>
            <a:noFill/>
            <a:ln>
              <a:noFill/>
            </a:ln>
          </p:spPr>
          <p:txBody>
            <a:bodyPr spcFirstLastPara="1" wrap="square" lIns="91425" tIns="45700" rIns="91425" bIns="45700" anchor="t" anchorCtr="0">
              <a:spAutoFit/>
            </a:bodyPr>
            <a:lstStyle/>
            <a:p>
              <a:pPr marL="0" marR="0" lvl="0" indent="0" algn="ctr" rtl="0">
                <a:lnSpc>
                  <a:spcPct val="100000"/>
                </a:lnSpc>
                <a:spcBef>
                  <a:spcPts val="0"/>
                </a:spcBef>
                <a:spcAft>
                  <a:spcPts val="0"/>
                </a:spcAft>
                <a:buClr>
                  <a:srgbClr val="000000"/>
                </a:buClr>
                <a:buSzPts val="2800"/>
                <a:buFont typeface="Arial"/>
                <a:buNone/>
              </a:pPr>
              <a:r>
                <a:rPr lang="en-US" sz="2800" b="0" i="0" u="none" strike="noStrike" cap="none" dirty="0">
                  <a:solidFill>
                    <a:schemeClr val="lt1"/>
                  </a:solidFill>
                  <a:latin typeface="Atkinson Hyperlegible Next"/>
                  <a:ea typeface="Arial"/>
                  <a:cs typeface="Arial"/>
                  <a:sym typeface="Arial"/>
                </a:rPr>
                <a:t>Homework, Lab, LabVIEW?</a:t>
              </a:r>
              <a:endParaRPr sz="1800" b="0" i="0" u="none" strike="noStrike" cap="none" dirty="0">
                <a:solidFill>
                  <a:schemeClr val="lt1"/>
                </a:solidFill>
                <a:latin typeface="Atkinson Hyperlegible Next"/>
                <a:ea typeface="Arial"/>
                <a:cs typeface="Arial"/>
                <a:sym typeface="Arial"/>
              </a:endParaRPr>
            </a:p>
          </p:txBody>
        </p:sp>
        <p:cxnSp>
          <p:nvCxnSpPr>
            <p:cNvPr id="92" name="Google Shape;92;p27">
              <a:extLst>
                <a:ext uri="{FF2B5EF4-FFF2-40B4-BE49-F238E27FC236}">
                  <a16:creationId xmlns:a16="http://schemas.microsoft.com/office/drawing/2014/main" id="{BFE751B6-CF4D-273E-D560-6B4D883779FC}"/>
                </a:ext>
              </a:extLst>
            </p:cNvPr>
            <p:cNvCxnSpPr/>
            <p:nvPr/>
          </p:nvCxnSpPr>
          <p:spPr>
            <a:xfrm>
              <a:off x="4426226" y="2676939"/>
              <a:ext cx="3379304" cy="0"/>
            </a:xfrm>
            <a:prstGeom prst="straightConnector1">
              <a:avLst/>
            </a:prstGeom>
            <a:noFill/>
            <a:ln w="19050" cap="flat" cmpd="sng">
              <a:solidFill>
                <a:srgbClr val="E84B36"/>
              </a:solidFill>
              <a:prstDash val="solid"/>
              <a:round/>
              <a:headEnd type="none" w="sm" len="sm"/>
              <a:tailEnd type="none" w="sm" len="sm"/>
            </a:ln>
          </p:spPr>
        </p:cxnSp>
        <p:cxnSp>
          <p:nvCxnSpPr>
            <p:cNvPr id="93" name="Google Shape;93;p27">
              <a:extLst>
                <a:ext uri="{FF2B5EF4-FFF2-40B4-BE49-F238E27FC236}">
                  <a16:creationId xmlns:a16="http://schemas.microsoft.com/office/drawing/2014/main" id="{A7768501-64BD-D022-44D2-3CA620B502C6}"/>
                </a:ext>
              </a:extLst>
            </p:cNvPr>
            <p:cNvCxnSpPr/>
            <p:nvPr/>
          </p:nvCxnSpPr>
          <p:spPr>
            <a:xfrm rot="10800000" flipH="1">
              <a:off x="3943790" y="2676939"/>
              <a:ext cx="482436" cy="322845"/>
            </a:xfrm>
            <a:prstGeom prst="straightConnector1">
              <a:avLst/>
            </a:prstGeom>
            <a:noFill/>
            <a:ln w="19050" cap="flat" cmpd="sng">
              <a:solidFill>
                <a:srgbClr val="E84B36"/>
              </a:solidFill>
              <a:prstDash val="solid"/>
              <a:round/>
              <a:headEnd type="none" w="sm" len="sm"/>
              <a:tailEnd type="none" w="sm" len="sm"/>
            </a:ln>
          </p:spPr>
        </p:cxnSp>
      </p:grpSp>
      <p:pic>
        <p:nvPicPr>
          <p:cNvPr id="94" name="Google Shape;94;p27">
            <a:extLst>
              <a:ext uri="{C183D7F6-B498-43B3-948B-1728B52AA6E4}">
                <adec:decorative xmlns:adec="http://schemas.microsoft.com/office/drawing/2017/decorative" val="1"/>
              </a:ext>
              <a:ext uri="{FF2B5EF4-FFF2-40B4-BE49-F238E27FC236}">
                <a16:creationId xmlns:a16="http://schemas.microsoft.com/office/drawing/2014/main" id="{19915C55-6271-9B95-62A4-D901C77AA9DE}"/>
              </a:ext>
            </a:extLst>
          </p:cNvPr>
          <p:cNvPicPr preferRelativeResize="0"/>
          <p:nvPr/>
        </p:nvPicPr>
        <p:blipFill rotWithShape="1">
          <a:blip r:embed="rId4">
            <a:alphaModFix/>
          </a:blip>
          <a:srcRect/>
          <a:stretch/>
        </p:blipFill>
        <p:spPr>
          <a:xfrm>
            <a:off x="11557509" y="233819"/>
            <a:ext cx="271308" cy="389810"/>
          </a:xfrm>
          <a:prstGeom prst="rect">
            <a:avLst/>
          </a:prstGeom>
          <a:noFill/>
          <a:ln>
            <a:noFill/>
          </a:ln>
        </p:spPr>
      </p:pic>
      <p:sp>
        <p:nvSpPr>
          <p:cNvPr id="95" name="Google Shape;95;p27">
            <a:extLst>
              <a:ext uri="{FF2B5EF4-FFF2-40B4-BE49-F238E27FC236}">
                <a16:creationId xmlns:a16="http://schemas.microsoft.com/office/drawing/2014/main" id="{96534BB9-415B-75C5-14DF-605417B1EA0F}"/>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chemeClr val="lt1"/>
                </a:solidFill>
                <a:latin typeface="Atkinson Hyperlegible Next"/>
                <a:ea typeface="Arial"/>
                <a:cs typeface="Arial"/>
                <a:sym typeface="Arial"/>
              </a:rPr>
              <a:t>GRAINGER ENGINEERING</a:t>
            </a:r>
            <a:endParaRPr/>
          </a:p>
        </p:txBody>
      </p:sp>
      <p:sp>
        <p:nvSpPr>
          <p:cNvPr id="96" name="Google Shape;96;p27">
            <a:extLst>
              <a:ext uri="{FF2B5EF4-FFF2-40B4-BE49-F238E27FC236}">
                <a16:creationId xmlns:a16="http://schemas.microsoft.com/office/drawing/2014/main" id="{A8493C96-336F-E402-218B-5C13C8F047B5}"/>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chemeClr val="lt1"/>
                </a:solidFill>
              </a:rPr>
              <a:t>SYSTEMS ENGINEERING </a:t>
            </a:r>
            <a:endParaRPr dirty="0"/>
          </a:p>
        </p:txBody>
      </p:sp>
      <p:grpSp>
        <p:nvGrpSpPr>
          <p:cNvPr id="97" name="Google Shape;97;p27">
            <a:extLst>
              <a:ext uri="{FF2B5EF4-FFF2-40B4-BE49-F238E27FC236}">
                <a16:creationId xmlns:a16="http://schemas.microsoft.com/office/drawing/2014/main" id="{33C3076B-D3BE-042B-369B-996B00F03F2C}"/>
              </a:ext>
            </a:extLst>
          </p:cNvPr>
          <p:cNvGrpSpPr/>
          <p:nvPr/>
        </p:nvGrpSpPr>
        <p:grpSpPr>
          <a:xfrm>
            <a:off x="4066674" y="6601537"/>
            <a:ext cx="5233412" cy="70446"/>
            <a:chOff x="4033424" y="6601537"/>
            <a:chExt cx="5233412" cy="70446"/>
          </a:xfrm>
        </p:grpSpPr>
        <p:cxnSp>
          <p:nvCxnSpPr>
            <p:cNvPr id="98" name="Google Shape;98;p27">
              <a:extLst>
                <a:ext uri="{FF2B5EF4-FFF2-40B4-BE49-F238E27FC236}">
                  <a16:creationId xmlns:a16="http://schemas.microsoft.com/office/drawing/2014/main" id="{A886A22C-18CA-ADCE-8A13-5D51F5F174D3}"/>
                </a:ext>
              </a:extLst>
            </p:cNvPr>
            <p:cNvCxnSpPr/>
            <p:nvPr/>
          </p:nvCxnSpPr>
          <p:spPr>
            <a:xfrm rot="10800000">
              <a:off x="4033424" y="6639606"/>
              <a:ext cx="5164651" cy="0"/>
            </a:xfrm>
            <a:prstGeom prst="straightConnector1">
              <a:avLst/>
            </a:prstGeom>
            <a:noFill/>
            <a:ln w="9525" cap="flat" cmpd="sng">
              <a:solidFill>
                <a:schemeClr val="lt1"/>
              </a:solidFill>
              <a:prstDash val="solid"/>
              <a:round/>
              <a:headEnd type="none" w="sm" len="sm"/>
              <a:tailEnd type="none" w="sm" len="sm"/>
            </a:ln>
          </p:spPr>
        </p:cxnSp>
        <p:sp>
          <p:nvSpPr>
            <p:cNvPr id="99" name="Google Shape;99;p27">
              <a:extLst>
                <a:ext uri="{FF2B5EF4-FFF2-40B4-BE49-F238E27FC236}">
                  <a16:creationId xmlns:a16="http://schemas.microsoft.com/office/drawing/2014/main" id="{F5546652-0DF2-2B1B-5CB6-25C023D4F23A}"/>
                </a:ext>
              </a:extLst>
            </p:cNvPr>
            <p:cNvSpPr/>
            <p:nvPr/>
          </p:nvSpPr>
          <p:spPr>
            <a:xfrm>
              <a:off x="9196390" y="6601537"/>
              <a:ext cx="70446" cy="70446"/>
            </a:xfrm>
            <a:prstGeom prst="ellipse">
              <a:avLst/>
            </a:prstGeom>
            <a:solidFill>
              <a:schemeClr val="lt1"/>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chemeClr val="lt1"/>
                </a:solidFill>
                <a:latin typeface="Atkinson Hyperlegible Next"/>
                <a:ea typeface="Arial"/>
                <a:cs typeface="Arial"/>
                <a:sym typeface="Arial"/>
              </a:endParaRPr>
            </a:p>
          </p:txBody>
        </p:sp>
      </p:grpSp>
    </p:spTree>
    <p:extLst>
      <p:ext uri="{BB962C8B-B14F-4D97-AF65-F5344CB8AC3E}">
        <p14:creationId xmlns:p14="http://schemas.microsoft.com/office/powerpoint/2010/main" val="2130656613"/>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bg>
      <p:bgPr>
        <a:blipFill>
          <a:blip r:embed="rId3">
            <a:alphaModFix/>
          </a:blip>
          <a:stretch>
            <a:fillRect/>
          </a:stretch>
        </a:blipFill>
        <a:effectLst/>
      </p:bgPr>
    </p:bg>
    <p:spTree>
      <p:nvGrpSpPr>
        <p:cNvPr id="1" name="Shape 103"/>
        <p:cNvGrpSpPr/>
        <p:nvPr/>
      </p:nvGrpSpPr>
      <p:grpSpPr>
        <a:xfrm>
          <a:off x="0" y="0"/>
          <a:ext cx="0" cy="0"/>
          <a:chOff x="0" y="0"/>
          <a:chExt cx="0" cy="0"/>
        </a:xfrm>
      </p:grpSpPr>
      <p:sp>
        <p:nvSpPr>
          <p:cNvPr id="104" name="Google Shape;104;p28"/>
          <p:cNvSpPr/>
          <p:nvPr>
            <p:ph type="title"/>
          </p:nvPr>
        </p:nvSpPr>
        <p:spPr>
          <a:xfrm>
            <a:off x="1295400" y="3225489"/>
            <a:ext cx="9601200" cy="784790"/>
          </a:xfrm>
          <a:prstGeom prst="rect">
            <a:avLst/>
          </a:prstGeom>
          <a:noFill/>
          <a:ln>
            <a:noFill/>
          </a:ln>
        </p:spPr>
        <p:txBody>
          <a:bodyPr spcFirstLastPara="1" wrap="square" lIns="91425" tIns="45700" rIns="91425" bIns="45700" anchor="ctr" anchorCtr="0">
            <a:spAutoFit/>
          </a:bodyPr>
          <a:lstStyle/>
          <a:p>
            <a:pPr marL="0" marR="0" lvl="0" indent="0" algn="ctr" rtl="0">
              <a:lnSpc>
                <a:spcPct val="100000"/>
              </a:lnSpc>
              <a:spcBef>
                <a:spcPts val="0"/>
              </a:spcBef>
              <a:spcAft>
                <a:spcPts val="0"/>
              </a:spcAft>
              <a:buClr>
                <a:srgbClr val="000000"/>
              </a:buClr>
              <a:buSzPts val="4500"/>
              <a:buFont typeface="Arial"/>
              <a:buNone/>
            </a:pPr>
            <a:r>
              <a:rPr lang="en-US" sz="4500" b="1" i="0" u="none" strike="noStrike" cap="none" dirty="0">
                <a:solidFill>
                  <a:srgbClr val="15264B"/>
                </a:solidFill>
                <a:latin typeface="Atkinson Hyperlegible Next"/>
                <a:ea typeface="Arial"/>
                <a:cs typeface="Arial"/>
                <a:sym typeface="Arial"/>
              </a:rPr>
              <a:t>Computer Vision</a:t>
            </a:r>
            <a:endParaRPr sz="1800" b="0" i="0" u="none" strike="noStrike" cap="none" dirty="0">
              <a:solidFill>
                <a:srgbClr val="15264B"/>
              </a:solidFill>
              <a:latin typeface="Atkinson Hyperlegible Next"/>
              <a:ea typeface="Arial"/>
              <a:cs typeface="Arial"/>
              <a:sym typeface="Arial"/>
            </a:endParaRPr>
          </a:p>
        </p:txBody>
      </p:sp>
      <p:grpSp>
        <p:nvGrpSpPr>
          <p:cNvPr id="105" name="Google Shape;105;p28"/>
          <p:cNvGrpSpPr/>
          <p:nvPr/>
        </p:nvGrpSpPr>
        <p:grpSpPr>
          <a:xfrm>
            <a:off x="3943790" y="2676939"/>
            <a:ext cx="3861740" cy="322845"/>
            <a:chOff x="3943790" y="2676939"/>
            <a:chExt cx="3861740" cy="322845"/>
          </a:xfrm>
        </p:grpSpPr>
        <p:cxnSp>
          <p:nvCxnSpPr>
            <p:cNvPr id="106" name="Google Shape;106;p28"/>
            <p:cNvCxnSpPr/>
            <p:nvPr/>
          </p:nvCxnSpPr>
          <p:spPr>
            <a:xfrm>
              <a:off x="4426226" y="2676939"/>
              <a:ext cx="3379304" cy="0"/>
            </a:xfrm>
            <a:prstGeom prst="straightConnector1">
              <a:avLst/>
            </a:prstGeom>
            <a:noFill/>
            <a:ln w="19050" cap="flat" cmpd="sng">
              <a:solidFill>
                <a:schemeClr val="lt1"/>
              </a:solidFill>
              <a:prstDash val="solid"/>
              <a:round/>
              <a:headEnd type="none" w="sm" len="sm"/>
              <a:tailEnd type="none" w="sm" len="sm"/>
            </a:ln>
          </p:spPr>
        </p:cxnSp>
        <p:cxnSp>
          <p:nvCxnSpPr>
            <p:cNvPr id="107" name="Google Shape;107;p28"/>
            <p:cNvCxnSpPr/>
            <p:nvPr/>
          </p:nvCxnSpPr>
          <p:spPr>
            <a:xfrm rot="10800000" flipH="1">
              <a:off x="3943790" y="2676939"/>
              <a:ext cx="482436" cy="322845"/>
            </a:xfrm>
            <a:prstGeom prst="straightConnector1">
              <a:avLst/>
            </a:prstGeom>
            <a:noFill/>
            <a:ln w="19050" cap="flat" cmpd="sng">
              <a:solidFill>
                <a:schemeClr val="lt1"/>
              </a:solidFill>
              <a:prstDash val="solid"/>
              <a:round/>
              <a:headEnd type="none" w="sm" len="sm"/>
              <a:tailEnd type="none" w="sm" len="sm"/>
            </a:ln>
          </p:spPr>
        </p:cxnSp>
      </p:grpSp>
      <p:pic>
        <p:nvPicPr>
          <p:cNvPr id="108" name="Google Shape;108;p28">
            <a:extLst>
              <a:ext uri="{C183D7F6-B498-43B3-948B-1728B52AA6E4}">
                <adec:decorative xmlns:adec="http://schemas.microsoft.com/office/drawing/2017/decorative" val="1"/>
              </a:ext>
            </a:extLst>
          </p:cNvPr>
          <p:cNvPicPr preferRelativeResize="0"/>
          <p:nvPr/>
        </p:nvPicPr>
        <p:blipFill rotWithShape="1">
          <a:blip r:embed="rId4">
            <a:alphaModFix/>
          </a:blip>
          <a:srcRect/>
          <a:stretch/>
        </p:blipFill>
        <p:spPr>
          <a:xfrm>
            <a:off x="11557509" y="233819"/>
            <a:ext cx="271308" cy="389811"/>
          </a:xfrm>
          <a:prstGeom prst="rect">
            <a:avLst/>
          </a:prstGeom>
          <a:noFill/>
          <a:ln>
            <a:noFill/>
          </a:ln>
        </p:spPr>
      </p:pic>
      <p:sp>
        <p:nvSpPr>
          <p:cNvPr id="109" name="Google Shape;109;p28"/>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10" name="Google Shape;110;p28"/>
          <p:cNvSpPr txBox="1"/>
          <p:nvPr/>
        </p:nvSpPr>
        <p:spPr>
          <a:xfrm>
            <a:off x="376807" y="6524381"/>
            <a:ext cx="7991400" cy="230700"/>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a:t>
            </a:r>
            <a:endParaRPr dirty="0"/>
          </a:p>
        </p:txBody>
      </p:sp>
      <p:grpSp>
        <p:nvGrpSpPr>
          <p:cNvPr id="111" name="Google Shape;111;p28"/>
          <p:cNvGrpSpPr/>
          <p:nvPr/>
        </p:nvGrpSpPr>
        <p:grpSpPr>
          <a:xfrm>
            <a:off x="4066674" y="6601537"/>
            <a:ext cx="5233412" cy="70446"/>
            <a:chOff x="4033424" y="6601537"/>
            <a:chExt cx="5233412" cy="70446"/>
          </a:xfrm>
        </p:grpSpPr>
        <p:cxnSp>
          <p:nvCxnSpPr>
            <p:cNvPr id="112" name="Google Shape;112;p28"/>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13" name="Google Shape;113;p28"/>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284C1449-3E0A-4861-9392-BE1442E4AF85}"/>
            </a:ext>
          </a:extLst>
        </p:cNvPr>
        <p:cNvGrpSpPr/>
        <p:nvPr/>
      </p:nvGrpSpPr>
      <p:grpSpPr>
        <a:xfrm>
          <a:off x="0" y="0"/>
          <a:ext cx="0" cy="0"/>
          <a:chOff x="0" y="0"/>
          <a:chExt cx="0" cy="0"/>
        </a:xfrm>
      </p:grpSpPr>
      <p:sp>
        <p:nvSpPr>
          <p:cNvPr id="118" name="Google Shape;118;p29">
            <a:extLst>
              <a:ext uri="{FF2B5EF4-FFF2-40B4-BE49-F238E27FC236}">
                <a16:creationId xmlns:a16="http://schemas.microsoft.com/office/drawing/2014/main" id="{90B82F22-2950-651A-368C-79B66C411823}"/>
              </a:ext>
            </a:extLst>
          </p:cNvPr>
          <p:cNvSpPr txBox="1">
            <a:spLocks noGrp="1"/>
          </p:cNvSpPr>
          <p:nvPr>
            <p:ph type="body" idx="1"/>
          </p:nvPr>
        </p:nvSpPr>
        <p:spPr>
          <a:xfrm>
            <a:off x="376809" y="1334279"/>
            <a:ext cx="7281291" cy="4821102"/>
          </a:xfrm>
          <a:prstGeom prst="rect">
            <a:avLst/>
          </a:prstGeom>
          <a:noFill/>
          <a:ln>
            <a:noFill/>
          </a:ln>
        </p:spPr>
        <p:txBody>
          <a:bodyPr spcFirstLastPara="1" wrap="square" lIns="91425" tIns="45700" rIns="91425" bIns="45700" anchor="t" anchorCtr="0">
            <a:noAutofit/>
          </a:bodyPr>
          <a:lstStyle/>
          <a:p>
            <a:pPr marL="0" indent="0">
              <a:lnSpc>
                <a:spcPct val="100000"/>
              </a:lnSpc>
              <a:spcBef>
                <a:spcPts val="0"/>
              </a:spcBef>
              <a:buSzPts val="3000"/>
              <a:buNone/>
            </a:pPr>
            <a:r>
              <a:rPr lang="en-US" sz="2200" dirty="0">
                <a:latin typeface="Atkinson Hyperlegible Next"/>
                <a:ea typeface="Arial"/>
                <a:cs typeface="Arial"/>
                <a:sym typeface="Arial"/>
              </a:rPr>
              <a:t>I would </a:t>
            </a:r>
            <a:r>
              <a:rPr lang="en-US" sz="2200" b="1" dirty="0">
                <a:latin typeface="Atkinson Hyperlegible Next"/>
                <a:ea typeface="Arial"/>
                <a:cs typeface="Arial"/>
                <a:sym typeface="Arial"/>
              </a:rPr>
              <a:t>HIGHLY</a:t>
            </a:r>
            <a:r>
              <a:rPr lang="en-US" sz="2200" dirty="0">
                <a:latin typeface="Atkinson Hyperlegible Next"/>
                <a:ea typeface="Arial"/>
                <a:cs typeface="Arial"/>
                <a:sym typeface="Arial"/>
              </a:rPr>
              <a:t> recommend you looking at:</a:t>
            </a:r>
          </a:p>
          <a:p>
            <a:pPr marL="0" indent="0">
              <a:lnSpc>
                <a:spcPct val="100000"/>
              </a:lnSpc>
              <a:spcBef>
                <a:spcPts val="0"/>
              </a:spcBef>
              <a:buSzPts val="3000"/>
              <a:buNone/>
            </a:pPr>
            <a:endParaRPr lang="en-US" sz="2200" dirty="0">
              <a:solidFill>
                <a:schemeClr val="dk1"/>
              </a:solidFill>
              <a:latin typeface="Atkinson Hyperlegible Next"/>
              <a:ea typeface="Arial"/>
              <a:cs typeface="Arial"/>
              <a:sym typeface="Arial"/>
            </a:endParaRPr>
          </a:p>
          <a:p>
            <a:pPr marL="342900">
              <a:lnSpc>
                <a:spcPct val="100000"/>
              </a:lnSpc>
              <a:spcBef>
                <a:spcPts val="0"/>
              </a:spcBef>
              <a:buSzPts val="3000"/>
            </a:pPr>
            <a:r>
              <a:rPr lang="en-US" sz="2200" dirty="0">
                <a:latin typeface="Atkinson Hyperlegible Next"/>
                <a:ea typeface="Arial"/>
                <a:cs typeface="Arial"/>
                <a:sym typeface="Arial"/>
                <a:hlinkClick r:id="rId3"/>
              </a:rPr>
              <a:t>https://visionbook.mit.edu/</a:t>
            </a:r>
            <a:r>
              <a:rPr lang="en-US" sz="2200" dirty="0">
                <a:latin typeface="Atkinson Hyperlegible Next"/>
                <a:ea typeface="Arial"/>
                <a:cs typeface="Arial"/>
                <a:sym typeface="Arial"/>
              </a:rPr>
              <a:t> </a:t>
            </a:r>
          </a:p>
          <a:p>
            <a:pPr marL="342900">
              <a:lnSpc>
                <a:spcPct val="100000"/>
              </a:lnSpc>
              <a:spcBef>
                <a:spcPts val="0"/>
              </a:spcBef>
              <a:buSzPts val="3000"/>
            </a:pPr>
            <a:endParaRPr lang="en-US" sz="2200" dirty="0">
              <a:solidFill>
                <a:schemeClr val="dk1"/>
              </a:solidFill>
              <a:latin typeface="Atkinson Hyperlegible Next"/>
              <a:ea typeface="Arial"/>
              <a:cs typeface="Arial"/>
              <a:sym typeface="Arial"/>
            </a:endParaRPr>
          </a:p>
          <a:p>
            <a:pPr marL="342900">
              <a:lnSpc>
                <a:spcPct val="100000"/>
              </a:lnSpc>
              <a:spcBef>
                <a:spcPts val="0"/>
              </a:spcBef>
              <a:buSzPts val="3000"/>
            </a:pPr>
            <a:r>
              <a:rPr lang="en-US" sz="2200" dirty="0">
                <a:latin typeface="Atkinson Hyperlegible Next"/>
                <a:ea typeface="Arial"/>
                <a:cs typeface="Arial"/>
                <a:sym typeface="Arial"/>
              </a:rPr>
              <a:t>The webpage is a textbook with all the math, background and information for computer vision. </a:t>
            </a:r>
          </a:p>
          <a:p>
            <a:pPr marL="342900">
              <a:lnSpc>
                <a:spcPct val="100000"/>
              </a:lnSpc>
              <a:spcBef>
                <a:spcPts val="0"/>
              </a:spcBef>
              <a:buSzPts val="3000"/>
            </a:pPr>
            <a:r>
              <a:rPr lang="en-US" sz="2200" dirty="0">
                <a:latin typeface="Atkinson Hyperlegible Next"/>
                <a:ea typeface="Arial"/>
                <a:cs typeface="Arial"/>
                <a:sym typeface="Arial"/>
              </a:rPr>
              <a:t>We will only be doing a tiny portion of this in this lecture (there are whole grad classes for computer vision).</a:t>
            </a:r>
          </a:p>
          <a:p>
            <a:pPr marL="342900">
              <a:lnSpc>
                <a:spcPct val="100000"/>
              </a:lnSpc>
              <a:spcBef>
                <a:spcPts val="0"/>
              </a:spcBef>
              <a:buSzPts val="3000"/>
            </a:pPr>
            <a:r>
              <a:rPr lang="en-US" sz="2200" dirty="0">
                <a:latin typeface="Atkinson Hyperlegible Next"/>
                <a:ea typeface="Arial"/>
                <a:cs typeface="Arial"/>
                <a:sym typeface="Arial"/>
              </a:rPr>
              <a:t>It is containerized very nicely, has lots of pictures, diagrams. Each section takes 5 minutes to read.</a:t>
            </a:r>
          </a:p>
          <a:p>
            <a:pPr marL="342900">
              <a:lnSpc>
                <a:spcPct val="100000"/>
              </a:lnSpc>
              <a:spcBef>
                <a:spcPts val="0"/>
              </a:spcBef>
              <a:buSzPts val="3000"/>
            </a:pPr>
            <a:endParaRPr lang="en-US" sz="2200" dirty="0">
              <a:latin typeface="Atkinson Hyperlegible Next"/>
              <a:ea typeface="Arial"/>
              <a:cs typeface="Arial"/>
              <a:sym typeface="Arial"/>
            </a:endParaRPr>
          </a:p>
          <a:p>
            <a:pPr marL="342900">
              <a:lnSpc>
                <a:spcPct val="100000"/>
              </a:lnSpc>
              <a:spcBef>
                <a:spcPts val="0"/>
              </a:spcBef>
              <a:buSzPts val="3000"/>
            </a:pPr>
            <a:r>
              <a:rPr lang="en-US" sz="2200" dirty="0">
                <a:latin typeface="Atkinson Hyperlegible Next"/>
                <a:ea typeface="Arial"/>
                <a:cs typeface="Arial"/>
                <a:sym typeface="Arial"/>
              </a:rPr>
              <a:t>(also, for more CMOS details look at </a:t>
            </a:r>
            <a:r>
              <a:rPr lang="en-US" sz="2200" dirty="0">
                <a:latin typeface="Atkinson Hyperlegible Next"/>
                <a:ea typeface="Arial"/>
                <a:cs typeface="Arial"/>
                <a:sym typeface="Arial"/>
                <a:hlinkClick r:id="rId4"/>
              </a:rPr>
              <a:t>https://isl.stanford.edu/~abbas/ee392b/lect04.pdf</a:t>
            </a:r>
            <a:r>
              <a:rPr lang="en-US" sz="2200" dirty="0">
                <a:latin typeface="Atkinson Hyperlegible Next"/>
                <a:ea typeface="Arial"/>
                <a:cs typeface="Arial"/>
                <a:sym typeface="Arial"/>
              </a:rPr>
              <a:t> )</a:t>
            </a:r>
          </a:p>
          <a:p>
            <a:pPr marL="0" indent="0">
              <a:lnSpc>
                <a:spcPct val="100000"/>
              </a:lnSpc>
              <a:spcBef>
                <a:spcPts val="0"/>
              </a:spcBef>
              <a:buSzPts val="3000"/>
              <a:buNone/>
            </a:pPr>
            <a:r>
              <a:rPr lang="en-US" sz="2200" dirty="0">
                <a:latin typeface="Atkinson Hyperlegible Next"/>
                <a:ea typeface="Arial"/>
                <a:cs typeface="Arial"/>
                <a:sym typeface="Arial"/>
              </a:rPr>
              <a:t> </a:t>
            </a:r>
          </a:p>
          <a:p>
            <a:pPr marL="342900">
              <a:lnSpc>
                <a:spcPct val="100000"/>
              </a:lnSpc>
              <a:spcBef>
                <a:spcPts val="0"/>
              </a:spcBef>
              <a:buSzPts val="3000"/>
            </a:pPr>
            <a:endParaRPr lang="en-US" sz="2200" dirty="0">
              <a:solidFill>
                <a:schemeClr val="dk1"/>
              </a:solidFill>
              <a:latin typeface="Atkinson Hyperlegible Next"/>
              <a:ea typeface="Arial"/>
              <a:cs typeface="Arial"/>
              <a:sym typeface="Arial"/>
            </a:endParaRPr>
          </a:p>
          <a:p>
            <a:pPr marL="0" indent="0">
              <a:lnSpc>
                <a:spcPct val="100000"/>
              </a:lnSpc>
              <a:spcBef>
                <a:spcPts val="0"/>
              </a:spcBef>
              <a:buSzPts val="3000"/>
              <a:buNone/>
            </a:pPr>
            <a:endParaRPr lang="en-US" sz="2200" dirty="0">
              <a:solidFill>
                <a:schemeClr val="dk1"/>
              </a:solidFill>
              <a:latin typeface="Atkinson Hyperlegible Next"/>
              <a:ea typeface="Arial"/>
              <a:cs typeface="Arial"/>
              <a:sym typeface="Arial"/>
            </a:endParaRPr>
          </a:p>
        </p:txBody>
      </p:sp>
      <p:sp>
        <p:nvSpPr>
          <p:cNvPr id="119" name="Google Shape;119;p29">
            <a:extLst>
              <a:ext uri="{FF2B5EF4-FFF2-40B4-BE49-F238E27FC236}">
                <a16:creationId xmlns:a16="http://schemas.microsoft.com/office/drawing/2014/main" id="{6A628A2B-B709-CACE-8F95-69BCFBA16850}"/>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D0483023-EDBE-4389-5B7F-1D8932DD80A0}"/>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i="0" b="0" lang="en-US" sz="2400" dirty="0">
                <a:solidFill>
                  <a:schemeClr val="lt1"/>
                </a:solidFill>
              </a:rPr>
              <a:t>Preface</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C183D7F6-B498-43B3-948B-1728B52AA6E4}">
                <adec:decorative xmlns:adec="http://schemas.microsoft.com/office/drawing/2017/decorative" val="1"/>
              </a:ext>
              <a:ext uri="{FF2B5EF4-FFF2-40B4-BE49-F238E27FC236}">
                <a16:creationId xmlns:a16="http://schemas.microsoft.com/office/drawing/2014/main" id="{C330AC21-503A-97DC-BCF1-95DD8206162E}"/>
              </a:ext>
            </a:extLst>
          </p:cNvPr>
          <p:cNvPicPr preferRelativeResize="0"/>
          <p:nvPr/>
        </p:nvPicPr>
        <p:blipFill rotWithShape="1">
          <a:blip r:embed="rId5">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790C9303-015B-BA26-66AF-C804A163D8CA}"/>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B640AD6F-925A-DF39-18C2-1660A40D8DF8}"/>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46834384-62C3-933E-328D-C094682345A4}"/>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E82058DB-8DC9-B90E-8DCC-F65D880AB5F7}"/>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46DA9392-D2C8-BB5F-1616-0AF3151C33D5}"/>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pic>
        <p:nvPicPr>
          <p:cNvPr id="2050" name="Picture 2" descr="Book Cover">
            <a:extLst>
              <a:ext uri="{FF2B5EF4-FFF2-40B4-BE49-F238E27FC236}">
                <a16:creationId xmlns:a16="http://schemas.microsoft.com/office/drawing/2014/main" id="{16494730-091D-C1B6-F5BD-6F81EF76ADA1}"/>
              </a:ext>
            </a:extLst>
          </p:cNvPr>
          <p:cNvPicPr>
            <a:picLocks noChangeAspect="1" noChangeArrowheads="1"/>
          </p:cNvPicPr>
          <p:nvPr/>
        </p:nvPicPr>
        <p:blipFill>
          <a:blip r:embed="rId6">
            <a:extLst>
              <a:ext uri="{28A0092B-C50C-407E-A947-70E740481C1C}">
                <a14:useLocalDpi xmlns:a14="http://schemas.microsoft.com/office/drawing/2010/main" val="0"/>
              </a:ext>
            </a:extLst>
          </a:blip>
          <a:srcRect/>
          <a:stretch>
            <a:fillRect/>
          </a:stretch>
        </p:blipFill>
        <p:spPr bwMode="auto">
          <a:xfrm>
            <a:off x="7777703" y="1711534"/>
            <a:ext cx="3704685" cy="4155866"/>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1500786453"/>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DB2C81AD-1A6E-D004-B381-602AC33F3AED}"/>
            </a:ext>
          </a:extLst>
        </p:cNvPr>
        <p:cNvGrpSpPr/>
        <p:nvPr/>
      </p:nvGrpSpPr>
      <p:grpSpPr>
        <a:xfrm>
          <a:off x="0" y="0"/>
          <a:ext cx="0" cy="0"/>
          <a:chOff x="0" y="0"/>
          <a:chExt cx="0" cy="0"/>
        </a:xfrm>
      </p:grpSpPr>
      <p:sp>
        <p:nvSpPr>
          <p:cNvPr id="118" name="Google Shape;118;p29">
            <a:extLst>
              <a:ext uri="{FF2B5EF4-FFF2-40B4-BE49-F238E27FC236}">
                <a16:creationId xmlns:a16="http://schemas.microsoft.com/office/drawing/2014/main" id="{46D7903F-4A88-9155-DEE5-0ACBC5381F24}"/>
              </a:ext>
            </a:extLst>
          </p:cNvPr>
          <p:cNvSpPr txBox="1">
            <a:spLocks noGrp="1"/>
          </p:cNvSpPr>
          <p:nvPr>
            <p:ph type="body" idx="1"/>
          </p:nvPr>
        </p:nvSpPr>
        <p:spPr>
          <a:xfrm>
            <a:off x="376809" y="1334279"/>
            <a:ext cx="11177401" cy="4821102"/>
          </a:xfrm>
          <a:prstGeom prst="rect">
            <a:avLst/>
          </a:prstGeom>
          <a:noFill/>
          <a:ln>
            <a:noFill/>
          </a:ln>
        </p:spPr>
        <p:txBody>
          <a:bodyPr spcFirstLastPara="1" wrap="square" lIns="91425" tIns="45700" rIns="91425" bIns="45700" anchor="t" anchorCtr="0">
            <a:noAutofit/>
          </a:bodyPr>
          <a:lstStyle/>
          <a:p>
            <a:pPr marL="0" indent="0">
              <a:lnSpc>
                <a:spcPct val="100000"/>
              </a:lnSpc>
              <a:spcBef>
                <a:spcPts val="0"/>
              </a:spcBef>
              <a:buSzPts val="3000"/>
              <a:buNone/>
            </a:pPr>
            <a:r>
              <a:rPr lang="en-US" sz="2000" dirty="0">
                <a:solidFill>
                  <a:schemeClr val="dk1"/>
                </a:solidFill>
                <a:latin typeface="Atkinson Hyperlegible Next"/>
                <a:ea typeface="Arial"/>
                <a:cs typeface="Arial"/>
                <a:sym typeface="Arial"/>
              </a:rPr>
              <a:t>Currently we have the LiDAR working and returning points; however, what kind of data are missing from just the LiDAR?</a:t>
            </a:r>
          </a:p>
          <a:p>
            <a:pPr marL="0" indent="0">
              <a:lnSpc>
                <a:spcPct val="100000"/>
              </a:lnSpc>
              <a:spcBef>
                <a:spcPts val="0"/>
              </a:spcBef>
              <a:buSzPts val="3000"/>
              <a:buNone/>
            </a:pPr>
            <a:endParaRPr lang="en-US" sz="2000" dirty="0">
              <a:latin typeface="Atkinson Hyperlegible Next"/>
              <a:ea typeface="Arial"/>
              <a:cs typeface="Arial"/>
              <a:sym typeface="Arial"/>
            </a:endParaRPr>
          </a:p>
          <a:p>
            <a:pPr marL="0" indent="0" algn="ctr">
              <a:lnSpc>
                <a:spcPct val="100000"/>
              </a:lnSpc>
              <a:spcBef>
                <a:spcPts val="0"/>
              </a:spcBef>
              <a:buSzPts val="3000"/>
              <a:buNone/>
            </a:pPr>
            <a:r>
              <a:rPr lang="en-US" sz="2000" dirty="0">
                <a:solidFill>
                  <a:schemeClr val="dk1"/>
                </a:solidFill>
                <a:latin typeface="Atkinson Hyperlegible Next"/>
                <a:ea typeface="Arial"/>
                <a:cs typeface="Arial"/>
                <a:sym typeface="Arial"/>
              </a:rPr>
              <a:t>Color, complex shapes, human vision like data</a:t>
            </a:r>
          </a:p>
          <a:p>
            <a:pPr marL="0" indent="0" algn="ctr">
              <a:lnSpc>
                <a:spcPct val="100000"/>
              </a:lnSpc>
              <a:spcBef>
                <a:spcPts val="0"/>
              </a:spcBef>
              <a:buSzPts val="3000"/>
              <a:buNone/>
            </a:pPr>
            <a:endParaRPr lang="en-US" sz="2000" dirty="0">
              <a:latin typeface="Atkinson Hyperlegible Next"/>
              <a:ea typeface="Arial"/>
              <a:cs typeface="Arial"/>
              <a:sym typeface="Arial"/>
            </a:endParaRPr>
          </a:p>
          <a:p>
            <a:pPr marL="0" indent="0">
              <a:lnSpc>
                <a:spcPct val="100000"/>
              </a:lnSpc>
              <a:spcBef>
                <a:spcPts val="0"/>
              </a:spcBef>
              <a:buSzPts val="3000"/>
              <a:buNone/>
            </a:pPr>
            <a:r>
              <a:rPr lang="en-US" sz="2000" dirty="0">
                <a:latin typeface="Atkinson Hyperlegible Next"/>
                <a:ea typeface="Arial"/>
                <a:cs typeface="Arial"/>
                <a:sym typeface="Arial"/>
              </a:rPr>
              <a:t>Vision processing allows a robot to extract rich, high-density data from its environment.</a:t>
            </a:r>
          </a:p>
          <a:p>
            <a:pPr marL="0" indent="0">
              <a:lnSpc>
                <a:spcPct val="100000"/>
              </a:lnSpc>
              <a:spcBef>
                <a:spcPts val="0"/>
              </a:spcBef>
              <a:buSzPts val="3000"/>
              <a:buNone/>
            </a:pPr>
            <a:endParaRPr lang="en-US" sz="2000" dirty="0">
              <a:latin typeface="Atkinson Hyperlegible Next"/>
              <a:ea typeface="Arial"/>
              <a:cs typeface="Arial"/>
              <a:sym typeface="Arial"/>
            </a:endParaRPr>
          </a:p>
          <a:p>
            <a:pPr marL="0" indent="0">
              <a:lnSpc>
                <a:spcPct val="100000"/>
              </a:lnSpc>
              <a:spcBef>
                <a:spcPts val="0"/>
              </a:spcBef>
              <a:buSzPts val="3000"/>
              <a:buNone/>
            </a:pPr>
            <a:r>
              <a:rPr lang="en-US" sz="2000" dirty="0">
                <a:latin typeface="Atkinson Hyperlegible Next"/>
                <a:ea typeface="Arial"/>
                <a:cs typeface="Arial"/>
                <a:sym typeface="Arial"/>
              </a:rPr>
              <a:t>Instead of an array of 228 distances (like our LiDAR), a camera gives us millions of data points per frame (RGB per pixel).</a:t>
            </a:r>
          </a:p>
          <a:p>
            <a:pPr marL="0" indent="0">
              <a:lnSpc>
                <a:spcPct val="100000"/>
              </a:lnSpc>
              <a:spcBef>
                <a:spcPts val="0"/>
              </a:spcBef>
              <a:buSzPts val="3000"/>
              <a:buNone/>
            </a:pPr>
            <a:endParaRPr lang="en-US" sz="2000" dirty="0">
              <a:latin typeface="Atkinson Hyperlegible Next"/>
              <a:ea typeface="Arial"/>
              <a:cs typeface="Arial"/>
              <a:sym typeface="Arial"/>
            </a:endParaRPr>
          </a:p>
          <a:p>
            <a:pPr marL="0" indent="0">
              <a:lnSpc>
                <a:spcPct val="100000"/>
              </a:lnSpc>
              <a:spcBef>
                <a:spcPts val="0"/>
              </a:spcBef>
              <a:buSzPts val="3000"/>
              <a:buNone/>
            </a:pPr>
            <a:r>
              <a:rPr lang="en-US" sz="2000" dirty="0">
                <a:latin typeface="Atkinson Hyperlegible Next"/>
                <a:ea typeface="Arial"/>
                <a:cs typeface="Arial"/>
                <a:sym typeface="Arial"/>
              </a:rPr>
              <a:t>What is the primary drawback of having millions of data points per frame in a real-time mechatronic system?</a:t>
            </a:r>
          </a:p>
          <a:p>
            <a:pPr marL="0" indent="0">
              <a:lnSpc>
                <a:spcPct val="100000"/>
              </a:lnSpc>
              <a:spcBef>
                <a:spcPts val="0"/>
              </a:spcBef>
              <a:buSzPts val="3000"/>
              <a:buNone/>
            </a:pPr>
            <a:endParaRPr lang="en-US" sz="2000" dirty="0">
              <a:latin typeface="Atkinson Hyperlegible Next"/>
              <a:ea typeface="Arial"/>
              <a:cs typeface="Arial"/>
              <a:sym typeface="Arial"/>
            </a:endParaRPr>
          </a:p>
          <a:p>
            <a:pPr marL="0" indent="0">
              <a:lnSpc>
                <a:spcPct val="100000"/>
              </a:lnSpc>
              <a:spcBef>
                <a:spcPts val="0"/>
              </a:spcBef>
              <a:buSzPts val="3000"/>
              <a:buNone/>
            </a:pPr>
            <a:r>
              <a:rPr lang="en-US" sz="2000" dirty="0">
                <a:latin typeface="Atkinson Hyperlegible Next"/>
                <a:ea typeface="Arial"/>
                <a:cs typeface="Arial"/>
                <a:sym typeface="Arial"/>
              </a:rPr>
              <a:t>Computational latency; processing takes time, more memory / bandwidth is required to handle processing of the data!</a:t>
            </a:r>
          </a:p>
        </p:txBody>
      </p:sp>
      <p:sp>
        <p:nvSpPr>
          <p:cNvPr id="119" name="Google Shape;119;p29">
            <a:extLst>
              <a:ext uri="{FF2B5EF4-FFF2-40B4-BE49-F238E27FC236}">
                <a16:creationId xmlns:a16="http://schemas.microsoft.com/office/drawing/2014/main" id="{365A57A6-14AA-B374-F8FB-5E158BBEB385}"/>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B8A16E84-BE0D-7BB2-4B0E-C19E6F45F114}"/>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tkinson Hyperlegible Next"/>
                <a:ea typeface="Arial"/>
                <a:cs typeface="Arial"/>
                <a:sym typeface="Arial"/>
              </a:rPr>
              <a:t>Camera Vision</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C183D7F6-B498-43B3-948B-1728B52AA6E4}">
                <adec:decorative xmlns:adec="http://schemas.microsoft.com/office/drawing/2017/decorative" val="1"/>
              </a:ext>
              <a:ext uri="{FF2B5EF4-FFF2-40B4-BE49-F238E27FC236}">
                <a16:creationId xmlns:a16="http://schemas.microsoft.com/office/drawing/2014/main" id="{6541ACED-9C36-202D-23D7-311F30CCF3C0}"/>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183AE1D0-CA64-859A-D8D7-095BDA4E1D28}"/>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E6FEBDB6-6EA8-F453-A40F-DE4FC23DE518}"/>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2B78A940-625E-BBA2-AC5E-ED630C3A449F}"/>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B34A153F-832E-FA5E-970B-B15C0D5AD261}"/>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1983D903-725F-188F-CD09-34C316ADA53B}"/>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spTree>
    <p:extLst>
      <p:ext uri="{BB962C8B-B14F-4D97-AF65-F5344CB8AC3E}">
        <p14:creationId xmlns:p14="http://schemas.microsoft.com/office/powerpoint/2010/main" val="1633746756"/>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118">
                                            <p:txEl>
                                              <p:pRg st="2" end="2"/>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118">
                                            <p:txEl>
                                              <p:pRg st="4" end="4"/>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118">
                                            <p:txEl>
                                              <p:pRg st="6" end="6"/>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118">
                                            <p:txEl>
                                              <p:pRg st="8" end="8"/>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nodeType="clickEffect">
                                  <p:stCondLst>
                                    <p:cond delay="0"/>
                                  </p:stCondLst>
                                  <p:childTnLst>
                                    <p:set>
                                      <p:cBhvr>
                                        <p:cTn id="22" dur="1" fill="hold">
                                          <p:stCondLst>
                                            <p:cond delay="0"/>
                                          </p:stCondLst>
                                        </p:cTn>
                                        <p:tgtEl>
                                          <p:spTgt spid="118">
                                            <p:txEl>
                                              <p:pRg st="10" end="10"/>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7B092B7E-51BB-FC65-FE20-B599D930F98A}"/>
            </a:ext>
          </a:extLst>
        </p:cNvPr>
        <p:cNvGrpSpPr/>
        <p:nvPr/>
      </p:nvGrpSpPr>
      <p:grpSpPr>
        <a:xfrm>
          <a:off x="0" y="0"/>
          <a:ext cx="0" cy="0"/>
          <a:chOff x="0" y="0"/>
          <a:chExt cx="0" cy="0"/>
        </a:xfrm>
      </p:grpSpPr>
      <p:sp>
        <p:nvSpPr>
          <p:cNvPr id="118" name="Google Shape;118;p29">
            <a:extLst>
              <a:ext uri="{FF2B5EF4-FFF2-40B4-BE49-F238E27FC236}">
                <a16:creationId xmlns:a16="http://schemas.microsoft.com/office/drawing/2014/main" id="{9B7E96BB-18D9-716F-5079-19C6785E6665}"/>
              </a:ext>
            </a:extLst>
          </p:cNvPr>
          <p:cNvSpPr txBox="1">
            <a:spLocks noGrp="1"/>
          </p:cNvSpPr>
          <p:nvPr>
            <p:ph type="body" idx="1"/>
          </p:nvPr>
        </p:nvSpPr>
        <p:spPr>
          <a:xfrm>
            <a:off x="376809" y="1334279"/>
            <a:ext cx="11177401" cy="4821102"/>
          </a:xfrm>
          <a:prstGeom prst="rect">
            <a:avLst/>
          </a:prstGeom>
          <a:noFill/>
          <a:ln>
            <a:noFill/>
          </a:ln>
        </p:spPr>
        <p:txBody>
          <a:bodyPr spcFirstLastPara="1" wrap="square" lIns="91425" tIns="45700" rIns="91425" bIns="45700" anchor="t" anchorCtr="0">
            <a:noAutofit/>
          </a:bodyPr>
          <a:lstStyle/>
          <a:p>
            <a:pPr marL="0" indent="0">
              <a:lnSpc>
                <a:spcPct val="100000"/>
              </a:lnSpc>
              <a:spcBef>
                <a:spcPts val="0"/>
              </a:spcBef>
              <a:buSzPts val="3000"/>
              <a:buNone/>
            </a:pPr>
            <a:r>
              <a:rPr lang="en-US" sz="2000" dirty="0">
                <a:latin typeface="Atkinson Hyperlegible Next"/>
                <a:ea typeface="Arial"/>
                <a:cs typeface="Arial"/>
                <a:sym typeface="Arial"/>
              </a:rPr>
              <a:t>Is a standard camera an active or a passive sensor?</a:t>
            </a:r>
          </a:p>
          <a:p>
            <a:pPr marL="0" indent="0">
              <a:lnSpc>
                <a:spcPct val="100000"/>
              </a:lnSpc>
              <a:spcBef>
                <a:spcPts val="0"/>
              </a:spcBef>
              <a:buSzPts val="3000"/>
              <a:buNone/>
            </a:pPr>
            <a:endParaRPr lang="en-US" sz="2000" dirty="0">
              <a:latin typeface="Atkinson Hyperlegible Next"/>
              <a:ea typeface="Arial"/>
              <a:cs typeface="Arial"/>
              <a:sym typeface="Arial"/>
            </a:endParaRPr>
          </a:p>
          <a:p>
            <a:pPr marL="0" indent="0" algn="ctr">
              <a:lnSpc>
                <a:spcPct val="100000"/>
              </a:lnSpc>
              <a:spcBef>
                <a:spcPts val="0"/>
              </a:spcBef>
              <a:buSzPts val="3000"/>
              <a:buNone/>
            </a:pPr>
            <a:r>
              <a:rPr lang="en-US" sz="2000" dirty="0">
                <a:latin typeface="Atkinson Hyperlegible Next"/>
                <a:ea typeface="Arial"/>
                <a:cs typeface="Arial"/>
                <a:sym typeface="Arial"/>
              </a:rPr>
              <a:t>Passive. </a:t>
            </a:r>
          </a:p>
          <a:p>
            <a:pPr marL="0" indent="0">
              <a:lnSpc>
                <a:spcPct val="100000"/>
              </a:lnSpc>
              <a:spcBef>
                <a:spcPts val="0"/>
              </a:spcBef>
              <a:buSzPts val="3000"/>
              <a:buNone/>
            </a:pPr>
            <a:endParaRPr lang="en-US" sz="2000" dirty="0">
              <a:latin typeface="Atkinson Hyperlegible Next"/>
              <a:ea typeface="Arial"/>
              <a:cs typeface="Arial"/>
              <a:sym typeface="Arial"/>
            </a:endParaRPr>
          </a:p>
          <a:p>
            <a:pPr marL="0" indent="0">
              <a:lnSpc>
                <a:spcPct val="100000"/>
              </a:lnSpc>
              <a:spcBef>
                <a:spcPts val="0"/>
              </a:spcBef>
              <a:buSzPts val="3000"/>
              <a:buNone/>
            </a:pPr>
            <a:r>
              <a:rPr lang="en-US" sz="2000" dirty="0">
                <a:latin typeface="Atkinson Hyperlegible Next"/>
                <a:ea typeface="Arial"/>
                <a:cs typeface="Arial"/>
                <a:sym typeface="Arial"/>
              </a:rPr>
              <a:t>It does not emit energy; it captures ambient light bouncing off objects.</a:t>
            </a:r>
          </a:p>
          <a:p>
            <a:pPr marL="0" indent="0">
              <a:lnSpc>
                <a:spcPct val="100000"/>
              </a:lnSpc>
              <a:spcBef>
                <a:spcPts val="0"/>
              </a:spcBef>
              <a:buSzPts val="3000"/>
              <a:buNone/>
            </a:pPr>
            <a:endParaRPr lang="en-US" sz="2000" dirty="0">
              <a:latin typeface="Atkinson Hyperlegible Next"/>
              <a:ea typeface="Arial"/>
              <a:cs typeface="Arial"/>
              <a:sym typeface="Arial"/>
            </a:endParaRPr>
          </a:p>
          <a:p>
            <a:pPr marL="0" indent="0">
              <a:lnSpc>
                <a:spcPct val="100000"/>
              </a:lnSpc>
              <a:spcBef>
                <a:spcPts val="0"/>
              </a:spcBef>
              <a:buSzPts val="3000"/>
              <a:buNone/>
            </a:pPr>
            <a:r>
              <a:rPr lang="en-US" sz="2000" dirty="0">
                <a:latin typeface="Atkinson Hyperlegible Next"/>
                <a:ea typeface="Arial"/>
                <a:cs typeface="Arial"/>
                <a:sym typeface="Arial"/>
              </a:rPr>
              <a:t>Because it is passive, it is highly vulnerable to environmental changes.</a:t>
            </a:r>
          </a:p>
          <a:p>
            <a:pPr marL="0" indent="0">
              <a:lnSpc>
                <a:spcPct val="100000"/>
              </a:lnSpc>
              <a:spcBef>
                <a:spcPts val="0"/>
              </a:spcBef>
              <a:buSzPts val="3000"/>
              <a:buNone/>
            </a:pPr>
            <a:endParaRPr lang="en-US" sz="2000" dirty="0">
              <a:latin typeface="Atkinson Hyperlegible Next"/>
              <a:ea typeface="Arial"/>
              <a:cs typeface="Arial"/>
              <a:sym typeface="Arial"/>
            </a:endParaRPr>
          </a:p>
          <a:p>
            <a:pPr marL="0" indent="0">
              <a:lnSpc>
                <a:spcPct val="100000"/>
              </a:lnSpc>
              <a:spcBef>
                <a:spcPts val="0"/>
              </a:spcBef>
              <a:buSzPts val="3000"/>
              <a:buNone/>
            </a:pPr>
            <a:r>
              <a:rPr lang="en-US" sz="2000" dirty="0">
                <a:latin typeface="Atkinson Hyperlegible Next"/>
                <a:ea typeface="Arial"/>
                <a:cs typeface="Arial"/>
                <a:sym typeface="Arial"/>
              </a:rPr>
              <a:t>If the sun goes behind a cloud what happens?</a:t>
            </a:r>
          </a:p>
          <a:p>
            <a:pPr marL="0" indent="0">
              <a:lnSpc>
                <a:spcPct val="100000"/>
              </a:lnSpc>
              <a:spcBef>
                <a:spcPts val="0"/>
              </a:spcBef>
              <a:buSzPts val="3000"/>
              <a:buNone/>
            </a:pPr>
            <a:endParaRPr lang="en-US" sz="2000" dirty="0">
              <a:latin typeface="Atkinson Hyperlegible Next"/>
              <a:ea typeface="Arial"/>
              <a:cs typeface="Arial"/>
              <a:sym typeface="Arial"/>
            </a:endParaRPr>
          </a:p>
          <a:p>
            <a:pPr marL="0" indent="0" algn="ctr">
              <a:lnSpc>
                <a:spcPct val="100000"/>
              </a:lnSpc>
              <a:spcBef>
                <a:spcPts val="0"/>
              </a:spcBef>
              <a:buSzPts val="3000"/>
              <a:buNone/>
            </a:pPr>
            <a:r>
              <a:rPr lang="en-US" sz="2000" dirty="0">
                <a:latin typeface="Atkinson Hyperlegible Next"/>
                <a:ea typeface="Arial"/>
                <a:cs typeface="Arial"/>
                <a:sym typeface="Arial"/>
              </a:rPr>
              <a:t>The pixel color changes, shadows appears, etc.</a:t>
            </a:r>
          </a:p>
          <a:p>
            <a:pPr marL="0" indent="0">
              <a:lnSpc>
                <a:spcPct val="100000"/>
              </a:lnSpc>
              <a:spcBef>
                <a:spcPts val="0"/>
              </a:spcBef>
              <a:buSzPts val="3000"/>
              <a:buNone/>
            </a:pPr>
            <a:endParaRPr lang="en-US" sz="2000" dirty="0">
              <a:latin typeface="Atkinson Hyperlegible Next"/>
              <a:ea typeface="Arial"/>
              <a:cs typeface="Arial"/>
              <a:sym typeface="Arial"/>
            </a:endParaRPr>
          </a:p>
          <a:p>
            <a:pPr marL="0" indent="0">
              <a:lnSpc>
                <a:spcPct val="100000"/>
              </a:lnSpc>
              <a:spcBef>
                <a:spcPts val="0"/>
              </a:spcBef>
              <a:buSzPts val="3000"/>
              <a:buNone/>
            </a:pPr>
            <a:r>
              <a:rPr lang="en-US" sz="2000" dirty="0">
                <a:latin typeface="Atkinson Hyperlegible Next"/>
                <a:ea typeface="Arial"/>
                <a:cs typeface="Arial"/>
                <a:sym typeface="Arial"/>
              </a:rPr>
              <a:t>How do we build robust code around this? </a:t>
            </a:r>
          </a:p>
        </p:txBody>
      </p:sp>
      <p:sp>
        <p:nvSpPr>
          <p:cNvPr id="119" name="Google Shape;119;p29">
            <a:extLst>
              <a:ext uri="{FF2B5EF4-FFF2-40B4-BE49-F238E27FC236}">
                <a16:creationId xmlns:a16="http://schemas.microsoft.com/office/drawing/2014/main" id="{AEA9BF49-63B3-6220-8894-5C4A01C95DB6}"/>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611FC65F-811D-9E5B-B046-C805B0487EA5}"/>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tkinson Hyperlegible Next"/>
                <a:ea typeface="Arial"/>
                <a:cs typeface="Arial"/>
                <a:sym typeface="Arial"/>
              </a:rPr>
              <a:t>Camera Vision</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C183D7F6-B498-43B3-948B-1728B52AA6E4}">
                <adec:decorative xmlns:adec="http://schemas.microsoft.com/office/drawing/2017/decorative" val="1"/>
              </a:ext>
              <a:ext uri="{FF2B5EF4-FFF2-40B4-BE49-F238E27FC236}">
                <a16:creationId xmlns:a16="http://schemas.microsoft.com/office/drawing/2014/main" id="{6C294F1E-A9C1-68F5-F825-463F28658422}"/>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BEBB6AFF-821D-8DF2-BC40-2ABD681AA347}"/>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F21F7708-3D4A-9DA6-1196-CEA543B416B1}"/>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921A2B8B-1B14-B56C-3E70-3F5BA694433A}"/>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602ADCFB-430A-B61B-070F-9C6EC8A2330C}"/>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F1A0FD44-0EE0-1EC2-797E-F014D37B96AB}"/>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spTree>
    <p:extLst>
      <p:ext uri="{BB962C8B-B14F-4D97-AF65-F5344CB8AC3E}">
        <p14:creationId xmlns:p14="http://schemas.microsoft.com/office/powerpoint/2010/main" val="4250868810"/>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18">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118">
                                            <p:txEl>
                                              <p:pRg st="2" end="2"/>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118">
                                            <p:txEl>
                                              <p:pRg st="4" end="4"/>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118">
                                            <p:txEl>
                                              <p:pRg st="6" end="6"/>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118">
                                            <p:txEl>
                                              <p:pRg st="8" end="8"/>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grpId="0" nodeType="clickEffect">
                                  <p:stCondLst>
                                    <p:cond delay="0"/>
                                  </p:stCondLst>
                                  <p:childTnLst>
                                    <p:set>
                                      <p:cBhvr>
                                        <p:cTn id="26" dur="1" fill="hold">
                                          <p:stCondLst>
                                            <p:cond delay="0"/>
                                          </p:stCondLst>
                                        </p:cTn>
                                        <p:tgtEl>
                                          <p:spTgt spid="118">
                                            <p:txEl>
                                              <p:pRg st="10" end="10"/>
                                            </p:txEl>
                                          </p:spTgt>
                                        </p:tgtEl>
                                        <p:attrNameLst>
                                          <p:attrName>style.visibility</p:attrName>
                                        </p:attrNameLst>
                                      </p:cBhvr>
                                      <p:to>
                                        <p:strVal val="visible"/>
                                      </p:to>
                                    </p:set>
                                  </p:childTnLst>
                                </p:cTn>
                              </p:par>
                            </p:childTnLst>
                          </p:cTn>
                        </p:par>
                      </p:childTnLst>
                    </p:cTn>
                  </p:par>
                  <p:par>
                    <p:cTn id="27" fill="hold">
                      <p:stCondLst>
                        <p:cond delay="indefinite"/>
                      </p:stCondLst>
                      <p:childTnLst>
                        <p:par>
                          <p:cTn id="28" fill="hold">
                            <p:stCondLst>
                              <p:cond delay="0"/>
                            </p:stCondLst>
                            <p:childTnLst>
                              <p:par>
                                <p:cTn id="29" presetID="1" presetClass="entr" presetSubtype="0" fill="hold" grpId="0" nodeType="clickEffect">
                                  <p:stCondLst>
                                    <p:cond delay="0"/>
                                  </p:stCondLst>
                                  <p:childTnLst>
                                    <p:set>
                                      <p:cBhvr>
                                        <p:cTn id="30" dur="1" fill="hold">
                                          <p:stCondLst>
                                            <p:cond delay="0"/>
                                          </p:stCondLst>
                                        </p:cTn>
                                        <p:tgtEl>
                                          <p:spTgt spid="118">
                                            <p:txEl>
                                              <p:pRg st="12" end="12"/>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18" grpId="0" build="p"/>
    </p:bldLst>
  </p:timing>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3BC8FC24-6FEE-B53E-DF6D-B06641057BE3}"/>
            </a:ext>
          </a:extLst>
        </p:cNvPr>
        <p:cNvGrpSpPr/>
        <p:nvPr/>
      </p:nvGrpSpPr>
      <p:grpSpPr>
        <a:xfrm>
          <a:off x="0" y="0"/>
          <a:ext cx="0" cy="0"/>
          <a:chOff x="0" y="0"/>
          <a:chExt cx="0" cy="0"/>
        </a:xfrm>
      </p:grpSpPr>
      <p:sp>
        <p:nvSpPr>
          <p:cNvPr id="118" name="Google Shape;118;p29">
            <a:extLst>
              <a:ext uri="{FF2B5EF4-FFF2-40B4-BE49-F238E27FC236}">
                <a16:creationId xmlns:a16="http://schemas.microsoft.com/office/drawing/2014/main" id="{45936406-4328-DAE7-E65C-88AF791D3A42}"/>
              </a:ext>
            </a:extLst>
          </p:cNvPr>
          <p:cNvSpPr txBox="1">
            <a:spLocks noGrp="1"/>
          </p:cNvSpPr>
          <p:nvPr>
            <p:ph type="body" idx="1"/>
          </p:nvPr>
        </p:nvSpPr>
        <p:spPr>
          <a:xfrm>
            <a:off x="376809" y="1334279"/>
            <a:ext cx="11177401" cy="4821102"/>
          </a:xfrm>
          <a:prstGeom prst="rect">
            <a:avLst/>
          </a:prstGeom>
          <a:noFill/>
          <a:ln>
            <a:noFill/>
          </a:ln>
        </p:spPr>
        <p:txBody>
          <a:bodyPr spcFirstLastPara="1" wrap="square" lIns="91425" tIns="45700" rIns="91425" bIns="45700" anchor="t" anchorCtr="0">
            <a:noAutofit/>
          </a:bodyPr>
          <a:lstStyle/>
          <a:p>
            <a:pPr marL="0" indent="0">
              <a:lnSpc>
                <a:spcPct val="100000"/>
              </a:lnSpc>
              <a:spcBef>
                <a:spcPts val="0"/>
              </a:spcBef>
              <a:buSzPts val="3000"/>
              <a:buNone/>
            </a:pPr>
            <a:r>
              <a:rPr lang="en-US" sz="2000" dirty="0">
                <a:latin typeface="Atkinson Hyperlegible Next"/>
                <a:ea typeface="Arial"/>
                <a:cs typeface="Arial"/>
                <a:sym typeface="Arial"/>
              </a:rPr>
              <a:t>The main pipeline that we will follow in this class is the following:</a:t>
            </a:r>
          </a:p>
          <a:p>
            <a:pPr marL="0" indent="0">
              <a:lnSpc>
                <a:spcPct val="100000"/>
              </a:lnSpc>
              <a:spcBef>
                <a:spcPts val="0"/>
              </a:spcBef>
              <a:buSzPts val="3000"/>
              <a:buNone/>
            </a:pPr>
            <a:endParaRPr lang="en-US" sz="2000" dirty="0">
              <a:latin typeface="Atkinson Hyperlegible Next"/>
              <a:ea typeface="Arial"/>
              <a:cs typeface="Arial"/>
              <a:sym typeface="Arial"/>
            </a:endParaRPr>
          </a:p>
          <a:p>
            <a:pPr marL="0" indent="0">
              <a:lnSpc>
                <a:spcPct val="100000"/>
              </a:lnSpc>
              <a:spcBef>
                <a:spcPts val="0"/>
              </a:spcBef>
              <a:buSzPts val="3000"/>
              <a:buNone/>
            </a:pPr>
            <a:endParaRPr lang="en-US" sz="2000" dirty="0">
              <a:latin typeface="Atkinson Hyperlegible Next"/>
              <a:ea typeface="Arial"/>
              <a:cs typeface="Arial"/>
              <a:sym typeface="Arial"/>
            </a:endParaRPr>
          </a:p>
          <a:p>
            <a:pPr marL="0" indent="0">
              <a:lnSpc>
                <a:spcPct val="100000"/>
              </a:lnSpc>
              <a:spcBef>
                <a:spcPts val="0"/>
              </a:spcBef>
              <a:buSzPts val="3000"/>
              <a:buNone/>
            </a:pPr>
            <a:endParaRPr lang="en-US" sz="2000" dirty="0">
              <a:latin typeface="Atkinson Hyperlegible Next"/>
              <a:ea typeface="Arial"/>
              <a:cs typeface="Arial"/>
              <a:sym typeface="Arial"/>
            </a:endParaRPr>
          </a:p>
          <a:p>
            <a:pPr marL="0" indent="0">
              <a:lnSpc>
                <a:spcPct val="100000"/>
              </a:lnSpc>
              <a:spcBef>
                <a:spcPts val="0"/>
              </a:spcBef>
              <a:buSzPts val="3000"/>
              <a:buNone/>
            </a:pPr>
            <a:endParaRPr lang="en-US" sz="2000" dirty="0">
              <a:latin typeface="Atkinson Hyperlegible Next"/>
              <a:ea typeface="Arial"/>
              <a:cs typeface="Arial"/>
              <a:sym typeface="Arial"/>
            </a:endParaRPr>
          </a:p>
          <a:p>
            <a:pPr marL="0" indent="0">
              <a:lnSpc>
                <a:spcPct val="100000"/>
              </a:lnSpc>
              <a:spcBef>
                <a:spcPts val="0"/>
              </a:spcBef>
              <a:buSzPts val="3000"/>
              <a:buNone/>
            </a:pPr>
            <a:endParaRPr lang="en-US" sz="2000" dirty="0">
              <a:latin typeface="Atkinson Hyperlegible Next"/>
              <a:ea typeface="Arial"/>
              <a:cs typeface="Arial"/>
              <a:sym typeface="Arial"/>
            </a:endParaRPr>
          </a:p>
          <a:p>
            <a:pPr marL="0" indent="0">
              <a:lnSpc>
                <a:spcPct val="100000"/>
              </a:lnSpc>
              <a:spcBef>
                <a:spcPts val="0"/>
              </a:spcBef>
              <a:buSzPts val="3000"/>
              <a:buNone/>
            </a:pPr>
            <a:endParaRPr lang="en-US" sz="2000" dirty="0">
              <a:latin typeface="Atkinson Hyperlegible Next"/>
              <a:ea typeface="Arial"/>
              <a:cs typeface="Arial"/>
              <a:sym typeface="Arial"/>
            </a:endParaRPr>
          </a:p>
          <a:p>
            <a:pPr marL="0" indent="0">
              <a:lnSpc>
                <a:spcPct val="100000"/>
              </a:lnSpc>
              <a:spcBef>
                <a:spcPts val="0"/>
              </a:spcBef>
              <a:buSzPts val="3000"/>
              <a:buNone/>
            </a:pPr>
            <a:endParaRPr lang="en-US" sz="2000" dirty="0">
              <a:latin typeface="Atkinson Hyperlegible Next"/>
              <a:ea typeface="Arial"/>
              <a:cs typeface="Arial"/>
              <a:sym typeface="Arial"/>
            </a:endParaRPr>
          </a:p>
          <a:p>
            <a:pPr marL="0" indent="0">
              <a:lnSpc>
                <a:spcPct val="100000"/>
              </a:lnSpc>
              <a:spcBef>
                <a:spcPts val="0"/>
              </a:spcBef>
              <a:buSzPts val="3000"/>
              <a:buNone/>
            </a:pPr>
            <a:endParaRPr lang="en-US" sz="2000" dirty="0">
              <a:latin typeface="Atkinson Hyperlegible Next"/>
              <a:ea typeface="Arial"/>
              <a:cs typeface="Arial"/>
              <a:sym typeface="Arial"/>
            </a:endParaRPr>
          </a:p>
          <a:p>
            <a:pPr marL="0" indent="0">
              <a:lnSpc>
                <a:spcPct val="100000"/>
              </a:lnSpc>
              <a:spcBef>
                <a:spcPts val="0"/>
              </a:spcBef>
              <a:buSzPts val="3000"/>
              <a:buNone/>
            </a:pPr>
            <a:endParaRPr lang="en-US" sz="2000" dirty="0">
              <a:latin typeface="Atkinson Hyperlegible Next"/>
              <a:ea typeface="Arial"/>
              <a:cs typeface="Arial"/>
              <a:sym typeface="Arial"/>
            </a:endParaRPr>
          </a:p>
          <a:p>
            <a:pPr marL="0" indent="0">
              <a:lnSpc>
                <a:spcPct val="100000"/>
              </a:lnSpc>
              <a:spcBef>
                <a:spcPts val="0"/>
              </a:spcBef>
              <a:buSzPts val="3000"/>
              <a:buNone/>
            </a:pPr>
            <a:endParaRPr lang="en-US" sz="2000" dirty="0">
              <a:latin typeface="Atkinson Hyperlegible Next"/>
              <a:ea typeface="Arial"/>
              <a:cs typeface="Arial"/>
              <a:sym typeface="Arial"/>
            </a:endParaRPr>
          </a:p>
          <a:p>
            <a:pPr marL="0" indent="0">
              <a:lnSpc>
                <a:spcPct val="100000"/>
              </a:lnSpc>
              <a:spcBef>
                <a:spcPts val="0"/>
              </a:spcBef>
              <a:buSzPts val="3000"/>
              <a:buNone/>
            </a:pPr>
            <a:endParaRPr lang="en-US" sz="1400" dirty="0">
              <a:latin typeface="Atkinson Hyperlegible Next"/>
              <a:ea typeface="Arial"/>
              <a:cs typeface="Arial"/>
              <a:sym typeface="Arial"/>
            </a:endParaRPr>
          </a:p>
          <a:p>
            <a:pPr marL="0" indent="0">
              <a:lnSpc>
                <a:spcPct val="100000"/>
              </a:lnSpc>
              <a:spcBef>
                <a:spcPts val="0"/>
              </a:spcBef>
              <a:buSzPts val="3000"/>
              <a:buNone/>
            </a:pPr>
            <a:endParaRPr lang="en-US" sz="1400" dirty="0">
              <a:latin typeface="Atkinson Hyperlegible Next"/>
              <a:ea typeface="Arial"/>
              <a:cs typeface="Arial"/>
              <a:sym typeface="Arial"/>
            </a:endParaRPr>
          </a:p>
          <a:p>
            <a:pPr marL="0" indent="0">
              <a:lnSpc>
                <a:spcPct val="100000"/>
              </a:lnSpc>
              <a:spcBef>
                <a:spcPts val="0"/>
              </a:spcBef>
              <a:buSzPts val="3000"/>
              <a:buNone/>
            </a:pPr>
            <a:r>
              <a:rPr lang="en-US" sz="1400" dirty="0">
                <a:latin typeface="Atkinson Hyperlegible Next"/>
                <a:ea typeface="Arial"/>
                <a:cs typeface="Arial"/>
                <a:sym typeface="Arial"/>
              </a:rPr>
              <a:t>Step 1: The CMOS sensor captures photons and converts them to digital arrays.</a:t>
            </a:r>
          </a:p>
          <a:p>
            <a:pPr marL="0" indent="0">
              <a:lnSpc>
                <a:spcPct val="100000"/>
              </a:lnSpc>
              <a:spcBef>
                <a:spcPts val="0"/>
              </a:spcBef>
              <a:buSzPts val="3000"/>
              <a:buNone/>
            </a:pPr>
            <a:r>
              <a:rPr lang="en-US" sz="1400" dirty="0">
                <a:latin typeface="Atkinson Hyperlegible Next"/>
                <a:ea typeface="Arial"/>
                <a:cs typeface="Arial"/>
                <a:sym typeface="Arial"/>
              </a:rPr>
              <a:t>Step 2: The processor filters the image (e.g., finding specific colors).</a:t>
            </a:r>
          </a:p>
          <a:p>
            <a:pPr marL="0" indent="0">
              <a:lnSpc>
                <a:spcPct val="100000"/>
              </a:lnSpc>
              <a:spcBef>
                <a:spcPts val="0"/>
              </a:spcBef>
              <a:buSzPts val="3000"/>
              <a:buNone/>
            </a:pPr>
            <a:r>
              <a:rPr lang="en-US" sz="1400" dirty="0">
                <a:latin typeface="Atkinson Hyperlegible Next"/>
                <a:ea typeface="Arial"/>
                <a:cs typeface="Arial"/>
                <a:sym typeface="Arial"/>
              </a:rPr>
              <a:t>Step 3: The algorithm calculates the coordinates of the target (Centroid).</a:t>
            </a:r>
          </a:p>
          <a:p>
            <a:pPr marL="0" indent="0">
              <a:lnSpc>
                <a:spcPct val="100000"/>
              </a:lnSpc>
              <a:spcBef>
                <a:spcPts val="0"/>
              </a:spcBef>
              <a:buSzPts val="3000"/>
              <a:buNone/>
            </a:pPr>
            <a:r>
              <a:rPr lang="en-US" sz="1400" dirty="0">
                <a:latin typeface="Atkinson Hyperlegible Next"/>
                <a:ea typeface="Arial"/>
                <a:cs typeface="Arial"/>
                <a:sym typeface="Arial"/>
              </a:rPr>
              <a:t>Step 4: The Cascade Control loop turns the coordinates into wheel velocities.</a:t>
            </a:r>
            <a:endParaRPr lang="en-US" sz="2000" dirty="0">
              <a:latin typeface="Atkinson Hyperlegible Next"/>
              <a:ea typeface="Arial"/>
              <a:cs typeface="Arial"/>
              <a:sym typeface="Arial"/>
            </a:endParaRPr>
          </a:p>
        </p:txBody>
      </p:sp>
      <p:sp>
        <p:nvSpPr>
          <p:cNvPr id="119" name="Google Shape;119;p29">
            <a:extLst>
              <a:ext uri="{FF2B5EF4-FFF2-40B4-BE49-F238E27FC236}">
                <a16:creationId xmlns:a16="http://schemas.microsoft.com/office/drawing/2014/main" id="{6752AB9F-64E8-0BAB-3991-3DD5D9564154}"/>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78CF0202-90E7-D4E7-69D2-F24AA443F73F}"/>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tkinson Hyperlegible Next"/>
                <a:ea typeface="Arial"/>
                <a:cs typeface="Arial"/>
                <a:sym typeface="Arial"/>
              </a:rPr>
              <a:t>Camera Vision</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C183D7F6-B498-43B3-948B-1728B52AA6E4}">
                <adec:decorative xmlns:adec="http://schemas.microsoft.com/office/drawing/2017/decorative" val="1"/>
              </a:ext>
              <a:ext uri="{FF2B5EF4-FFF2-40B4-BE49-F238E27FC236}">
                <a16:creationId xmlns:a16="http://schemas.microsoft.com/office/drawing/2014/main" id="{C1385070-E786-B7E8-0475-4C7D65A169C7}"/>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16ADCBB4-BC8E-B688-4A9D-A1BC344CB70D}"/>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3533A4F0-689F-8D49-5D7E-57A52C7BB3E4}"/>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95AE4E45-9568-F880-75DE-6D325A0684DB}"/>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887675D2-499F-2B6A-2AFC-375CF6CA76A7}"/>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E089901C-7A46-7EFD-D6E3-659F797B7645}"/>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pic>
        <p:nvPicPr>
          <p:cNvPr id="3" name="Graphic 2">
            <a:extLst>
              <a:ext uri="{FF2B5EF4-FFF2-40B4-BE49-F238E27FC236}">
                <a16:creationId xmlns:a16="http://schemas.microsoft.com/office/drawing/2014/main" id="{13F46CA8-EE1D-75C2-2D7F-5CB72CE2BE3F}"/>
              </a:ext>
            </a:extLst>
          </p:cNvPr>
          <p:cNvPicPr>
            <a:picLocks noChangeAspect="1"/>
          </p:cNvPicPr>
          <p:nvPr/>
        </p:nvPicPr>
        <p:blipFill>
          <a:blip r:embed="rId4">
            <a:extLst>
              <a:ext uri="{96DAC541-7B7A-43D3-8B79-37D633B846F1}">
                <asvg:svgBlip xmlns:asvg="http://schemas.microsoft.com/office/drawing/2016/SVG/main" r:embed="rId5"/>
              </a:ext>
            </a:extLst>
          </a:blip>
          <a:stretch>
            <a:fillRect/>
          </a:stretch>
        </p:blipFill>
        <p:spPr>
          <a:xfrm>
            <a:off x="2755035" y="1692271"/>
            <a:ext cx="6681929" cy="3473457"/>
          </a:xfrm>
          <a:prstGeom prst="rect">
            <a:avLst/>
          </a:prstGeom>
        </p:spPr>
      </p:pic>
    </p:spTree>
    <p:extLst>
      <p:ext uri="{BB962C8B-B14F-4D97-AF65-F5344CB8AC3E}">
        <p14:creationId xmlns:p14="http://schemas.microsoft.com/office/powerpoint/2010/main" val="2728360767"/>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18">
                                            <p:txEl>
                                              <p:pRg st="13" end="13"/>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118">
                                            <p:txEl>
                                              <p:pRg st="14" end="14"/>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118">
                                            <p:txEl>
                                              <p:pRg st="15" end="15"/>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118">
                                            <p:txEl>
                                              <p:pRg st="16" end="16"/>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18" grpId="0" uiExpand="1" build="p"/>
    </p:bldLst>
  </p:timing>
</p:sld>
</file>

<file path=ppt/slides/slide10.xml><?xml version="1.0" encoding="utf-8"?>
<p:sld xmlns:a="http://schemas.openxmlformats.org/drawingml/2006/main" xmlns:r="http://schemas.openxmlformats.org/officeDocument/2006/relationships" xmlns:p="http://schemas.openxmlformats.org/presentationml/2006/main">
  <p:cSld>
    <p:bg>
      <p:bgPr>
        <a:blipFill>
          <a:blip r:embed="rId3">
            <a:alphaModFix/>
          </a:blip>
          <a:stretch>
            <a:fillRect/>
          </a:stretch>
        </a:blipFill>
        <a:effectLst/>
      </p:bgPr>
    </p:bg>
    <p:spTree>
      <p:nvGrpSpPr>
        <p:cNvPr id="1" name="Shape 103">
          <a:extLst>
            <a:ext uri="{FF2B5EF4-FFF2-40B4-BE49-F238E27FC236}">
              <a16:creationId xmlns:a16="http://schemas.microsoft.com/office/drawing/2014/main" id="{A0E69405-C3FC-2EC0-DFAC-9DBE384FEF6F}"/>
            </a:ext>
          </a:extLst>
        </p:cNvPr>
        <p:cNvGrpSpPr/>
        <p:nvPr/>
      </p:nvGrpSpPr>
      <p:grpSpPr>
        <a:xfrm>
          <a:off x="0" y="0"/>
          <a:ext cx="0" cy="0"/>
          <a:chOff x="0" y="0"/>
          <a:chExt cx="0" cy="0"/>
        </a:xfrm>
      </p:grpSpPr>
      <p:sp>
        <p:nvSpPr>
          <p:cNvPr id="104" name="Google Shape;104;p28">
            <a:extLst>
              <a:ext uri="{FF2B5EF4-FFF2-40B4-BE49-F238E27FC236}">
                <a16:creationId xmlns:a16="http://schemas.microsoft.com/office/drawing/2014/main" id="{44D13460-73C7-E962-FBE7-AF45E2446324}"/>
              </a:ext>
            </a:extLst>
          </p:cNvPr>
          <p:cNvSpPr/>
          <p:nvPr>
            <p:ph type="title"/>
          </p:nvPr>
        </p:nvSpPr>
        <p:spPr>
          <a:xfrm>
            <a:off x="1295400" y="3225489"/>
            <a:ext cx="9601200" cy="784790"/>
          </a:xfrm>
          <a:prstGeom prst="rect">
            <a:avLst/>
          </a:prstGeom>
          <a:noFill/>
          <a:ln>
            <a:noFill/>
          </a:ln>
        </p:spPr>
        <p:txBody>
          <a:bodyPr spcFirstLastPara="1" wrap="square" lIns="91425" tIns="45700" rIns="91425" bIns="45700" anchor="ctr" anchorCtr="0">
            <a:spAutoFit/>
          </a:bodyPr>
          <a:lstStyle/>
          <a:p>
            <a:pPr marL="0" marR="0" lvl="0" indent="0" algn="ctr" rtl="0">
              <a:lnSpc>
                <a:spcPct val="100000"/>
              </a:lnSpc>
              <a:spcBef>
                <a:spcPts val="0"/>
              </a:spcBef>
              <a:spcAft>
                <a:spcPts val="0"/>
              </a:spcAft>
              <a:buClr>
                <a:srgbClr val="000000"/>
              </a:buClr>
              <a:buSzPts val="4500"/>
              <a:buFont typeface="Arial"/>
              <a:buNone/>
            </a:pPr>
            <a:r>
              <a:rPr lang="en-US" sz="4500" b="1" i="0" u="none" strike="noStrike" cap="none" dirty="0">
                <a:solidFill>
                  <a:srgbClr val="15264B"/>
                </a:solidFill>
                <a:latin typeface="Atkinson Hyperlegible Next"/>
                <a:ea typeface="Arial"/>
                <a:cs typeface="Arial"/>
                <a:sym typeface="Arial"/>
              </a:rPr>
              <a:t>CMOS</a:t>
            </a:r>
            <a:endParaRPr sz="1800" b="0" i="0" u="none" strike="noStrike" cap="none" dirty="0">
              <a:solidFill>
                <a:srgbClr val="15264B"/>
              </a:solidFill>
              <a:latin typeface="Atkinson Hyperlegible Next"/>
              <a:ea typeface="Arial"/>
              <a:cs typeface="Arial"/>
              <a:sym typeface="Arial"/>
            </a:endParaRPr>
          </a:p>
        </p:txBody>
      </p:sp>
      <p:grpSp>
        <p:nvGrpSpPr>
          <p:cNvPr id="105" name="Google Shape;105;p28">
            <a:extLst>
              <a:ext uri="{FF2B5EF4-FFF2-40B4-BE49-F238E27FC236}">
                <a16:creationId xmlns:a16="http://schemas.microsoft.com/office/drawing/2014/main" id="{D563148F-85A1-824E-16CB-09A3FDE84B0C}"/>
              </a:ext>
            </a:extLst>
          </p:cNvPr>
          <p:cNvGrpSpPr/>
          <p:nvPr/>
        </p:nvGrpSpPr>
        <p:grpSpPr>
          <a:xfrm>
            <a:off x="3943790" y="2676939"/>
            <a:ext cx="3861740" cy="322845"/>
            <a:chOff x="3943790" y="2676939"/>
            <a:chExt cx="3861740" cy="322845"/>
          </a:xfrm>
        </p:grpSpPr>
        <p:cxnSp>
          <p:nvCxnSpPr>
            <p:cNvPr id="106" name="Google Shape;106;p28">
              <a:extLst>
                <a:ext uri="{FF2B5EF4-FFF2-40B4-BE49-F238E27FC236}">
                  <a16:creationId xmlns:a16="http://schemas.microsoft.com/office/drawing/2014/main" id="{14F9632D-C2F2-12AD-0306-8CACB0A508D7}"/>
                </a:ext>
              </a:extLst>
            </p:cNvPr>
            <p:cNvCxnSpPr/>
            <p:nvPr/>
          </p:nvCxnSpPr>
          <p:spPr>
            <a:xfrm>
              <a:off x="4426226" y="2676939"/>
              <a:ext cx="3379304" cy="0"/>
            </a:xfrm>
            <a:prstGeom prst="straightConnector1">
              <a:avLst/>
            </a:prstGeom>
            <a:noFill/>
            <a:ln w="19050" cap="flat" cmpd="sng">
              <a:solidFill>
                <a:schemeClr val="lt1"/>
              </a:solidFill>
              <a:prstDash val="solid"/>
              <a:round/>
              <a:headEnd type="none" w="sm" len="sm"/>
              <a:tailEnd type="none" w="sm" len="sm"/>
            </a:ln>
          </p:spPr>
        </p:cxnSp>
        <p:cxnSp>
          <p:nvCxnSpPr>
            <p:cNvPr id="107" name="Google Shape;107;p28">
              <a:extLst>
                <a:ext uri="{FF2B5EF4-FFF2-40B4-BE49-F238E27FC236}">
                  <a16:creationId xmlns:a16="http://schemas.microsoft.com/office/drawing/2014/main" id="{6C9D0B51-5108-4F0C-0589-1B98FF31625E}"/>
                </a:ext>
              </a:extLst>
            </p:cNvPr>
            <p:cNvCxnSpPr/>
            <p:nvPr/>
          </p:nvCxnSpPr>
          <p:spPr>
            <a:xfrm rot="10800000" flipH="1">
              <a:off x="3943790" y="2676939"/>
              <a:ext cx="482436" cy="322845"/>
            </a:xfrm>
            <a:prstGeom prst="straightConnector1">
              <a:avLst/>
            </a:prstGeom>
            <a:noFill/>
            <a:ln w="19050" cap="flat" cmpd="sng">
              <a:solidFill>
                <a:schemeClr val="lt1"/>
              </a:solidFill>
              <a:prstDash val="solid"/>
              <a:round/>
              <a:headEnd type="none" w="sm" len="sm"/>
              <a:tailEnd type="none" w="sm" len="sm"/>
            </a:ln>
          </p:spPr>
        </p:cxnSp>
      </p:grpSp>
      <p:pic>
        <p:nvPicPr>
          <p:cNvPr id="108" name="Google Shape;108;p28">
            <a:extLst>
              <a:ext uri="{C183D7F6-B498-43B3-948B-1728B52AA6E4}">
                <adec:decorative xmlns:adec="http://schemas.microsoft.com/office/drawing/2017/decorative" val="1"/>
              </a:ext>
              <a:ext uri="{FF2B5EF4-FFF2-40B4-BE49-F238E27FC236}">
                <a16:creationId xmlns:a16="http://schemas.microsoft.com/office/drawing/2014/main" id="{25636025-B5E4-C288-D577-082D0394624E}"/>
              </a:ext>
            </a:extLst>
          </p:cNvPr>
          <p:cNvPicPr preferRelativeResize="0"/>
          <p:nvPr/>
        </p:nvPicPr>
        <p:blipFill rotWithShape="1">
          <a:blip r:embed="rId4">
            <a:alphaModFix/>
          </a:blip>
          <a:srcRect/>
          <a:stretch/>
        </p:blipFill>
        <p:spPr>
          <a:xfrm>
            <a:off x="11557509" y="233819"/>
            <a:ext cx="271308" cy="389811"/>
          </a:xfrm>
          <a:prstGeom prst="rect">
            <a:avLst/>
          </a:prstGeom>
          <a:noFill/>
          <a:ln>
            <a:noFill/>
          </a:ln>
        </p:spPr>
      </p:pic>
      <p:sp>
        <p:nvSpPr>
          <p:cNvPr id="109" name="Google Shape;109;p28">
            <a:extLst>
              <a:ext uri="{FF2B5EF4-FFF2-40B4-BE49-F238E27FC236}">
                <a16:creationId xmlns:a16="http://schemas.microsoft.com/office/drawing/2014/main" id="{19CD3D86-71C2-6AA7-4319-0050BA7C0C2B}"/>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10" name="Google Shape;110;p28">
            <a:extLst>
              <a:ext uri="{FF2B5EF4-FFF2-40B4-BE49-F238E27FC236}">
                <a16:creationId xmlns:a16="http://schemas.microsoft.com/office/drawing/2014/main" id="{ACB5B61B-B5B4-C423-3981-4DB2FCD077F0}"/>
              </a:ext>
            </a:extLst>
          </p:cNvPr>
          <p:cNvSpPr txBox="1"/>
          <p:nvPr/>
        </p:nvSpPr>
        <p:spPr>
          <a:xfrm>
            <a:off x="376807" y="6524381"/>
            <a:ext cx="7991400" cy="230700"/>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a:t>
            </a:r>
            <a:endParaRPr dirty="0"/>
          </a:p>
        </p:txBody>
      </p:sp>
      <p:grpSp>
        <p:nvGrpSpPr>
          <p:cNvPr id="111" name="Google Shape;111;p28">
            <a:extLst>
              <a:ext uri="{FF2B5EF4-FFF2-40B4-BE49-F238E27FC236}">
                <a16:creationId xmlns:a16="http://schemas.microsoft.com/office/drawing/2014/main" id="{E0A5F840-FAEB-575B-264E-CE9006A2C90C}"/>
              </a:ext>
            </a:extLst>
          </p:cNvPr>
          <p:cNvGrpSpPr/>
          <p:nvPr/>
        </p:nvGrpSpPr>
        <p:grpSpPr>
          <a:xfrm>
            <a:off x="4066674" y="6601537"/>
            <a:ext cx="5233412" cy="70446"/>
            <a:chOff x="4033424" y="6601537"/>
            <a:chExt cx="5233412" cy="70446"/>
          </a:xfrm>
        </p:grpSpPr>
        <p:cxnSp>
          <p:nvCxnSpPr>
            <p:cNvPr id="112" name="Google Shape;112;p28">
              <a:extLst>
                <a:ext uri="{FF2B5EF4-FFF2-40B4-BE49-F238E27FC236}">
                  <a16:creationId xmlns:a16="http://schemas.microsoft.com/office/drawing/2014/main" id="{6C5899A6-6957-DA49-48EF-04407EC2007C}"/>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13" name="Google Shape;113;p28">
              <a:extLst>
                <a:ext uri="{FF2B5EF4-FFF2-40B4-BE49-F238E27FC236}">
                  <a16:creationId xmlns:a16="http://schemas.microsoft.com/office/drawing/2014/main" id="{66E60713-C69D-BE82-3982-08E43AD7D7B1}"/>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spTree>
    <p:extLst>
      <p:ext uri="{BB962C8B-B14F-4D97-AF65-F5344CB8AC3E}">
        <p14:creationId xmlns:p14="http://schemas.microsoft.com/office/powerpoint/2010/main" val="4017478534"/>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D373CE13-BD42-B6D3-F295-EF5964D167B5}"/>
            </a:ext>
          </a:extLst>
        </p:cNvPr>
        <p:cNvGrpSpPr/>
        <p:nvPr/>
      </p:nvGrpSpPr>
      <p:grpSpPr>
        <a:xfrm>
          <a:off x="0" y="0"/>
          <a:ext cx="0" cy="0"/>
          <a:chOff x="0" y="0"/>
          <a:chExt cx="0" cy="0"/>
        </a:xfrm>
      </p:grpSpPr>
      <p:sp>
        <p:nvSpPr>
          <p:cNvPr id="119" name="Google Shape;119;p29">
            <a:extLst>
              <a:ext uri="{FF2B5EF4-FFF2-40B4-BE49-F238E27FC236}">
                <a16:creationId xmlns:a16="http://schemas.microsoft.com/office/drawing/2014/main" id="{7CB52865-C695-CF51-6C5B-20484818599A}"/>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FCFBEC08-96C0-86F3-C10A-4FB75E1ABE80}"/>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tkinson Hyperlegible Next"/>
                <a:ea typeface="Arial"/>
                <a:cs typeface="Arial"/>
                <a:sym typeface="Arial"/>
              </a:rPr>
              <a:t>Camera Vision</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C183D7F6-B498-43B3-948B-1728B52AA6E4}">
                <adec:decorative xmlns:adec="http://schemas.microsoft.com/office/drawing/2017/decorative" val="1"/>
              </a:ext>
              <a:ext uri="{FF2B5EF4-FFF2-40B4-BE49-F238E27FC236}">
                <a16:creationId xmlns:a16="http://schemas.microsoft.com/office/drawing/2014/main" id="{6F5C46DE-9015-B6D9-9D7F-3DC552A79AE3}"/>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1E8E7360-DEAF-3490-B665-A86236B2AA76}"/>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240EBAF3-FC95-88A3-1E92-6B172381B255}"/>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A863B14B-0010-EFEE-6033-30DD9CB94FF3}"/>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95328DB5-EA0C-C580-19C9-76A678B20F5B}"/>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AD06C697-5485-F679-1818-97A544ADB410}"/>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pic>
        <p:nvPicPr>
          <p:cNvPr id="3" name="Graphic 2">
            <a:extLst>
              <a:ext uri="{FF2B5EF4-FFF2-40B4-BE49-F238E27FC236}">
                <a16:creationId xmlns:a16="http://schemas.microsoft.com/office/drawing/2014/main" id="{D5130AE9-14BA-F584-28E1-F910A55AB149}"/>
              </a:ext>
            </a:extLst>
          </p:cNvPr>
          <p:cNvPicPr>
            <a:picLocks noChangeAspect="1"/>
          </p:cNvPicPr>
          <p:nvPr/>
        </p:nvPicPr>
        <p:blipFill>
          <a:blip r:embed="rId4">
            <a:extLst>
              <a:ext uri="{96DAC541-7B7A-43D3-8B79-37D633B846F1}">
                <asvg:svgBlip xmlns:asvg="http://schemas.microsoft.com/office/drawing/2016/SVG/main" r:embed="rId5"/>
              </a:ext>
            </a:extLst>
          </a:blip>
          <a:stretch>
            <a:fillRect/>
          </a:stretch>
        </p:blipFill>
        <p:spPr>
          <a:xfrm>
            <a:off x="897117" y="1032005"/>
            <a:ext cx="10397766" cy="5405055"/>
          </a:xfrm>
          <a:prstGeom prst="rect">
            <a:avLst/>
          </a:prstGeom>
        </p:spPr>
      </p:pic>
      <p:sp>
        <p:nvSpPr>
          <p:cNvPr id="5" name="Rectangle 4">
            <a:extLst>
              <a:ext uri="{FF2B5EF4-FFF2-40B4-BE49-F238E27FC236}">
                <a16:creationId xmlns:a16="http://schemas.microsoft.com/office/drawing/2014/main" id="{145A5D38-587A-C3A9-3E44-D23B81CCD043}"/>
              </a:ext>
            </a:extLst>
          </p:cNvPr>
          <p:cNvSpPr/>
          <p:nvPr/>
        </p:nvSpPr>
        <p:spPr>
          <a:xfrm>
            <a:off x="1125415" y="1956688"/>
            <a:ext cx="1931111" cy="824878"/>
          </a:xfrm>
          <a:prstGeom prst="rect">
            <a:avLst/>
          </a:prstGeom>
          <a:noFill/>
          <a:ln w="38100">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1439928077"/>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2F2E227C-2AE5-37F3-8346-8FCEE1126091}"/>
            </a:ext>
          </a:extLst>
        </p:cNvPr>
        <p:cNvGrpSpPr/>
        <p:nvPr/>
      </p:nvGrpSpPr>
      <p:grpSpPr>
        <a:xfrm>
          <a:off x="0" y="0"/>
          <a:ext cx="0" cy="0"/>
          <a:chOff x="0" y="0"/>
          <a:chExt cx="0" cy="0"/>
        </a:xfrm>
      </p:grpSpPr>
      <p:sp>
        <p:nvSpPr>
          <p:cNvPr id="118" name="Google Shape;118;p29">
            <a:extLst>
              <a:ext uri="{FF2B5EF4-FFF2-40B4-BE49-F238E27FC236}">
                <a16:creationId xmlns:a16="http://schemas.microsoft.com/office/drawing/2014/main" id="{F3C338A1-0BAF-412A-7142-D2E70B411BA2}"/>
              </a:ext>
            </a:extLst>
          </p:cNvPr>
          <p:cNvSpPr txBox="1">
            <a:spLocks noGrp="1"/>
          </p:cNvSpPr>
          <p:nvPr>
            <p:ph type="body" idx="1"/>
          </p:nvPr>
        </p:nvSpPr>
        <p:spPr>
          <a:xfrm>
            <a:off x="376809" y="1334279"/>
            <a:ext cx="11452008" cy="4821102"/>
          </a:xfrm>
          <a:prstGeom prst="rect">
            <a:avLst/>
          </a:prstGeom>
          <a:noFill/>
          <a:ln>
            <a:noFill/>
          </a:ln>
        </p:spPr>
        <p:txBody>
          <a:bodyPr spcFirstLastPara="1" wrap="square" lIns="91425" tIns="45700" rIns="91425" bIns="45700" anchor="t" anchorCtr="0">
            <a:noAutofit/>
          </a:bodyPr>
          <a:lstStyle/>
          <a:p>
            <a:pPr marL="0" indent="0">
              <a:lnSpc>
                <a:spcPct val="100000"/>
              </a:lnSpc>
              <a:spcBef>
                <a:spcPts val="0"/>
              </a:spcBef>
              <a:buSzPts val="3000"/>
              <a:buNone/>
            </a:pPr>
            <a:r>
              <a:rPr lang="en-US" sz="2000" dirty="0">
                <a:latin typeface="Atkinson Hyperlegible Next"/>
                <a:ea typeface="Arial"/>
                <a:cs typeface="Arial"/>
                <a:sym typeface="Arial"/>
              </a:rPr>
              <a:t>Most modern robotics vision relies on CMOS (Complementary Metal-Oxide-Semiconductor) sensors.</a:t>
            </a:r>
          </a:p>
          <a:p>
            <a:pPr marL="0" indent="0">
              <a:lnSpc>
                <a:spcPct val="100000"/>
              </a:lnSpc>
              <a:spcBef>
                <a:spcPts val="0"/>
              </a:spcBef>
              <a:buSzPts val="3000"/>
              <a:buNone/>
            </a:pPr>
            <a:endParaRPr lang="en-US" sz="2000" dirty="0">
              <a:latin typeface="Atkinson Hyperlegible Next"/>
              <a:ea typeface="Arial"/>
              <a:cs typeface="Arial"/>
              <a:sym typeface="Arial"/>
            </a:endParaRPr>
          </a:p>
          <a:p>
            <a:pPr marL="0" indent="0">
              <a:lnSpc>
                <a:spcPct val="100000"/>
              </a:lnSpc>
              <a:spcBef>
                <a:spcPts val="0"/>
              </a:spcBef>
              <a:buSzPts val="3000"/>
              <a:buNone/>
            </a:pPr>
            <a:r>
              <a:rPr lang="en-US" sz="2000" dirty="0">
                <a:latin typeface="Atkinson Hyperlegible Next"/>
                <a:ea typeface="Arial"/>
                <a:cs typeface="Arial"/>
                <a:sym typeface="Arial"/>
              </a:rPr>
              <a:t>A CMOS sensor contains a massive 2D grid of microscopic photodiodes.</a:t>
            </a:r>
          </a:p>
          <a:p>
            <a:pPr marL="0" indent="0">
              <a:lnSpc>
                <a:spcPct val="100000"/>
              </a:lnSpc>
              <a:spcBef>
                <a:spcPts val="0"/>
              </a:spcBef>
              <a:buSzPts val="3000"/>
              <a:buNone/>
            </a:pPr>
            <a:endParaRPr lang="en-US" sz="2000" dirty="0">
              <a:latin typeface="Atkinson Hyperlegible Next"/>
              <a:ea typeface="Arial"/>
              <a:cs typeface="Arial"/>
              <a:sym typeface="Arial"/>
            </a:endParaRPr>
          </a:p>
          <a:p>
            <a:pPr marL="0" indent="0">
              <a:lnSpc>
                <a:spcPct val="100000"/>
              </a:lnSpc>
              <a:spcBef>
                <a:spcPts val="0"/>
              </a:spcBef>
              <a:buSzPts val="3000"/>
              <a:buNone/>
            </a:pPr>
            <a:r>
              <a:rPr lang="en-US" sz="2000" dirty="0">
                <a:latin typeface="Atkinson Hyperlegible Next"/>
                <a:ea typeface="Arial"/>
                <a:cs typeface="Arial"/>
                <a:sym typeface="Arial"/>
              </a:rPr>
              <a:t>When photons strike a photodiode, they excite electrons via the photoelectric effect, creating a measurable voltage.</a:t>
            </a:r>
          </a:p>
          <a:p>
            <a:pPr marL="0" indent="0">
              <a:lnSpc>
                <a:spcPct val="100000"/>
              </a:lnSpc>
              <a:spcBef>
                <a:spcPts val="0"/>
              </a:spcBef>
              <a:buSzPts val="3000"/>
              <a:buNone/>
            </a:pPr>
            <a:endParaRPr lang="en-US" sz="2000" dirty="0">
              <a:latin typeface="Atkinson Hyperlegible Next"/>
              <a:ea typeface="Arial"/>
              <a:cs typeface="Arial"/>
              <a:sym typeface="Arial"/>
            </a:endParaRPr>
          </a:p>
          <a:p>
            <a:pPr marL="0" indent="0">
              <a:lnSpc>
                <a:spcPct val="100000"/>
              </a:lnSpc>
              <a:spcBef>
                <a:spcPts val="0"/>
              </a:spcBef>
              <a:buSzPts val="3000"/>
              <a:buNone/>
            </a:pPr>
            <a:r>
              <a:rPr lang="en-US" sz="2000" dirty="0">
                <a:latin typeface="Atkinson Hyperlegible Next"/>
                <a:ea typeface="Arial"/>
                <a:cs typeface="Arial"/>
                <a:sym typeface="Arial"/>
              </a:rPr>
              <a:t>This continuous voltage is sampled and converted into a discrete digital value (usually 0-255 for an 8-bit ADC).</a:t>
            </a:r>
          </a:p>
        </p:txBody>
      </p:sp>
      <p:sp>
        <p:nvSpPr>
          <p:cNvPr id="119" name="Google Shape;119;p29">
            <a:extLst>
              <a:ext uri="{FF2B5EF4-FFF2-40B4-BE49-F238E27FC236}">
                <a16:creationId xmlns:a16="http://schemas.microsoft.com/office/drawing/2014/main" id="{367404CA-E801-FD8F-DCC1-24568A84D623}"/>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6FE89861-4F4B-3942-76BF-26881403B015}"/>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tkinson Hyperlegible Next"/>
                <a:ea typeface="Arial"/>
                <a:cs typeface="Arial"/>
                <a:sym typeface="Arial"/>
              </a:rPr>
              <a:t>Camera Vision</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C183D7F6-B498-43B3-948B-1728B52AA6E4}">
                <adec:decorative xmlns:adec="http://schemas.microsoft.com/office/drawing/2017/decorative" val="1"/>
              </a:ext>
              <a:ext uri="{FF2B5EF4-FFF2-40B4-BE49-F238E27FC236}">
                <a16:creationId xmlns:a16="http://schemas.microsoft.com/office/drawing/2014/main" id="{A290073D-7D1A-E36D-4E3C-8BACD8AE47B6}"/>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3B255760-B7BC-C211-8343-50B747B05039}"/>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E6642F68-EFB3-50EA-DD77-C82D6A9A8E10}"/>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F13EF384-8B6B-DB9F-4ED9-DAA49C76E8B4}"/>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FF35BFE3-7568-2FB8-FE43-DDEB530A8D49}"/>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8A1CBFAB-A82A-B593-707E-F8227CEA9C30}"/>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spTree>
    <p:extLst>
      <p:ext uri="{BB962C8B-B14F-4D97-AF65-F5344CB8AC3E}">
        <p14:creationId xmlns:p14="http://schemas.microsoft.com/office/powerpoint/2010/main" val="73507152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18">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118">
                                            <p:txEl>
                                              <p:pRg st="2" end="2"/>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118">
                                            <p:txEl>
                                              <p:pRg st="4" end="4"/>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118">
                                            <p:txEl>
                                              <p:pRg st="6" end="6"/>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18" grpId="0" build="p"/>
    </p:bldLst>
  </p:timing>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4CAF34F0-DAC3-ED96-6087-965934AD2F8E}"/>
            </a:ext>
          </a:extLst>
        </p:cNvPr>
        <p:cNvGrpSpPr/>
        <p:nvPr/>
      </p:nvGrpSpPr>
      <p:grpSpPr>
        <a:xfrm>
          <a:off x="0" y="0"/>
          <a:ext cx="0" cy="0"/>
          <a:chOff x="0" y="0"/>
          <a:chExt cx="0" cy="0"/>
        </a:xfrm>
      </p:grpSpPr>
      <p:sp>
        <p:nvSpPr>
          <p:cNvPr id="119" name="Google Shape;119;p29">
            <a:extLst>
              <a:ext uri="{FF2B5EF4-FFF2-40B4-BE49-F238E27FC236}">
                <a16:creationId xmlns:a16="http://schemas.microsoft.com/office/drawing/2014/main" id="{5D04B90C-7F7E-FD75-CD0D-D61D59EA9D1E}"/>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A066A014-9097-3DEA-C557-1C0E1B7B6646}"/>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tkinson Hyperlegible Next"/>
                <a:ea typeface="Arial"/>
                <a:cs typeface="Arial"/>
                <a:sym typeface="Arial"/>
              </a:rPr>
              <a:t>Camera Vision</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C183D7F6-B498-43B3-948B-1728B52AA6E4}">
                <adec:decorative xmlns:adec="http://schemas.microsoft.com/office/drawing/2017/decorative" val="1"/>
              </a:ext>
              <a:ext uri="{FF2B5EF4-FFF2-40B4-BE49-F238E27FC236}">
                <a16:creationId xmlns:a16="http://schemas.microsoft.com/office/drawing/2014/main" id="{8E1B2A7A-4EE9-90F2-1EA1-CFB3E78699E5}"/>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7DA60199-153E-D7CD-9299-57337585F6D7}"/>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5F6F6156-625B-3A59-A856-445D59C31F3D}"/>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24847699-D191-02EF-AC9E-3A5D5DD5AF34}"/>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92B93BE2-D7A5-D70E-0346-1B359059C4D7}"/>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D59C2582-7401-ABE8-9645-B1012F368B95}"/>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pic>
        <p:nvPicPr>
          <p:cNvPr id="4098" name="Picture 2" descr="CMOS Image Sensors: How They Work in Digital Microscopy | Evident">
            <a:extLst>
              <a:ext uri="{FF2B5EF4-FFF2-40B4-BE49-F238E27FC236}">
                <a16:creationId xmlns:a16="http://schemas.microsoft.com/office/drawing/2014/main" id="{CE785DB6-441D-D3F4-8BB7-605AB4669079}"/>
              </a:ext>
            </a:extLst>
          </p:cNvPr>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376807" y="1149901"/>
            <a:ext cx="4737235" cy="4131561"/>
          </a:xfrm>
          <a:prstGeom prst="rect">
            <a:avLst/>
          </a:prstGeom>
          <a:noFill/>
          <a:extLst>
            <a:ext uri="{909E8E84-426E-40DD-AFC4-6F175D3DCCD1}">
              <a14:hiddenFill xmlns:a14="http://schemas.microsoft.com/office/drawing/2010/main">
                <a:solidFill>
                  <a:srgbClr val="FFFFFF"/>
                </a:solidFill>
              </a14:hiddenFill>
            </a:ext>
          </a:extLst>
        </p:spPr>
      </p:pic>
      <p:sp>
        <p:nvSpPr>
          <p:cNvPr id="6" name="TextBox 5">
            <a:extLst>
              <a:ext uri="{FF2B5EF4-FFF2-40B4-BE49-F238E27FC236}">
                <a16:creationId xmlns:a16="http://schemas.microsoft.com/office/drawing/2014/main" id="{4DA355D2-018F-3919-63AA-60CC2BED9520}"/>
              </a:ext>
            </a:extLst>
          </p:cNvPr>
          <p:cNvSpPr txBox="1"/>
          <p:nvPr/>
        </p:nvSpPr>
        <p:spPr>
          <a:xfrm>
            <a:off x="376807" y="5392222"/>
            <a:ext cx="4821539" cy="400110"/>
          </a:xfrm>
          <a:prstGeom prst="rect">
            <a:avLst/>
          </a:prstGeom>
          <a:noFill/>
        </p:spPr>
        <p:txBody>
          <a:bodyPr wrap="square">
            <a:spAutoFit/>
          </a:bodyPr>
          <a:lstStyle/>
          <a:p>
            <a:pPr algn="ctr"/>
            <a:r>
              <a:rPr lang="en-US" sz="1000" dirty="0">
                <a:hlinkClick r:id="rId5"/>
              </a:rPr>
              <a:t>https://evidentscientific.com/en/microscope-resource/knowledge-hub/digital-imaging/cmosimagesensors</a:t>
            </a:r>
            <a:r>
              <a:rPr lang="en-US" sz="1000" dirty="0"/>
              <a:t> </a:t>
            </a:r>
          </a:p>
        </p:txBody>
      </p:sp>
      <p:sp>
        <p:nvSpPr>
          <p:cNvPr id="7" name="TextBox 6">
            <a:extLst>
              <a:ext uri="{FF2B5EF4-FFF2-40B4-BE49-F238E27FC236}">
                <a16:creationId xmlns:a16="http://schemas.microsoft.com/office/drawing/2014/main" id="{0E3A40FB-47EE-51C1-538A-8D3C89F5692B}"/>
              </a:ext>
            </a:extLst>
          </p:cNvPr>
          <p:cNvSpPr txBox="1"/>
          <p:nvPr/>
        </p:nvSpPr>
        <p:spPr>
          <a:xfrm>
            <a:off x="6285042" y="5309239"/>
            <a:ext cx="4821539" cy="400110"/>
          </a:xfrm>
          <a:prstGeom prst="rect">
            <a:avLst/>
          </a:prstGeom>
          <a:noFill/>
        </p:spPr>
        <p:txBody>
          <a:bodyPr wrap="square">
            <a:spAutoFit/>
          </a:bodyPr>
          <a:lstStyle/>
          <a:p>
            <a:pPr algn="ctr"/>
            <a:r>
              <a:rPr lang="en-US" sz="1000" dirty="0">
                <a:hlinkClick r:id="rId5"/>
              </a:rPr>
              <a:t>https://evidentscientific.com/en/microscope-resource/knowledge-hub/digital-imaging/cmosimagesensors</a:t>
            </a:r>
            <a:r>
              <a:rPr lang="en-US" sz="1000" dirty="0"/>
              <a:t> </a:t>
            </a:r>
          </a:p>
        </p:txBody>
      </p:sp>
      <p:pic>
        <p:nvPicPr>
          <p:cNvPr id="4100" name="Picture 4" descr="CCD and CMOS Technology">
            <a:extLst>
              <a:ext uri="{FF2B5EF4-FFF2-40B4-BE49-F238E27FC236}">
                <a16:creationId xmlns:a16="http://schemas.microsoft.com/office/drawing/2014/main" id="{A0F68EDD-8402-D252-610E-D50621D0FAD5}"/>
              </a:ext>
            </a:extLst>
          </p:cNvPr>
          <p:cNvPicPr>
            <a:picLocks noChangeAspect="1" noChangeArrowheads="1"/>
          </p:cNvPicPr>
          <p:nvPr/>
        </p:nvPicPr>
        <p:blipFill>
          <a:blip r:embed="rId6">
            <a:extLst>
              <a:ext uri="{28A0092B-C50C-407E-A947-70E740481C1C}">
                <a14:useLocalDpi xmlns:a14="http://schemas.microsoft.com/office/drawing/2010/main" val="0"/>
              </a:ext>
            </a:extLst>
          </a:blip>
          <a:srcRect/>
          <a:stretch>
            <a:fillRect/>
          </a:stretch>
        </p:blipFill>
        <p:spPr bwMode="auto">
          <a:xfrm>
            <a:off x="5629706" y="1667094"/>
            <a:ext cx="5476875" cy="3276600"/>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1339349331"/>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C5D39BDC-B417-2C91-3C41-8669DDDF2EDE}"/>
            </a:ext>
          </a:extLst>
        </p:cNvPr>
        <p:cNvGrpSpPr/>
        <p:nvPr/>
      </p:nvGrpSpPr>
      <p:grpSpPr>
        <a:xfrm>
          <a:off x="0" y="0"/>
          <a:ext cx="0" cy="0"/>
          <a:chOff x="0" y="0"/>
          <a:chExt cx="0" cy="0"/>
        </a:xfrm>
      </p:grpSpPr>
      <p:sp>
        <p:nvSpPr>
          <p:cNvPr id="118" name="Google Shape;118;p29">
            <a:extLst>
              <a:ext uri="{FF2B5EF4-FFF2-40B4-BE49-F238E27FC236}">
                <a16:creationId xmlns:a16="http://schemas.microsoft.com/office/drawing/2014/main" id="{E486FBB7-ACE6-F853-8977-F3838F6E894D}"/>
              </a:ext>
            </a:extLst>
          </p:cNvPr>
          <p:cNvSpPr txBox="1">
            <a:spLocks noGrp="1"/>
          </p:cNvSpPr>
          <p:nvPr>
            <p:ph type="body" idx="1"/>
          </p:nvPr>
        </p:nvSpPr>
        <p:spPr>
          <a:xfrm>
            <a:off x="376807" y="5046258"/>
            <a:ext cx="11655171" cy="1362557"/>
          </a:xfrm>
          <a:prstGeom prst="rect">
            <a:avLst/>
          </a:prstGeom>
          <a:noFill/>
          <a:ln>
            <a:noFill/>
          </a:ln>
        </p:spPr>
        <p:txBody>
          <a:bodyPr spcFirstLastPara="1" wrap="square" lIns="91425" tIns="45700" rIns="91425" bIns="45700" anchor="t" anchorCtr="0">
            <a:noAutofit/>
          </a:bodyPr>
          <a:lstStyle/>
          <a:p>
            <a:pPr marL="342900">
              <a:lnSpc>
                <a:spcPct val="100000"/>
              </a:lnSpc>
              <a:spcBef>
                <a:spcPts val="0"/>
              </a:spcBef>
              <a:buSzPts val="3000"/>
            </a:pPr>
            <a:r>
              <a:rPr lang="en-US" sz="2000" dirty="0">
                <a:latin typeface="Atkinson Hyperlegible Next"/>
                <a:ea typeface="Arial"/>
                <a:cs typeface="Arial"/>
                <a:sym typeface="Arial"/>
              </a:rPr>
              <a:t>Readout performed by transferring one row at a time to the column storage capacitors, then reading out the row, one (or more) pixel at a time, using the column decoder and multiplexer</a:t>
            </a:r>
          </a:p>
          <a:p>
            <a:pPr marL="342900">
              <a:lnSpc>
                <a:spcPct val="100000"/>
              </a:lnSpc>
              <a:spcBef>
                <a:spcPts val="0"/>
              </a:spcBef>
              <a:buSzPts val="3000"/>
            </a:pPr>
            <a:r>
              <a:rPr lang="en-US" sz="2000" dirty="0">
                <a:latin typeface="Atkinson Hyperlegible Next"/>
                <a:ea typeface="Arial"/>
                <a:cs typeface="Arial"/>
                <a:sym typeface="Arial"/>
              </a:rPr>
              <a:t>In many CMOS image sensor architectures, row integration times are </a:t>
            </a:r>
            <a:r>
              <a:rPr lang="en-US" sz="2000" i="1" dirty="0" err="1">
                <a:latin typeface="Atkinson Hyperlegible Next"/>
                <a:ea typeface="Arial"/>
                <a:cs typeface="Arial"/>
                <a:sym typeface="Arial"/>
              </a:rPr>
              <a:t>staggerred</a:t>
            </a:r>
            <a:r>
              <a:rPr lang="en-US" sz="2000" dirty="0">
                <a:latin typeface="Atkinson Hyperlegible Next"/>
                <a:ea typeface="Arial"/>
                <a:cs typeface="Arial"/>
                <a:sym typeface="Arial"/>
              </a:rPr>
              <a:t> by the row / column readout time (scrolling shutter)</a:t>
            </a:r>
          </a:p>
          <a:p>
            <a:pPr marL="0" indent="0">
              <a:lnSpc>
                <a:spcPct val="100000"/>
              </a:lnSpc>
              <a:spcBef>
                <a:spcPts val="0"/>
              </a:spcBef>
              <a:buSzPts val="3000"/>
              <a:buNone/>
            </a:pPr>
            <a:endParaRPr lang="en-US" sz="2000" dirty="0">
              <a:latin typeface="Atkinson Hyperlegible Next"/>
              <a:ea typeface="Arial"/>
              <a:cs typeface="Arial"/>
              <a:sym typeface="Arial"/>
            </a:endParaRPr>
          </a:p>
        </p:txBody>
      </p:sp>
      <p:sp>
        <p:nvSpPr>
          <p:cNvPr id="119" name="Google Shape;119;p29">
            <a:extLst>
              <a:ext uri="{FF2B5EF4-FFF2-40B4-BE49-F238E27FC236}">
                <a16:creationId xmlns:a16="http://schemas.microsoft.com/office/drawing/2014/main" id="{6E912862-C259-5403-D979-AA2DF7E305E2}"/>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2D2198F7-ACF4-9C07-9D55-F1C96E9323F3}"/>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tkinson Hyperlegible Next"/>
                <a:ea typeface="Arial"/>
                <a:cs typeface="Arial"/>
                <a:sym typeface="Arial"/>
              </a:rPr>
              <a:t>Camera Vision</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C183D7F6-B498-43B3-948B-1728B52AA6E4}">
                <adec:decorative xmlns:adec="http://schemas.microsoft.com/office/drawing/2017/decorative" val="1"/>
              </a:ext>
              <a:ext uri="{FF2B5EF4-FFF2-40B4-BE49-F238E27FC236}">
                <a16:creationId xmlns:a16="http://schemas.microsoft.com/office/drawing/2014/main" id="{221D8DBA-D9F4-D636-8E2F-A72D9C2EE34B}"/>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57449347-39E1-4A07-375D-BEBE44D97852}"/>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EDD7A1C0-CBB6-F725-5593-EFBF92998D5C}"/>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1713BFA4-DC34-3936-E0FC-835C4C2D58A0}"/>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DB53DA28-E52B-AF29-98C9-5F5DF1E9597F}"/>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CB51E22B-18E8-C869-312E-E6D65D1EFAAF}"/>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pic>
        <p:nvPicPr>
          <p:cNvPr id="5" name="Graphic 4">
            <a:extLst>
              <a:ext uri="{FF2B5EF4-FFF2-40B4-BE49-F238E27FC236}">
                <a16:creationId xmlns:a16="http://schemas.microsoft.com/office/drawing/2014/main" id="{607017C9-F3C9-CE7F-6ED2-053A21D09358}"/>
              </a:ext>
            </a:extLst>
          </p:cNvPr>
          <p:cNvPicPr>
            <a:picLocks noChangeAspect="1"/>
          </p:cNvPicPr>
          <p:nvPr/>
        </p:nvPicPr>
        <p:blipFill>
          <a:blip r:embed="rId4">
            <a:extLst>
              <a:ext uri="{96DAC541-7B7A-43D3-8B79-37D633B846F1}">
                <asvg:svgBlip xmlns:asvg="http://schemas.microsoft.com/office/drawing/2016/SVG/main" r:embed="rId5"/>
              </a:ext>
            </a:extLst>
          </a:blip>
          <a:stretch>
            <a:fillRect/>
          </a:stretch>
        </p:blipFill>
        <p:spPr>
          <a:xfrm>
            <a:off x="3587591" y="951609"/>
            <a:ext cx="5016817" cy="3841214"/>
          </a:xfrm>
          <a:prstGeom prst="rect">
            <a:avLst/>
          </a:prstGeom>
        </p:spPr>
      </p:pic>
      <p:sp>
        <p:nvSpPr>
          <p:cNvPr id="7" name="TextBox 6">
            <a:extLst>
              <a:ext uri="{FF2B5EF4-FFF2-40B4-BE49-F238E27FC236}">
                <a16:creationId xmlns:a16="http://schemas.microsoft.com/office/drawing/2014/main" id="{DC97B9AE-D1DF-9644-F12A-EA5890DF0F8F}"/>
              </a:ext>
            </a:extLst>
          </p:cNvPr>
          <p:cNvSpPr txBox="1"/>
          <p:nvPr/>
        </p:nvSpPr>
        <p:spPr>
          <a:xfrm>
            <a:off x="4333790" y="4792823"/>
            <a:ext cx="2996065" cy="246221"/>
          </a:xfrm>
          <a:prstGeom prst="rect">
            <a:avLst/>
          </a:prstGeom>
          <a:noFill/>
        </p:spPr>
        <p:txBody>
          <a:bodyPr wrap="square">
            <a:spAutoFit/>
          </a:bodyPr>
          <a:lstStyle/>
          <a:p>
            <a:pPr algn="ctr"/>
            <a:r>
              <a:rPr lang="en-US" sz="1000" dirty="0">
                <a:hlinkClick r:id="rId6"/>
              </a:rPr>
              <a:t>https://isl.stanford.edu/~abbas/ee392b/lect04.pdf</a:t>
            </a:r>
            <a:r>
              <a:rPr lang="en-US" sz="1000" dirty="0"/>
              <a:t> </a:t>
            </a:r>
          </a:p>
        </p:txBody>
      </p:sp>
      <p:sp>
        <p:nvSpPr>
          <p:cNvPr id="10" name="Rectangle 9">
            <a:extLst>
              <a:ext uri="{FF2B5EF4-FFF2-40B4-BE49-F238E27FC236}">
                <a16:creationId xmlns:a16="http://schemas.microsoft.com/office/drawing/2014/main" id="{C9E3879A-FC4D-C2A2-09A8-A80D0C8F9F54}"/>
              </a:ext>
            </a:extLst>
          </p:cNvPr>
          <p:cNvSpPr/>
          <p:nvPr/>
        </p:nvSpPr>
        <p:spPr>
          <a:xfrm>
            <a:off x="4333790" y="1043909"/>
            <a:ext cx="2897590" cy="205740"/>
          </a:xfrm>
          <a:prstGeom prst="rect">
            <a:avLst/>
          </a:prstGeom>
          <a:noFill/>
          <a:ln w="38100">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1" name="Rectangle 10">
            <a:extLst>
              <a:ext uri="{FF2B5EF4-FFF2-40B4-BE49-F238E27FC236}">
                <a16:creationId xmlns:a16="http://schemas.microsoft.com/office/drawing/2014/main" id="{86F6F53D-1798-8603-2575-BCE3298FD780}"/>
              </a:ext>
            </a:extLst>
          </p:cNvPr>
          <p:cNvSpPr/>
          <p:nvPr/>
        </p:nvSpPr>
        <p:spPr>
          <a:xfrm>
            <a:off x="4333790" y="1239079"/>
            <a:ext cx="2897590" cy="205740"/>
          </a:xfrm>
          <a:prstGeom prst="rect">
            <a:avLst/>
          </a:prstGeom>
          <a:noFill/>
          <a:ln w="38100">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3905695480"/>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42" presetClass="path" presetSubtype="0" accel="50000" decel="50000" fill="hold" grpId="0" nodeType="clickEffect">
                                  <p:stCondLst>
                                    <p:cond delay="0"/>
                                  </p:stCondLst>
                                  <p:childTnLst>
                                    <p:animMotion origin="layout" path="M 1.25E-6 3.7037E-7 L 0.00039 0.39398 " pathEditMode="relative" rAng="0" ptsTypes="AA">
                                      <p:cBhvr>
                                        <p:cTn id="6" dur="2000" fill="hold"/>
                                        <p:tgtEl>
                                          <p:spTgt spid="10"/>
                                        </p:tgtEl>
                                        <p:attrNameLst>
                                          <p:attrName>ppt_x</p:attrName>
                                          <p:attrName>ppt_y</p:attrName>
                                        </p:attrNameLst>
                                      </p:cBhvr>
                                      <p:rCtr x="13" y="19699"/>
                                    </p:animMotion>
                                  </p:childTnLst>
                                </p:cTn>
                              </p:par>
                            </p:childTnLst>
                          </p:cTn>
                        </p:par>
                      </p:childTnLst>
                    </p:cTn>
                  </p:par>
                  <p:par>
                    <p:cTn id="7" fill="hold">
                      <p:stCondLst>
                        <p:cond delay="indefinite"/>
                      </p:stCondLst>
                      <p:childTnLst>
                        <p:par>
                          <p:cTn id="8" fill="hold">
                            <p:stCondLst>
                              <p:cond delay="0"/>
                            </p:stCondLst>
                            <p:childTnLst>
                              <p:par>
                                <p:cTn id="9" presetID="42" presetClass="path" presetSubtype="0" accel="50000" decel="50000" fill="hold" grpId="1" nodeType="clickEffect">
                                  <p:stCondLst>
                                    <p:cond delay="0"/>
                                  </p:stCondLst>
                                  <p:childTnLst>
                                    <p:animMotion origin="layout" path="M 0.00039 0.39398 L -0.00039 0.49398 " pathEditMode="relative" rAng="0" ptsTypes="AA">
                                      <p:cBhvr>
                                        <p:cTn id="10" dur="2000" fill="hold"/>
                                        <p:tgtEl>
                                          <p:spTgt spid="10"/>
                                        </p:tgtEl>
                                        <p:attrNameLst>
                                          <p:attrName>ppt_x</p:attrName>
                                          <p:attrName>ppt_y</p:attrName>
                                        </p:attrNameLst>
                                      </p:cBhvr>
                                      <p:rCtr x="-39" y="5000"/>
                                    </p:animMotion>
                                  </p:childTnLst>
                                </p:cTn>
                              </p:par>
                            </p:childTnLst>
                          </p:cTn>
                        </p:par>
                      </p:childTnLst>
                    </p:cTn>
                  </p:par>
                  <p:par>
                    <p:cTn id="11" fill="hold">
                      <p:stCondLst>
                        <p:cond delay="indefinite"/>
                      </p:stCondLst>
                      <p:childTnLst>
                        <p:par>
                          <p:cTn id="12" fill="hold">
                            <p:stCondLst>
                              <p:cond delay="0"/>
                            </p:stCondLst>
                            <p:childTnLst>
                              <p:par>
                                <p:cTn id="13" presetID="1" presetClass="exit" presetSubtype="0" fill="hold" grpId="2" nodeType="clickEffect">
                                  <p:stCondLst>
                                    <p:cond delay="0"/>
                                  </p:stCondLst>
                                  <p:childTnLst>
                                    <p:set>
                                      <p:cBhvr>
                                        <p:cTn id="14" dur="1" fill="hold">
                                          <p:stCondLst>
                                            <p:cond delay="0"/>
                                          </p:stCondLst>
                                        </p:cTn>
                                        <p:tgtEl>
                                          <p:spTgt spid="10"/>
                                        </p:tgtEl>
                                        <p:attrNameLst>
                                          <p:attrName>style.visibility</p:attrName>
                                        </p:attrNameLst>
                                      </p:cBhvr>
                                      <p:to>
                                        <p:strVal val="hidden"/>
                                      </p:to>
                                    </p:set>
                                  </p:childTnLst>
                                </p:cTn>
                              </p:par>
                              <p:par>
                                <p:cTn id="15" presetID="1" presetClass="entr" presetSubtype="0" fill="hold" grpId="3" nodeType="withEffect">
                                  <p:stCondLst>
                                    <p:cond delay="0"/>
                                  </p:stCondLst>
                                  <p:childTnLst>
                                    <p:set>
                                      <p:cBhvr>
                                        <p:cTn id="16" dur="1" fill="hold">
                                          <p:stCondLst>
                                            <p:cond delay="0"/>
                                          </p:stCondLst>
                                        </p:cTn>
                                        <p:tgtEl>
                                          <p:spTgt spid="11"/>
                                        </p:tgtEl>
                                        <p:attrNameLst>
                                          <p:attrName>style.visibility</p:attrName>
                                        </p:attrNameLst>
                                      </p:cBhvr>
                                      <p:to>
                                        <p:strVal val="visible"/>
                                      </p:to>
                                    </p:set>
                                  </p:childTnLst>
                                </p:cTn>
                              </p:par>
                            </p:childTnLst>
                          </p:cTn>
                        </p:par>
                      </p:childTnLst>
                    </p:cTn>
                  </p:par>
                  <p:par>
                    <p:cTn id="17" fill="hold">
                      <p:stCondLst>
                        <p:cond delay="indefinite"/>
                      </p:stCondLst>
                      <p:childTnLst>
                        <p:par>
                          <p:cTn id="18" fill="hold">
                            <p:stCondLst>
                              <p:cond delay="0"/>
                            </p:stCondLst>
                            <p:childTnLst>
                              <p:par>
                                <p:cTn id="19" presetID="42" presetClass="path" presetSubtype="0" accel="50000" decel="50000" fill="hold" grpId="0" nodeType="clickEffect">
                                  <p:stCondLst>
                                    <p:cond delay="0"/>
                                  </p:stCondLst>
                                  <p:childTnLst>
                                    <p:animMotion origin="layout" path="M 1.25E-6 -1.85185E-6 L 0.00039 0.36551 " pathEditMode="relative" rAng="0" ptsTypes="AA">
                                      <p:cBhvr>
                                        <p:cTn id="20" dur="2000" fill="hold"/>
                                        <p:tgtEl>
                                          <p:spTgt spid="11"/>
                                        </p:tgtEl>
                                        <p:attrNameLst>
                                          <p:attrName>ppt_x</p:attrName>
                                          <p:attrName>ppt_y</p:attrName>
                                        </p:attrNameLst>
                                      </p:cBhvr>
                                      <p:rCtr x="13" y="18287"/>
                                    </p:animMotion>
                                  </p:childTnLst>
                                </p:cTn>
                              </p:par>
                            </p:childTnLst>
                          </p:cTn>
                        </p:par>
                      </p:childTnLst>
                    </p:cTn>
                  </p:par>
                  <p:par>
                    <p:cTn id="21" fill="hold">
                      <p:stCondLst>
                        <p:cond delay="indefinite"/>
                      </p:stCondLst>
                      <p:childTnLst>
                        <p:par>
                          <p:cTn id="22" fill="hold">
                            <p:stCondLst>
                              <p:cond delay="0"/>
                            </p:stCondLst>
                            <p:childTnLst>
                              <p:par>
                                <p:cTn id="23" presetID="42" presetClass="path" presetSubtype="0" accel="50000" decel="50000" fill="hold" grpId="1" nodeType="clickEffect">
                                  <p:stCondLst>
                                    <p:cond delay="0"/>
                                  </p:stCondLst>
                                  <p:childTnLst>
                                    <p:animMotion origin="layout" path="M 0.00039 0.36551 L -0.00065 0.46158 " pathEditMode="relative" rAng="0" ptsTypes="AA">
                                      <p:cBhvr>
                                        <p:cTn id="24" dur="2000" fill="hold"/>
                                        <p:tgtEl>
                                          <p:spTgt spid="11"/>
                                        </p:tgtEl>
                                        <p:attrNameLst>
                                          <p:attrName>ppt_x</p:attrName>
                                          <p:attrName>ppt_y</p:attrName>
                                        </p:attrNameLst>
                                      </p:cBhvr>
                                      <p:rCtr x="-52" y="4838"/>
                                    </p:animMotion>
                                  </p:childTnLst>
                                </p:cTn>
                              </p:par>
                            </p:childTnLst>
                          </p:cTn>
                        </p:par>
                      </p:childTnLst>
                    </p:cTn>
                  </p:par>
                  <p:par>
                    <p:cTn id="25" fill="hold">
                      <p:stCondLst>
                        <p:cond delay="indefinite"/>
                      </p:stCondLst>
                      <p:childTnLst>
                        <p:par>
                          <p:cTn id="26" fill="hold">
                            <p:stCondLst>
                              <p:cond delay="0"/>
                            </p:stCondLst>
                            <p:childTnLst>
                              <p:par>
                                <p:cTn id="27" presetID="1" presetClass="exit" presetSubtype="0" fill="hold" grpId="2" nodeType="clickEffect">
                                  <p:stCondLst>
                                    <p:cond delay="0"/>
                                  </p:stCondLst>
                                  <p:childTnLst>
                                    <p:set>
                                      <p:cBhvr>
                                        <p:cTn id="28" dur="1" fill="hold">
                                          <p:stCondLst>
                                            <p:cond delay="0"/>
                                          </p:stCondLst>
                                        </p:cTn>
                                        <p:tgtEl>
                                          <p:spTgt spid="11"/>
                                        </p:tgtEl>
                                        <p:attrNameLst>
                                          <p:attrName>style.visibility</p:attrName>
                                        </p:attrNameLst>
                                      </p:cBhvr>
                                      <p:to>
                                        <p:strVal val="hidden"/>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0" grpId="0" animBg="1"/>
      <p:bldP spid="10" grpId="1" animBg="1"/>
      <p:bldP spid="10" grpId="2" animBg="1"/>
      <p:bldP spid="11" grpId="0" animBg="1"/>
      <p:bldP spid="11" grpId="1" animBg="1"/>
      <p:bldP spid="11" grpId="2" animBg="1"/>
      <p:bldP spid="11" grpId="3" animBg="1"/>
    </p:bldLst>
  </p:timing>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384055B5-1970-C033-140B-50686B844B20}"/>
            </a:ext>
          </a:extLst>
        </p:cNvPr>
        <p:cNvGrpSpPr/>
        <p:nvPr/>
      </p:nvGrpSpPr>
      <p:grpSpPr>
        <a:xfrm>
          <a:off x="0" y="0"/>
          <a:ext cx="0" cy="0"/>
          <a:chOff x="0" y="0"/>
          <a:chExt cx="0" cy="0"/>
        </a:xfrm>
      </p:grpSpPr>
      <p:sp>
        <p:nvSpPr>
          <p:cNvPr id="119" name="Google Shape;119;p29">
            <a:extLst>
              <a:ext uri="{FF2B5EF4-FFF2-40B4-BE49-F238E27FC236}">
                <a16:creationId xmlns:a16="http://schemas.microsoft.com/office/drawing/2014/main" id="{09EC995E-165B-415C-918F-AC1037DA9022}"/>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547CE5F1-C7BA-5C3F-63E4-DB7735F5FFCB}"/>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tkinson Hyperlegible Next"/>
                <a:ea typeface="Arial"/>
                <a:cs typeface="Arial"/>
                <a:sym typeface="Arial"/>
              </a:rPr>
              <a:t>Camera Vision</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C183D7F6-B498-43B3-948B-1728B52AA6E4}">
                <adec:decorative xmlns:adec="http://schemas.microsoft.com/office/drawing/2017/decorative" val="1"/>
              </a:ext>
              <a:ext uri="{FF2B5EF4-FFF2-40B4-BE49-F238E27FC236}">
                <a16:creationId xmlns:a16="http://schemas.microsoft.com/office/drawing/2014/main" id="{2D5F07E2-EF66-0614-89D1-08A0D24B953F}"/>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C449277E-74F1-FD87-1BB4-8C3D83D778FD}"/>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73CE064D-1420-8022-DACD-DD8479CA7D17}"/>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817FFD5C-3674-B855-A22A-242E452F5BBE}"/>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6523B0BB-D4F7-8334-5EBF-EF8E67BA6BBF}"/>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0A91176C-AB86-25CA-D70B-519D348855A8}"/>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pic>
        <p:nvPicPr>
          <p:cNvPr id="9" name="Graphic 8">
            <a:extLst>
              <a:ext uri="{FF2B5EF4-FFF2-40B4-BE49-F238E27FC236}">
                <a16:creationId xmlns:a16="http://schemas.microsoft.com/office/drawing/2014/main" id="{A7C3B241-1FB8-9B94-5DF3-2792191F22B1}"/>
              </a:ext>
            </a:extLst>
          </p:cNvPr>
          <p:cNvPicPr>
            <a:picLocks noChangeAspect="1"/>
          </p:cNvPicPr>
          <p:nvPr/>
        </p:nvPicPr>
        <p:blipFill>
          <a:blip r:embed="rId4">
            <a:extLst>
              <a:ext uri="{96DAC541-7B7A-43D3-8B79-37D633B846F1}">
                <asvg:svgBlip xmlns:asvg="http://schemas.microsoft.com/office/drawing/2016/SVG/main" r:embed="rId5"/>
              </a:ext>
            </a:extLst>
          </a:blip>
          <a:stretch>
            <a:fillRect/>
          </a:stretch>
        </p:blipFill>
        <p:spPr>
          <a:xfrm>
            <a:off x="1168928" y="906290"/>
            <a:ext cx="9325790" cy="5642743"/>
          </a:xfrm>
          <a:prstGeom prst="rect">
            <a:avLst/>
          </a:prstGeom>
        </p:spPr>
      </p:pic>
    </p:spTree>
    <p:extLst>
      <p:ext uri="{BB962C8B-B14F-4D97-AF65-F5344CB8AC3E}">
        <p14:creationId xmlns:p14="http://schemas.microsoft.com/office/powerpoint/2010/main" val="1427716100"/>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bg>
      <p:bgPr>
        <a:blipFill>
          <a:blip r:embed="rId3">
            <a:alphaModFix/>
          </a:blip>
          <a:stretch>
            <a:fillRect/>
          </a:stretch>
        </a:blipFill>
        <a:effectLst/>
      </p:bgPr>
    </p:bg>
    <p:spTree>
      <p:nvGrpSpPr>
        <p:cNvPr id="1" name="Shape 103">
          <a:extLst>
            <a:ext uri="{FF2B5EF4-FFF2-40B4-BE49-F238E27FC236}">
              <a16:creationId xmlns:a16="http://schemas.microsoft.com/office/drawing/2014/main" id="{F6D493FA-85DA-1CCB-AAFF-2A9DE25A2A9C}"/>
            </a:ext>
          </a:extLst>
        </p:cNvPr>
        <p:cNvGrpSpPr/>
        <p:nvPr/>
      </p:nvGrpSpPr>
      <p:grpSpPr>
        <a:xfrm>
          <a:off x="0" y="0"/>
          <a:ext cx="0" cy="0"/>
          <a:chOff x="0" y="0"/>
          <a:chExt cx="0" cy="0"/>
        </a:xfrm>
      </p:grpSpPr>
      <p:sp>
        <p:nvSpPr>
          <p:cNvPr id="104" name="Google Shape;104;p28">
            <a:extLst>
              <a:ext uri="{FF2B5EF4-FFF2-40B4-BE49-F238E27FC236}">
                <a16:creationId xmlns:a16="http://schemas.microsoft.com/office/drawing/2014/main" id="{2DA663CA-C59F-1619-8715-F60A2D6A26CB}"/>
              </a:ext>
            </a:extLst>
          </p:cNvPr>
          <p:cNvSpPr/>
          <p:nvPr>
            <p:ph type="title"/>
          </p:nvPr>
        </p:nvSpPr>
        <p:spPr>
          <a:xfrm>
            <a:off x="1295400" y="3225489"/>
            <a:ext cx="9601200" cy="784790"/>
          </a:xfrm>
          <a:prstGeom prst="rect">
            <a:avLst/>
          </a:prstGeom>
          <a:noFill/>
          <a:ln>
            <a:noFill/>
          </a:ln>
        </p:spPr>
        <p:txBody>
          <a:bodyPr spcFirstLastPara="1" wrap="square" lIns="91425" tIns="45700" rIns="91425" bIns="45700" anchor="ctr" anchorCtr="0">
            <a:spAutoFit/>
          </a:bodyPr>
          <a:lstStyle/>
          <a:p>
            <a:pPr marL="0" marR="0" lvl="0" indent="0" algn="ctr" rtl="0">
              <a:lnSpc>
                <a:spcPct val="100000"/>
              </a:lnSpc>
              <a:spcBef>
                <a:spcPts val="0"/>
              </a:spcBef>
              <a:spcAft>
                <a:spcPts val="0"/>
              </a:spcAft>
              <a:buClr>
                <a:srgbClr val="000000"/>
              </a:buClr>
              <a:buSzPts val="4500"/>
              <a:buFont typeface="Arial"/>
              <a:buNone/>
            </a:pPr>
            <a:r>
              <a:rPr lang="en-US" sz="4500" b="1" i="0" u="none" strike="noStrike" cap="none" dirty="0">
                <a:solidFill>
                  <a:srgbClr val="15264B"/>
                </a:solidFill>
                <a:latin typeface="Atkinson Hyperlegible Next"/>
                <a:ea typeface="Arial"/>
                <a:cs typeface="Arial"/>
                <a:sym typeface="Arial"/>
              </a:rPr>
              <a:t>Color</a:t>
            </a:r>
            <a:endParaRPr sz="1800" b="0" i="0" u="none" strike="noStrike" cap="none" dirty="0">
              <a:solidFill>
                <a:srgbClr val="15264B"/>
              </a:solidFill>
              <a:latin typeface="Atkinson Hyperlegible Next"/>
              <a:ea typeface="Arial"/>
              <a:cs typeface="Arial"/>
              <a:sym typeface="Arial"/>
            </a:endParaRPr>
          </a:p>
        </p:txBody>
      </p:sp>
      <p:grpSp>
        <p:nvGrpSpPr>
          <p:cNvPr id="105" name="Google Shape;105;p28">
            <a:extLst>
              <a:ext uri="{FF2B5EF4-FFF2-40B4-BE49-F238E27FC236}">
                <a16:creationId xmlns:a16="http://schemas.microsoft.com/office/drawing/2014/main" id="{9F3CCF5E-EA36-E338-3F0E-DC3FD7C18082}"/>
              </a:ext>
            </a:extLst>
          </p:cNvPr>
          <p:cNvGrpSpPr/>
          <p:nvPr/>
        </p:nvGrpSpPr>
        <p:grpSpPr>
          <a:xfrm>
            <a:off x="3943790" y="2676939"/>
            <a:ext cx="3861740" cy="322845"/>
            <a:chOff x="3943790" y="2676939"/>
            <a:chExt cx="3861740" cy="322845"/>
          </a:xfrm>
        </p:grpSpPr>
        <p:cxnSp>
          <p:nvCxnSpPr>
            <p:cNvPr id="106" name="Google Shape;106;p28">
              <a:extLst>
                <a:ext uri="{FF2B5EF4-FFF2-40B4-BE49-F238E27FC236}">
                  <a16:creationId xmlns:a16="http://schemas.microsoft.com/office/drawing/2014/main" id="{74658FC8-C20C-1E0B-3FD9-6331C603F535}"/>
                </a:ext>
              </a:extLst>
            </p:cNvPr>
            <p:cNvCxnSpPr/>
            <p:nvPr/>
          </p:nvCxnSpPr>
          <p:spPr>
            <a:xfrm>
              <a:off x="4426226" y="2676939"/>
              <a:ext cx="3379304" cy="0"/>
            </a:xfrm>
            <a:prstGeom prst="straightConnector1">
              <a:avLst/>
            </a:prstGeom>
            <a:noFill/>
            <a:ln w="19050" cap="flat" cmpd="sng">
              <a:solidFill>
                <a:schemeClr val="lt1"/>
              </a:solidFill>
              <a:prstDash val="solid"/>
              <a:round/>
              <a:headEnd type="none" w="sm" len="sm"/>
              <a:tailEnd type="none" w="sm" len="sm"/>
            </a:ln>
          </p:spPr>
        </p:cxnSp>
        <p:cxnSp>
          <p:nvCxnSpPr>
            <p:cNvPr id="107" name="Google Shape;107;p28">
              <a:extLst>
                <a:ext uri="{FF2B5EF4-FFF2-40B4-BE49-F238E27FC236}">
                  <a16:creationId xmlns:a16="http://schemas.microsoft.com/office/drawing/2014/main" id="{46C4F7F3-E39E-6C38-88D0-CCF6134DEA13}"/>
                </a:ext>
              </a:extLst>
            </p:cNvPr>
            <p:cNvCxnSpPr/>
            <p:nvPr/>
          </p:nvCxnSpPr>
          <p:spPr>
            <a:xfrm rot="10800000" flipH="1">
              <a:off x="3943790" y="2676939"/>
              <a:ext cx="482436" cy="322845"/>
            </a:xfrm>
            <a:prstGeom prst="straightConnector1">
              <a:avLst/>
            </a:prstGeom>
            <a:noFill/>
            <a:ln w="19050" cap="flat" cmpd="sng">
              <a:solidFill>
                <a:schemeClr val="lt1"/>
              </a:solidFill>
              <a:prstDash val="solid"/>
              <a:round/>
              <a:headEnd type="none" w="sm" len="sm"/>
              <a:tailEnd type="none" w="sm" len="sm"/>
            </a:ln>
          </p:spPr>
        </p:cxnSp>
      </p:grpSp>
      <p:pic>
        <p:nvPicPr>
          <p:cNvPr id="108" name="Google Shape;108;p28">
            <a:extLst>
              <a:ext uri="{C183D7F6-B498-43B3-948B-1728B52AA6E4}">
                <adec:decorative xmlns:adec="http://schemas.microsoft.com/office/drawing/2017/decorative" val="1"/>
              </a:ext>
              <a:ext uri="{FF2B5EF4-FFF2-40B4-BE49-F238E27FC236}">
                <a16:creationId xmlns:a16="http://schemas.microsoft.com/office/drawing/2014/main" id="{CFE62ED8-7B59-55DD-51B0-F3DDF9AF26F3}"/>
              </a:ext>
            </a:extLst>
          </p:cNvPr>
          <p:cNvPicPr preferRelativeResize="0"/>
          <p:nvPr/>
        </p:nvPicPr>
        <p:blipFill rotWithShape="1">
          <a:blip r:embed="rId4">
            <a:alphaModFix/>
          </a:blip>
          <a:srcRect/>
          <a:stretch/>
        </p:blipFill>
        <p:spPr>
          <a:xfrm>
            <a:off x="11557509" y="233819"/>
            <a:ext cx="271308" cy="389811"/>
          </a:xfrm>
          <a:prstGeom prst="rect">
            <a:avLst/>
          </a:prstGeom>
          <a:noFill/>
          <a:ln>
            <a:noFill/>
          </a:ln>
        </p:spPr>
      </p:pic>
      <p:sp>
        <p:nvSpPr>
          <p:cNvPr id="109" name="Google Shape;109;p28">
            <a:extLst>
              <a:ext uri="{FF2B5EF4-FFF2-40B4-BE49-F238E27FC236}">
                <a16:creationId xmlns:a16="http://schemas.microsoft.com/office/drawing/2014/main" id="{1D2F7DF1-BB93-59D8-712E-A7449568D698}"/>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10" name="Google Shape;110;p28">
            <a:extLst>
              <a:ext uri="{FF2B5EF4-FFF2-40B4-BE49-F238E27FC236}">
                <a16:creationId xmlns:a16="http://schemas.microsoft.com/office/drawing/2014/main" id="{4F6C0CA7-365D-4652-CCAD-F59886125E89}"/>
              </a:ext>
            </a:extLst>
          </p:cNvPr>
          <p:cNvSpPr txBox="1"/>
          <p:nvPr/>
        </p:nvSpPr>
        <p:spPr>
          <a:xfrm>
            <a:off x="376807" y="6524381"/>
            <a:ext cx="7991400" cy="230700"/>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a:t>
            </a:r>
            <a:endParaRPr dirty="0"/>
          </a:p>
        </p:txBody>
      </p:sp>
      <p:grpSp>
        <p:nvGrpSpPr>
          <p:cNvPr id="111" name="Google Shape;111;p28">
            <a:extLst>
              <a:ext uri="{FF2B5EF4-FFF2-40B4-BE49-F238E27FC236}">
                <a16:creationId xmlns:a16="http://schemas.microsoft.com/office/drawing/2014/main" id="{2C8B63AE-DF30-3803-D7D9-1E535F9430E6}"/>
              </a:ext>
            </a:extLst>
          </p:cNvPr>
          <p:cNvGrpSpPr/>
          <p:nvPr/>
        </p:nvGrpSpPr>
        <p:grpSpPr>
          <a:xfrm>
            <a:off x="4066674" y="6601537"/>
            <a:ext cx="5233412" cy="70446"/>
            <a:chOff x="4033424" y="6601537"/>
            <a:chExt cx="5233412" cy="70446"/>
          </a:xfrm>
        </p:grpSpPr>
        <p:cxnSp>
          <p:nvCxnSpPr>
            <p:cNvPr id="112" name="Google Shape;112;p28">
              <a:extLst>
                <a:ext uri="{FF2B5EF4-FFF2-40B4-BE49-F238E27FC236}">
                  <a16:creationId xmlns:a16="http://schemas.microsoft.com/office/drawing/2014/main" id="{AF4B5853-9129-BCB9-12EF-56E29CEC95C1}"/>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13" name="Google Shape;113;p28">
              <a:extLst>
                <a:ext uri="{FF2B5EF4-FFF2-40B4-BE49-F238E27FC236}">
                  <a16:creationId xmlns:a16="http://schemas.microsoft.com/office/drawing/2014/main" id="{82E6949C-9D63-A913-C56C-B0A972D24EB4}"/>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spTree>
    <p:extLst>
      <p:ext uri="{BB962C8B-B14F-4D97-AF65-F5344CB8AC3E}">
        <p14:creationId xmlns:p14="http://schemas.microsoft.com/office/powerpoint/2010/main" val="1306660442"/>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1A2CD5B3-5C73-6BCF-9FA2-ED791614FA36}"/>
            </a:ext>
          </a:extLst>
        </p:cNvPr>
        <p:cNvGrpSpPr/>
        <p:nvPr/>
      </p:nvGrpSpPr>
      <p:grpSpPr>
        <a:xfrm>
          <a:off x="0" y="0"/>
          <a:ext cx="0" cy="0"/>
          <a:chOff x="0" y="0"/>
          <a:chExt cx="0" cy="0"/>
        </a:xfrm>
      </p:grpSpPr>
      <p:sp>
        <p:nvSpPr>
          <p:cNvPr id="119" name="Google Shape;119;p29">
            <a:extLst>
              <a:ext uri="{FF2B5EF4-FFF2-40B4-BE49-F238E27FC236}">
                <a16:creationId xmlns:a16="http://schemas.microsoft.com/office/drawing/2014/main" id="{2F937959-889A-3719-3ADC-A8BA1CCF2CF3}"/>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28995CBE-E033-0297-89E9-86C9FA16082F}"/>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tkinson Hyperlegible Next"/>
                <a:ea typeface="Arial"/>
                <a:cs typeface="Arial"/>
                <a:sym typeface="Arial"/>
              </a:rPr>
              <a:t>Camera Vision</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C183D7F6-B498-43B3-948B-1728B52AA6E4}">
                <adec:decorative xmlns:adec="http://schemas.microsoft.com/office/drawing/2017/decorative" val="1"/>
              </a:ext>
              <a:ext uri="{FF2B5EF4-FFF2-40B4-BE49-F238E27FC236}">
                <a16:creationId xmlns:a16="http://schemas.microsoft.com/office/drawing/2014/main" id="{0E84DACE-ED6C-5118-E502-E9955AFAF830}"/>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D3F5D811-2A0F-50D6-FEF8-A91DAAD50E5B}"/>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E19F2132-DC6F-668A-8806-5B2B9C485173}"/>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CA012C68-49B7-623D-A02F-3DC3998D5CBF}"/>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B4EB3D6B-7C61-CD92-3C23-9BDA1736B6BD}"/>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0148B7A6-9A0D-A8A9-14CC-CB3B5F4C82D2}"/>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pic>
        <p:nvPicPr>
          <p:cNvPr id="3" name="Graphic 2">
            <a:extLst>
              <a:ext uri="{FF2B5EF4-FFF2-40B4-BE49-F238E27FC236}">
                <a16:creationId xmlns:a16="http://schemas.microsoft.com/office/drawing/2014/main" id="{45C563A8-9C6C-884F-050B-DCCA4FA58ED2}"/>
              </a:ext>
            </a:extLst>
          </p:cNvPr>
          <p:cNvPicPr>
            <a:picLocks noChangeAspect="1"/>
          </p:cNvPicPr>
          <p:nvPr/>
        </p:nvPicPr>
        <p:blipFill>
          <a:blip r:embed="rId4">
            <a:extLst>
              <a:ext uri="{96DAC541-7B7A-43D3-8B79-37D633B846F1}">
                <asvg:svgBlip xmlns:asvg="http://schemas.microsoft.com/office/drawing/2016/SVG/main" r:embed="rId5"/>
              </a:ext>
            </a:extLst>
          </a:blip>
          <a:stretch>
            <a:fillRect/>
          </a:stretch>
        </p:blipFill>
        <p:spPr>
          <a:xfrm>
            <a:off x="897117" y="1032005"/>
            <a:ext cx="10397766" cy="5405055"/>
          </a:xfrm>
          <a:prstGeom prst="rect">
            <a:avLst/>
          </a:prstGeom>
        </p:spPr>
      </p:pic>
      <p:sp>
        <p:nvSpPr>
          <p:cNvPr id="5" name="Rectangle 4">
            <a:extLst>
              <a:ext uri="{FF2B5EF4-FFF2-40B4-BE49-F238E27FC236}">
                <a16:creationId xmlns:a16="http://schemas.microsoft.com/office/drawing/2014/main" id="{AD6DA1D1-B38B-273F-9CA2-BBA2539BCA33}"/>
              </a:ext>
            </a:extLst>
          </p:cNvPr>
          <p:cNvSpPr/>
          <p:nvPr/>
        </p:nvSpPr>
        <p:spPr>
          <a:xfrm>
            <a:off x="1125415" y="3069314"/>
            <a:ext cx="1931111" cy="824878"/>
          </a:xfrm>
          <a:prstGeom prst="rect">
            <a:avLst/>
          </a:prstGeom>
          <a:noFill/>
          <a:ln w="38100">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Rectangle 1">
            <a:extLst>
              <a:ext uri="{FF2B5EF4-FFF2-40B4-BE49-F238E27FC236}">
                <a16:creationId xmlns:a16="http://schemas.microsoft.com/office/drawing/2014/main" id="{496C64C0-BC46-3B3F-BC84-B56FFBAC7B0C}"/>
              </a:ext>
            </a:extLst>
          </p:cNvPr>
          <p:cNvSpPr/>
          <p:nvPr/>
        </p:nvSpPr>
        <p:spPr>
          <a:xfrm>
            <a:off x="3829183" y="1501619"/>
            <a:ext cx="1931111" cy="4732926"/>
          </a:xfrm>
          <a:prstGeom prst="rect">
            <a:avLst/>
          </a:prstGeom>
          <a:noFill/>
          <a:ln w="38100">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3089655797"/>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C9CC968E-6237-666A-D027-4063FBF12554}"/>
            </a:ext>
          </a:extLst>
        </p:cNvPr>
        <p:cNvGrpSpPr/>
        <p:nvPr/>
      </p:nvGrpSpPr>
      <p:grpSpPr>
        <a:xfrm>
          <a:off x="0" y="0"/>
          <a:ext cx="0" cy="0"/>
          <a:chOff x="0" y="0"/>
          <a:chExt cx="0" cy="0"/>
        </a:xfrm>
      </p:grpSpPr>
      <p:sp>
        <p:nvSpPr>
          <p:cNvPr id="118" name="Google Shape;118;p29">
            <a:extLst>
              <a:ext uri="{FF2B5EF4-FFF2-40B4-BE49-F238E27FC236}">
                <a16:creationId xmlns:a16="http://schemas.microsoft.com/office/drawing/2014/main" id="{5BF7B1D2-1D7B-18E0-D300-ABF7104C3E15}"/>
              </a:ext>
            </a:extLst>
          </p:cNvPr>
          <p:cNvSpPr txBox="1">
            <a:spLocks noGrp="1"/>
          </p:cNvSpPr>
          <p:nvPr>
            <p:ph type="body" idx="1"/>
          </p:nvPr>
        </p:nvSpPr>
        <p:spPr>
          <a:xfrm>
            <a:off x="376809" y="1334279"/>
            <a:ext cx="11452008" cy="4821102"/>
          </a:xfrm>
          <a:prstGeom prst="rect">
            <a:avLst/>
          </a:prstGeom>
          <a:noFill/>
          <a:ln>
            <a:noFill/>
          </a:ln>
        </p:spPr>
        <p:txBody>
          <a:bodyPr spcFirstLastPara="1" wrap="square" lIns="91425" tIns="45700" rIns="91425" bIns="45700" anchor="t" anchorCtr="0">
            <a:noAutofit/>
          </a:bodyPr>
          <a:lstStyle/>
          <a:p>
            <a:pPr marL="0" indent="0">
              <a:lnSpc>
                <a:spcPct val="100000"/>
              </a:lnSpc>
              <a:spcBef>
                <a:spcPts val="0"/>
              </a:spcBef>
              <a:buSzPts val="3000"/>
              <a:buNone/>
            </a:pPr>
            <a:r>
              <a:rPr lang="en-US" sz="2000" dirty="0">
                <a:latin typeface="Atkinson Hyperlegible Next"/>
                <a:ea typeface="Arial"/>
                <a:cs typeface="Arial"/>
                <a:sym typeface="Arial"/>
              </a:rPr>
              <a:t>The problem with photodiodes is that they only measure the intensity of light (how many photons hit them).</a:t>
            </a:r>
          </a:p>
          <a:p>
            <a:pPr marL="0" indent="0">
              <a:lnSpc>
                <a:spcPct val="100000"/>
              </a:lnSpc>
              <a:spcBef>
                <a:spcPts val="0"/>
              </a:spcBef>
              <a:buSzPts val="3000"/>
              <a:buNone/>
            </a:pPr>
            <a:endParaRPr lang="en-US" sz="2000" dirty="0">
              <a:latin typeface="Atkinson Hyperlegible Next"/>
              <a:ea typeface="Arial"/>
              <a:cs typeface="Arial"/>
              <a:sym typeface="Arial"/>
            </a:endParaRPr>
          </a:p>
          <a:p>
            <a:pPr marL="0" indent="0">
              <a:lnSpc>
                <a:spcPct val="100000"/>
              </a:lnSpc>
              <a:spcBef>
                <a:spcPts val="0"/>
              </a:spcBef>
              <a:buSzPts val="3000"/>
              <a:buNone/>
            </a:pPr>
            <a:r>
              <a:rPr lang="en-US" sz="2000" dirty="0">
                <a:latin typeface="Atkinson Hyperlegible Next"/>
                <a:ea typeface="Arial"/>
                <a:cs typeface="Arial"/>
                <a:sym typeface="Arial"/>
              </a:rPr>
              <a:t>What kind of problem that cause?</a:t>
            </a:r>
          </a:p>
          <a:p>
            <a:pPr marL="0" indent="0">
              <a:lnSpc>
                <a:spcPct val="100000"/>
              </a:lnSpc>
              <a:spcBef>
                <a:spcPts val="0"/>
              </a:spcBef>
              <a:buSzPts val="3000"/>
              <a:buNone/>
            </a:pPr>
            <a:endParaRPr lang="en-US" sz="2000" dirty="0">
              <a:latin typeface="Atkinson Hyperlegible Next"/>
              <a:ea typeface="Arial"/>
              <a:cs typeface="Arial"/>
              <a:sym typeface="Arial"/>
            </a:endParaRPr>
          </a:p>
          <a:p>
            <a:pPr marL="0" indent="0" algn="ctr">
              <a:lnSpc>
                <a:spcPct val="100000"/>
              </a:lnSpc>
              <a:spcBef>
                <a:spcPts val="0"/>
              </a:spcBef>
              <a:buSzPts val="3000"/>
              <a:buNone/>
            </a:pPr>
            <a:r>
              <a:rPr lang="en-US" sz="2000" dirty="0">
                <a:latin typeface="Atkinson Hyperlegible Next"/>
                <a:ea typeface="Arial"/>
                <a:cs typeface="Arial"/>
                <a:sym typeface="Arial"/>
              </a:rPr>
              <a:t>They are inherently colorblind; they only produce a grayscale image!</a:t>
            </a:r>
          </a:p>
          <a:p>
            <a:pPr marL="0" indent="0" algn="ctr">
              <a:lnSpc>
                <a:spcPct val="100000"/>
              </a:lnSpc>
              <a:spcBef>
                <a:spcPts val="0"/>
              </a:spcBef>
              <a:buSzPts val="3000"/>
              <a:buNone/>
            </a:pPr>
            <a:endParaRPr lang="en-US" sz="2000" dirty="0">
              <a:latin typeface="Atkinson Hyperlegible Next"/>
              <a:ea typeface="Arial"/>
              <a:cs typeface="Arial"/>
              <a:sym typeface="Arial"/>
            </a:endParaRPr>
          </a:p>
          <a:p>
            <a:pPr marL="0" indent="0">
              <a:lnSpc>
                <a:spcPct val="100000"/>
              </a:lnSpc>
              <a:spcBef>
                <a:spcPts val="0"/>
              </a:spcBef>
              <a:buSzPts val="3000"/>
              <a:buNone/>
            </a:pPr>
            <a:endParaRPr lang="en-US" sz="2000" dirty="0">
              <a:latin typeface="Atkinson Hyperlegible Next"/>
              <a:ea typeface="Arial"/>
              <a:cs typeface="Arial"/>
              <a:sym typeface="Arial"/>
            </a:endParaRPr>
          </a:p>
          <a:p>
            <a:pPr marL="0" indent="0">
              <a:lnSpc>
                <a:spcPct val="100000"/>
              </a:lnSpc>
              <a:spcBef>
                <a:spcPts val="0"/>
              </a:spcBef>
              <a:buSzPts val="3000"/>
              <a:buNone/>
            </a:pPr>
            <a:r>
              <a:rPr lang="en-US" sz="2000" dirty="0">
                <a:latin typeface="Atkinson Hyperlegible Next"/>
                <a:ea typeface="Arial"/>
                <a:cs typeface="Arial"/>
                <a:sym typeface="Arial"/>
              </a:rPr>
              <a:t>To see a red ball, we need a way to filter out all other wavelengths of light before they hit the photodiode.</a:t>
            </a:r>
          </a:p>
          <a:p>
            <a:pPr marL="0" indent="0">
              <a:lnSpc>
                <a:spcPct val="100000"/>
              </a:lnSpc>
              <a:spcBef>
                <a:spcPts val="0"/>
              </a:spcBef>
              <a:buSzPts val="3000"/>
              <a:buNone/>
            </a:pPr>
            <a:endParaRPr lang="en-US" sz="2000" dirty="0">
              <a:latin typeface="Atkinson Hyperlegible Next"/>
              <a:ea typeface="Arial"/>
              <a:cs typeface="Arial"/>
              <a:sym typeface="Arial"/>
            </a:endParaRPr>
          </a:p>
          <a:p>
            <a:pPr marL="0" indent="0">
              <a:lnSpc>
                <a:spcPct val="100000"/>
              </a:lnSpc>
              <a:spcBef>
                <a:spcPts val="0"/>
              </a:spcBef>
              <a:buSzPts val="3000"/>
              <a:buNone/>
            </a:pPr>
            <a:r>
              <a:rPr lang="en-US" sz="2000" dirty="0">
                <a:latin typeface="Atkinson Hyperlegible Next"/>
                <a:ea typeface="Arial"/>
                <a:cs typeface="Arial"/>
                <a:sym typeface="Arial"/>
              </a:rPr>
              <a:t>How do we make a single sensor array see Red, Green, and Blue simultaneously?</a:t>
            </a:r>
          </a:p>
          <a:p>
            <a:pPr marL="0" indent="0">
              <a:lnSpc>
                <a:spcPct val="100000"/>
              </a:lnSpc>
              <a:spcBef>
                <a:spcPts val="0"/>
              </a:spcBef>
              <a:buSzPts val="3000"/>
              <a:buNone/>
            </a:pPr>
            <a:endParaRPr lang="en-US" sz="2000" dirty="0">
              <a:latin typeface="Atkinson Hyperlegible Next"/>
              <a:ea typeface="Arial"/>
              <a:cs typeface="Arial"/>
              <a:sym typeface="Arial"/>
            </a:endParaRPr>
          </a:p>
        </p:txBody>
      </p:sp>
      <p:sp>
        <p:nvSpPr>
          <p:cNvPr id="119" name="Google Shape;119;p29">
            <a:extLst>
              <a:ext uri="{FF2B5EF4-FFF2-40B4-BE49-F238E27FC236}">
                <a16:creationId xmlns:a16="http://schemas.microsoft.com/office/drawing/2014/main" id="{2BE5A6DA-D3A9-B791-4CCB-9481B83F8742}"/>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2811BE3D-0BBB-F8BD-3E0B-22A281C3F445}"/>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tkinson Hyperlegible Next"/>
                <a:ea typeface="Arial"/>
                <a:cs typeface="Arial"/>
                <a:sym typeface="Arial"/>
              </a:rPr>
              <a:t>Camera Vision</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C183D7F6-B498-43B3-948B-1728B52AA6E4}">
                <adec:decorative xmlns:adec="http://schemas.microsoft.com/office/drawing/2017/decorative" val="1"/>
              </a:ext>
              <a:ext uri="{FF2B5EF4-FFF2-40B4-BE49-F238E27FC236}">
                <a16:creationId xmlns:a16="http://schemas.microsoft.com/office/drawing/2014/main" id="{A92BE70D-DC9A-F795-7C9B-709ABC66B33B}"/>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91F3FB78-D3A5-4AC1-88C7-B7EDC9681480}"/>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38C29F70-4AB7-E33E-93EE-9018FADE8896}"/>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8F1C2F72-1150-02AC-3712-4F80FAB07A7F}"/>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D38581D2-5A7D-B5F6-8F0D-8FB647F686F9}"/>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65ECDA98-4799-6F2F-D7F3-0A44D8FC9942}"/>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spTree>
    <p:extLst>
      <p:ext uri="{BB962C8B-B14F-4D97-AF65-F5344CB8AC3E}">
        <p14:creationId xmlns:p14="http://schemas.microsoft.com/office/powerpoint/2010/main" val="4108556145"/>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18">
                                            <p:txEl>
                                              <p:pRg st="4" end="4"/>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118">
                                            <p:txEl>
                                              <p:pRg st="7" end="7"/>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118">
                                            <p:txEl>
                                              <p:pRg st="9" end="9"/>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18" grpId="0" uiExpand="1" build="p"/>
    </p:bldLst>
  </p:timing>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82C7A530-2384-A583-4E7B-8DEA43EFC753}"/>
            </a:ext>
          </a:extLst>
        </p:cNvPr>
        <p:cNvGrpSpPr/>
        <p:nvPr/>
      </p:nvGrpSpPr>
      <p:grpSpPr>
        <a:xfrm>
          <a:off x="0" y="0"/>
          <a:ext cx="0" cy="0"/>
          <a:chOff x="0" y="0"/>
          <a:chExt cx="0" cy="0"/>
        </a:xfrm>
      </p:grpSpPr>
      <p:sp>
        <p:nvSpPr>
          <p:cNvPr id="118" name="Google Shape;118;p29">
            <a:extLst>
              <a:ext uri="{FF2B5EF4-FFF2-40B4-BE49-F238E27FC236}">
                <a16:creationId xmlns:a16="http://schemas.microsoft.com/office/drawing/2014/main" id="{F488AB6D-1BB4-0235-15FD-1CAE70156FD8}"/>
              </a:ext>
            </a:extLst>
          </p:cNvPr>
          <p:cNvSpPr txBox="1">
            <a:spLocks noGrp="1"/>
          </p:cNvSpPr>
          <p:nvPr>
            <p:ph type="body" idx="1"/>
          </p:nvPr>
        </p:nvSpPr>
        <p:spPr>
          <a:xfrm>
            <a:off x="376809" y="1334279"/>
            <a:ext cx="11452008" cy="4821102"/>
          </a:xfrm>
          <a:prstGeom prst="rect">
            <a:avLst/>
          </a:prstGeom>
          <a:noFill/>
          <a:ln>
            <a:noFill/>
          </a:ln>
        </p:spPr>
        <p:txBody>
          <a:bodyPr spcFirstLastPara="1" wrap="square" lIns="91425" tIns="45700" rIns="91425" bIns="45700" anchor="t" anchorCtr="0">
            <a:noAutofit/>
          </a:bodyPr>
          <a:lstStyle/>
          <a:p>
            <a:pPr marL="0" indent="0">
              <a:lnSpc>
                <a:spcPct val="100000"/>
              </a:lnSpc>
              <a:spcBef>
                <a:spcPts val="0"/>
              </a:spcBef>
              <a:buSzPts val="3000"/>
              <a:buNone/>
            </a:pPr>
            <a:r>
              <a:rPr lang="en-US" sz="2000" dirty="0">
                <a:latin typeface="Atkinson Hyperlegible Next"/>
                <a:ea typeface="Arial"/>
                <a:cs typeface="Arial"/>
                <a:sym typeface="Arial"/>
              </a:rPr>
              <a:t>To achieve color vision, a microscopic color filter is placed over each individual photodiode.</a:t>
            </a:r>
          </a:p>
          <a:p>
            <a:pPr marL="0" indent="0">
              <a:lnSpc>
                <a:spcPct val="100000"/>
              </a:lnSpc>
              <a:spcBef>
                <a:spcPts val="0"/>
              </a:spcBef>
              <a:buSzPts val="3000"/>
              <a:buNone/>
            </a:pPr>
            <a:endParaRPr lang="en-US" sz="2000" dirty="0">
              <a:latin typeface="Atkinson Hyperlegible Next"/>
              <a:ea typeface="Arial"/>
              <a:cs typeface="Arial"/>
              <a:sym typeface="Arial"/>
            </a:endParaRPr>
          </a:p>
          <a:p>
            <a:pPr marL="0" indent="0">
              <a:lnSpc>
                <a:spcPct val="100000"/>
              </a:lnSpc>
              <a:spcBef>
                <a:spcPts val="0"/>
              </a:spcBef>
              <a:buSzPts val="3000"/>
              <a:buNone/>
            </a:pPr>
            <a:r>
              <a:rPr lang="en-US" sz="2000" dirty="0">
                <a:latin typeface="Atkinson Hyperlegible Next"/>
                <a:ea typeface="Arial"/>
                <a:cs typeface="Arial"/>
                <a:sym typeface="Arial"/>
              </a:rPr>
              <a:t>This is known as a Color Filter Array (CFA), the most common being the Bayer Filter.</a:t>
            </a:r>
          </a:p>
          <a:p>
            <a:pPr marL="0" indent="0">
              <a:lnSpc>
                <a:spcPct val="100000"/>
              </a:lnSpc>
              <a:spcBef>
                <a:spcPts val="0"/>
              </a:spcBef>
              <a:buSzPts val="3000"/>
              <a:buNone/>
            </a:pPr>
            <a:endParaRPr lang="en-US" sz="2000" dirty="0">
              <a:latin typeface="Atkinson Hyperlegible Next"/>
              <a:ea typeface="Arial"/>
              <a:cs typeface="Arial"/>
              <a:sym typeface="Arial"/>
            </a:endParaRPr>
          </a:p>
          <a:p>
            <a:pPr marL="0" indent="0">
              <a:lnSpc>
                <a:spcPct val="100000"/>
              </a:lnSpc>
              <a:spcBef>
                <a:spcPts val="0"/>
              </a:spcBef>
              <a:buSzPts val="3000"/>
              <a:buNone/>
            </a:pPr>
            <a:r>
              <a:rPr lang="en-US" sz="2000" dirty="0">
                <a:latin typeface="Atkinson Hyperlegible Next"/>
                <a:ea typeface="Arial"/>
                <a:cs typeface="Arial"/>
                <a:sym typeface="Arial"/>
              </a:rPr>
              <a:t>It assigns each pixel to capture only Red, only Green, or only Blue light.</a:t>
            </a:r>
          </a:p>
        </p:txBody>
      </p:sp>
      <p:sp>
        <p:nvSpPr>
          <p:cNvPr id="119" name="Google Shape;119;p29">
            <a:extLst>
              <a:ext uri="{FF2B5EF4-FFF2-40B4-BE49-F238E27FC236}">
                <a16:creationId xmlns:a16="http://schemas.microsoft.com/office/drawing/2014/main" id="{6B141D5C-1413-2233-B5ED-A7C686627F0D}"/>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7C6EF57E-ED04-5F29-CEFC-FF2A5773B6C2}"/>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tkinson Hyperlegible Next"/>
                <a:ea typeface="Arial"/>
                <a:cs typeface="Arial"/>
                <a:sym typeface="Arial"/>
              </a:rPr>
              <a:t>Camera Vision</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C183D7F6-B498-43B3-948B-1728B52AA6E4}">
                <adec:decorative xmlns:adec="http://schemas.microsoft.com/office/drawing/2017/decorative" val="1"/>
              </a:ext>
              <a:ext uri="{FF2B5EF4-FFF2-40B4-BE49-F238E27FC236}">
                <a16:creationId xmlns:a16="http://schemas.microsoft.com/office/drawing/2014/main" id="{42BFD962-28DE-81EF-F91E-B72A012108D4}"/>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D6C802C2-8720-9847-A023-01DECB25002E}"/>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51B8F9C9-FA22-2F02-6DBC-8935E5D863F5}"/>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E4125C8C-58A8-4095-F628-D14724105E5E}"/>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D21298CC-055D-4140-0F06-3B86F44B0954}"/>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16B9224F-2CC9-B423-B413-D16930E874D5}"/>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pic>
        <p:nvPicPr>
          <p:cNvPr id="3" name="Graphic 2">
            <a:extLst>
              <a:ext uri="{FF2B5EF4-FFF2-40B4-BE49-F238E27FC236}">
                <a16:creationId xmlns:a16="http://schemas.microsoft.com/office/drawing/2014/main" id="{E9F80111-1378-6BC9-2B5D-07F27806A1A1}"/>
              </a:ext>
            </a:extLst>
          </p:cNvPr>
          <p:cNvPicPr>
            <a:picLocks noChangeAspect="1"/>
          </p:cNvPicPr>
          <p:nvPr/>
        </p:nvPicPr>
        <p:blipFill>
          <a:blip r:embed="rId4">
            <a:extLst>
              <a:ext uri="{96DAC541-7B7A-43D3-8B79-37D633B846F1}">
                <asvg:svgBlip xmlns:asvg="http://schemas.microsoft.com/office/drawing/2016/SVG/main" r:embed="rId5"/>
              </a:ext>
            </a:extLst>
          </a:blip>
          <a:stretch>
            <a:fillRect/>
          </a:stretch>
        </p:blipFill>
        <p:spPr>
          <a:xfrm>
            <a:off x="573800" y="3026035"/>
            <a:ext cx="5070462" cy="3295800"/>
          </a:xfrm>
          <a:prstGeom prst="rect">
            <a:avLst/>
          </a:prstGeom>
        </p:spPr>
      </p:pic>
      <p:pic>
        <p:nvPicPr>
          <p:cNvPr id="30" name="Graphic 29">
            <a:extLst>
              <a:ext uri="{FF2B5EF4-FFF2-40B4-BE49-F238E27FC236}">
                <a16:creationId xmlns:a16="http://schemas.microsoft.com/office/drawing/2014/main" id="{1D8E7123-8833-59E4-C7E6-F8C1F1E9FDB4}"/>
              </a:ext>
            </a:extLst>
          </p:cNvPr>
          <p:cNvPicPr>
            <a:picLocks noChangeAspect="1"/>
          </p:cNvPicPr>
          <p:nvPr/>
        </p:nvPicPr>
        <p:blipFill>
          <a:blip r:embed="rId6">
            <a:extLst>
              <a:ext uri="{96DAC541-7B7A-43D3-8B79-37D633B846F1}">
                <asvg:svgBlip xmlns:asvg="http://schemas.microsoft.com/office/drawing/2016/SVG/main" r:embed="rId7"/>
              </a:ext>
            </a:extLst>
          </a:blip>
          <a:stretch>
            <a:fillRect/>
          </a:stretch>
        </p:blipFill>
        <p:spPr>
          <a:xfrm>
            <a:off x="6009033" y="3016589"/>
            <a:ext cx="5455013" cy="3450179"/>
          </a:xfrm>
          <a:prstGeom prst="rect">
            <a:avLst/>
          </a:prstGeom>
        </p:spPr>
      </p:pic>
      <p:sp>
        <p:nvSpPr>
          <p:cNvPr id="32" name="TextBox 31">
            <a:extLst>
              <a:ext uri="{FF2B5EF4-FFF2-40B4-BE49-F238E27FC236}">
                <a16:creationId xmlns:a16="http://schemas.microsoft.com/office/drawing/2014/main" id="{5602F69F-82F3-38CC-BAB6-B945D84C51C2}"/>
              </a:ext>
            </a:extLst>
          </p:cNvPr>
          <p:cNvSpPr txBox="1"/>
          <p:nvPr/>
        </p:nvSpPr>
        <p:spPr>
          <a:xfrm>
            <a:off x="1897282" y="6328219"/>
            <a:ext cx="2418683" cy="246221"/>
          </a:xfrm>
          <a:prstGeom prst="rect">
            <a:avLst/>
          </a:prstGeom>
          <a:noFill/>
        </p:spPr>
        <p:txBody>
          <a:bodyPr wrap="square">
            <a:spAutoFit/>
          </a:bodyPr>
          <a:lstStyle/>
          <a:p>
            <a:r>
              <a:rPr lang="en-US" sz="1000" dirty="0">
                <a:hlinkClick r:id="rId8"/>
              </a:rPr>
              <a:t>https://en.wikipedia.org/wiki/Bayer_filter</a:t>
            </a:r>
            <a:r>
              <a:rPr lang="en-US" sz="1000" dirty="0"/>
              <a:t> </a:t>
            </a:r>
          </a:p>
        </p:txBody>
      </p:sp>
    </p:spTree>
    <p:extLst>
      <p:ext uri="{BB962C8B-B14F-4D97-AF65-F5344CB8AC3E}">
        <p14:creationId xmlns:p14="http://schemas.microsoft.com/office/powerpoint/2010/main" val="1034084403"/>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5A7BCDD5-6150-E4E8-D27D-3C5B70F88D17}"/>
            </a:ext>
          </a:extLst>
        </p:cNvPr>
        <p:cNvGrpSpPr/>
        <p:nvPr/>
      </p:nvGrpSpPr>
      <p:grpSpPr>
        <a:xfrm>
          <a:off x="0" y="0"/>
          <a:ext cx="0" cy="0"/>
          <a:chOff x="0" y="0"/>
          <a:chExt cx="0" cy="0"/>
        </a:xfrm>
      </p:grpSpPr>
      <mc:AlternateContent xmlns:mc="http://schemas.openxmlformats.org/markup-compatibility/2006" xmlns:a14="http://schemas.microsoft.com/office/drawing/2010/main">
        <mc:Choice Requires="a14">
          <p:sp>
            <p:nvSpPr>
              <p:cNvPr id="118" name="Google Shape;118;p29">
                <a:extLst>
                  <a:ext uri="{FF2B5EF4-FFF2-40B4-BE49-F238E27FC236}">
                    <a16:creationId xmlns:a16="http://schemas.microsoft.com/office/drawing/2014/main" id="{99534963-25FE-44FA-EF60-9E5FE4EB0FE1}"/>
                  </a:ext>
                </a:extLst>
              </p:cNvPr>
              <p:cNvSpPr txBox="1">
                <a:spLocks noGrp="1"/>
              </p:cNvSpPr>
              <p:nvPr>
                <p:ph type="body" idx="1"/>
              </p:nvPr>
            </p:nvSpPr>
            <p:spPr>
              <a:xfrm>
                <a:off x="376809" y="1334279"/>
                <a:ext cx="6625065" cy="4821102"/>
              </a:xfrm>
              <a:prstGeom prst="rect">
                <a:avLst/>
              </a:prstGeom>
              <a:noFill/>
              <a:ln>
                <a:noFill/>
              </a:ln>
            </p:spPr>
            <p:txBody>
              <a:bodyPr spcFirstLastPara="1" wrap="square" lIns="91425" tIns="45700" rIns="91425" bIns="45700" anchor="t" anchorCtr="0">
                <a:noAutofit/>
              </a:bodyPr>
              <a:lstStyle/>
              <a:p>
                <a:pPr marL="0" indent="0">
                  <a:lnSpc>
                    <a:spcPct val="100000"/>
                  </a:lnSpc>
                  <a:spcBef>
                    <a:spcPts val="0"/>
                  </a:spcBef>
                  <a:buSzPts val="3000"/>
                  <a:buNone/>
                </a:pPr>
                <a:r>
                  <a:rPr lang="en-US" sz="2000" dirty="0">
                    <a:latin typeface="Atkinson Hyperlegible Next"/>
                    <a:ea typeface="Arial"/>
                    <a:cs typeface="Arial"/>
                    <a:sym typeface="Arial"/>
                  </a:rPr>
                  <a:t>The Bayer format arranges filters in a repeating </a:t>
                </a:r>
                <a14:m>
                  <m:oMath xmlns:m="http://schemas.openxmlformats.org/officeDocument/2006/math">
                    <m:r>
                      <a:rPr lang="en-US" sz="2000" i="1" dirty="0" smtClean="0">
                        <a:latin typeface="Cambria Math" panose="02040503050406030204" pitchFamily="18" charset="0"/>
                        <a:ea typeface="Arial"/>
                        <a:cs typeface="Arial"/>
                        <a:sym typeface="Arial"/>
                      </a:rPr>
                      <m:t>2 ×2</m:t>
                    </m:r>
                  </m:oMath>
                </a14:m>
                <a:r>
                  <a:rPr lang="en-US" sz="2000" dirty="0">
                    <a:latin typeface="Atkinson Hyperlegible Next"/>
                    <a:ea typeface="Arial"/>
                    <a:cs typeface="Arial"/>
                    <a:sym typeface="Arial"/>
                  </a:rPr>
                  <a:t> grid.</a:t>
                </a:r>
              </a:p>
              <a:p>
                <a:pPr marL="0" indent="0">
                  <a:lnSpc>
                    <a:spcPct val="100000"/>
                  </a:lnSpc>
                  <a:spcBef>
                    <a:spcPts val="0"/>
                  </a:spcBef>
                  <a:buSzPts val="3000"/>
                  <a:buNone/>
                </a:pPr>
                <a:endParaRPr lang="en-US" sz="2000" dirty="0">
                  <a:latin typeface="Atkinson Hyperlegible Next"/>
                  <a:ea typeface="Arial"/>
                  <a:cs typeface="Arial"/>
                  <a:sym typeface="Arial"/>
                </a:endParaRPr>
              </a:p>
              <a:p>
                <a:pPr marL="0" indent="0">
                  <a:lnSpc>
                    <a:spcPct val="100000"/>
                  </a:lnSpc>
                  <a:spcBef>
                    <a:spcPts val="0"/>
                  </a:spcBef>
                  <a:buSzPts val="3000"/>
                  <a:buNone/>
                </a:pPr>
                <a:r>
                  <a:rPr lang="en-US" sz="2000" dirty="0">
                    <a:latin typeface="Atkinson Hyperlegible Next"/>
                    <a:ea typeface="Arial"/>
                    <a:cs typeface="Arial"/>
                    <a:sym typeface="Arial"/>
                  </a:rPr>
                  <a:t>What is a problem with filtering color?</a:t>
                </a:r>
              </a:p>
              <a:p>
                <a:pPr marL="0" indent="0">
                  <a:lnSpc>
                    <a:spcPct val="100000"/>
                  </a:lnSpc>
                  <a:spcBef>
                    <a:spcPts val="0"/>
                  </a:spcBef>
                  <a:buSzPts val="3000"/>
                  <a:buNone/>
                </a:pPr>
                <a:endParaRPr lang="en-US" sz="2000" dirty="0">
                  <a:latin typeface="Atkinson Hyperlegible Next"/>
                  <a:ea typeface="Arial"/>
                  <a:cs typeface="Arial"/>
                  <a:sym typeface="Arial"/>
                </a:endParaRPr>
              </a:p>
              <a:p>
                <a:pPr marL="0" indent="0" algn="ctr">
                  <a:lnSpc>
                    <a:spcPct val="100000"/>
                  </a:lnSpc>
                  <a:spcBef>
                    <a:spcPts val="0"/>
                  </a:spcBef>
                  <a:buSzPts val="3000"/>
                  <a:buNone/>
                </a:pPr>
                <a:r>
                  <a:rPr lang="en-US" sz="2000" dirty="0">
                    <a:latin typeface="Atkinson Hyperlegible Next"/>
                    <a:ea typeface="Arial"/>
                    <a:cs typeface="Arial"/>
                    <a:sym typeface="Arial"/>
                  </a:rPr>
                  <a:t>We lose information! This is why most scientific instruments (on Mars for example) are in black and white to ensure capturing all the intensities!</a:t>
                </a:r>
              </a:p>
              <a:p>
                <a:pPr marL="0" indent="0" algn="ctr">
                  <a:lnSpc>
                    <a:spcPct val="100000"/>
                  </a:lnSpc>
                  <a:spcBef>
                    <a:spcPts val="0"/>
                  </a:spcBef>
                  <a:buSzPts val="3000"/>
                  <a:buNone/>
                </a:pPr>
                <a:endParaRPr lang="en-US" sz="2000" dirty="0">
                  <a:latin typeface="Atkinson Hyperlegible Next"/>
                  <a:ea typeface="Arial"/>
                  <a:cs typeface="Arial"/>
                  <a:sym typeface="Arial"/>
                </a:endParaRPr>
              </a:p>
              <a:p>
                <a:pPr marL="0" indent="0">
                  <a:lnSpc>
                    <a:spcPct val="100000"/>
                  </a:lnSpc>
                  <a:spcBef>
                    <a:spcPts val="0"/>
                  </a:spcBef>
                  <a:buSzPts val="3000"/>
                  <a:buNone/>
                </a:pPr>
                <a:r>
                  <a:rPr lang="en-US" sz="2000" dirty="0">
                    <a:latin typeface="Atkinson Hyperlegible Next"/>
                    <a:ea typeface="Arial"/>
                    <a:cs typeface="Arial"/>
                    <a:sym typeface="Arial"/>
                  </a:rPr>
                  <a:t>Notice anything strange about this ratio?</a:t>
                </a:r>
              </a:p>
              <a:p>
                <a:pPr marL="0" indent="0">
                  <a:lnSpc>
                    <a:spcPct val="100000"/>
                  </a:lnSpc>
                  <a:spcBef>
                    <a:spcPts val="0"/>
                  </a:spcBef>
                  <a:buSzPts val="3000"/>
                  <a:buNone/>
                </a:pPr>
                <a:endParaRPr lang="en-US" sz="2000" dirty="0">
                  <a:latin typeface="Atkinson Hyperlegible Next"/>
                  <a:ea typeface="Arial"/>
                  <a:cs typeface="Arial"/>
                  <a:sym typeface="Arial"/>
                </a:endParaRPr>
              </a:p>
              <a:p>
                <a:pPr marL="0" indent="0" algn="ctr">
                  <a:lnSpc>
                    <a:spcPct val="100000"/>
                  </a:lnSpc>
                  <a:spcBef>
                    <a:spcPts val="0"/>
                  </a:spcBef>
                  <a:buSzPts val="3000"/>
                  <a:buNone/>
                </a:pPr>
                <a:r>
                  <a:rPr lang="en-US" sz="2000" dirty="0">
                    <a:latin typeface="Atkinson Hyperlegible Next"/>
                    <a:ea typeface="Arial"/>
                    <a:cs typeface="Arial"/>
                    <a:sym typeface="Arial"/>
                  </a:rPr>
                  <a:t>1 Red : 2 Green : 1 Blue</a:t>
                </a:r>
              </a:p>
              <a:p>
                <a:pPr marL="0" indent="0">
                  <a:lnSpc>
                    <a:spcPct val="100000"/>
                  </a:lnSpc>
                  <a:spcBef>
                    <a:spcPts val="0"/>
                  </a:spcBef>
                  <a:buSzPts val="3000"/>
                  <a:buNone/>
                </a:pPr>
                <a:endParaRPr lang="en-US" sz="2000" dirty="0">
                  <a:latin typeface="Atkinson Hyperlegible Next"/>
                  <a:ea typeface="Arial"/>
                  <a:cs typeface="Arial"/>
                  <a:sym typeface="Arial"/>
                </a:endParaRPr>
              </a:p>
              <a:p>
                <a:pPr marL="0" indent="0">
                  <a:lnSpc>
                    <a:spcPct val="100000"/>
                  </a:lnSpc>
                  <a:spcBef>
                    <a:spcPts val="0"/>
                  </a:spcBef>
                  <a:buSzPts val="3000"/>
                  <a:buNone/>
                </a:pPr>
                <a:r>
                  <a:rPr lang="en-US" sz="2000" dirty="0">
                    <a:latin typeface="Atkinson Hyperlegible Next"/>
                    <a:ea typeface="Arial"/>
                    <a:cs typeface="Arial"/>
                    <a:sym typeface="Arial"/>
                  </a:rPr>
                  <a:t>Why are there twice as many Green pixels as Red or Blue?</a:t>
                </a:r>
              </a:p>
            </p:txBody>
          </p:sp>
        </mc:Choice>
        <mc:Fallback xmlns="">
          <p:sp>
            <p:nvSpPr>
              <p:cNvPr id="118" name="Google Shape;118;p29">
                <a:extLst>
                  <a:ext uri="{FF2B5EF4-FFF2-40B4-BE49-F238E27FC236}">
                    <a16:creationId xmlns:a16="http://schemas.microsoft.com/office/drawing/2014/main" id="{99534963-25FE-44FA-EF60-9E5FE4EB0FE1}"/>
                  </a:ext>
                </a:extLst>
              </p:cNvPr>
              <p:cNvSpPr txBox="1">
                <a:spLocks noGrp="1" noRot="1" noChangeAspect="1" noMove="1" noResize="1" noEditPoints="1" noAdjustHandles="1" noChangeArrowheads="1" noChangeShapeType="1" noTextEdit="1"/>
              </p:cNvSpPr>
              <p:nvPr>
                <p:ph type="body" idx="1"/>
              </p:nvPr>
            </p:nvSpPr>
            <p:spPr>
              <a:xfrm>
                <a:off x="376809" y="1334279"/>
                <a:ext cx="6625065" cy="4821102"/>
              </a:xfrm>
              <a:prstGeom prst="rect">
                <a:avLst/>
              </a:prstGeom>
              <a:blipFill>
                <a:blip r:embed="rId3"/>
                <a:stretch>
                  <a:fillRect l="-1012" t="-632" r="-1564"/>
                </a:stretch>
              </a:blipFill>
              <a:ln>
                <a:noFill/>
              </a:ln>
            </p:spPr>
            <p:txBody>
              <a:bodyPr/>
              <a:lstStyle/>
              <a:p>
                <a:r>
                  <a:rPr lang="en-US">
                    <a:noFill/>
                  </a:rPr>
                  <a:t> </a:t>
                </a:r>
              </a:p>
            </p:txBody>
          </p:sp>
        </mc:Fallback>
      </mc:AlternateContent>
      <p:sp>
        <p:nvSpPr>
          <p:cNvPr id="119" name="Google Shape;119;p29">
            <a:extLst>
              <a:ext uri="{FF2B5EF4-FFF2-40B4-BE49-F238E27FC236}">
                <a16:creationId xmlns:a16="http://schemas.microsoft.com/office/drawing/2014/main" id="{6F69237D-4892-5146-7D90-C6FFC4A82D1B}"/>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8BC44916-7F47-B71E-7EFB-367F05350855}"/>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tkinson Hyperlegible Next"/>
                <a:ea typeface="Arial"/>
                <a:cs typeface="Arial"/>
                <a:sym typeface="Arial"/>
              </a:rPr>
              <a:t>Camera Vision</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C183D7F6-B498-43B3-948B-1728B52AA6E4}">
                <adec:decorative xmlns:adec="http://schemas.microsoft.com/office/drawing/2017/decorative" val="1"/>
              </a:ext>
              <a:ext uri="{FF2B5EF4-FFF2-40B4-BE49-F238E27FC236}">
                <a16:creationId xmlns:a16="http://schemas.microsoft.com/office/drawing/2014/main" id="{A7077CA7-47B9-9B80-90AB-73D47D664CC4}"/>
              </a:ext>
            </a:extLst>
          </p:cNvPr>
          <p:cNvPicPr preferRelativeResize="0"/>
          <p:nvPr/>
        </p:nvPicPr>
        <p:blipFill rotWithShape="1">
          <a:blip r:embed="rId4">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56C66DF5-1748-63CC-C1B2-F08B446B44A5}"/>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FD8F87EC-7B9A-3861-6FE0-6C4376DA3ED8}"/>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74567CE4-5DD6-9A77-CB53-BD71E59FC039}"/>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98DD70CE-7172-A41B-B389-86C0962294CC}"/>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EECF62CC-7736-ACD0-F919-D17DE3F56FA1}"/>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pic>
        <p:nvPicPr>
          <p:cNvPr id="4" name="Graphic 3">
            <a:extLst>
              <a:ext uri="{FF2B5EF4-FFF2-40B4-BE49-F238E27FC236}">
                <a16:creationId xmlns:a16="http://schemas.microsoft.com/office/drawing/2014/main" id="{82222B3B-389F-7775-51FF-2BA97B418931}"/>
              </a:ext>
            </a:extLst>
          </p:cNvPr>
          <p:cNvPicPr>
            <a:picLocks noChangeAspect="1"/>
          </p:cNvPicPr>
          <p:nvPr/>
        </p:nvPicPr>
        <p:blipFill>
          <a:blip r:embed="rId5">
            <a:extLst>
              <a:ext uri="{96DAC541-7B7A-43D3-8B79-37D633B846F1}">
                <asvg:svgBlip xmlns:asvg="http://schemas.microsoft.com/office/drawing/2016/SVG/main" r:embed="rId6"/>
              </a:ext>
            </a:extLst>
          </a:blip>
          <a:stretch>
            <a:fillRect/>
          </a:stretch>
        </p:blipFill>
        <p:spPr>
          <a:xfrm>
            <a:off x="7001874" y="1990789"/>
            <a:ext cx="5070462" cy="3295800"/>
          </a:xfrm>
          <a:prstGeom prst="rect">
            <a:avLst/>
          </a:prstGeom>
        </p:spPr>
      </p:pic>
      <p:sp>
        <p:nvSpPr>
          <p:cNvPr id="7" name="TextBox 6">
            <a:extLst>
              <a:ext uri="{FF2B5EF4-FFF2-40B4-BE49-F238E27FC236}">
                <a16:creationId xmlns:a16="http://schemas.microsoft.com/office/drawing/2014/main" id="{A6AEAA92-FD9A-D8C4-5A0B-2E6D2EC5AC74}"/>
              </a:ext>
            </a:extLst>
          </p:cNvPr>
          <p:cNvSpPr txBox="1"/>
          <p:nvPr/>
        </p:nvSpPr>
        <p:spPr>
          <a:xfrm>
            <a:off x="8327763" y="5409368"/>
            <a:ext cx="2418683" cy="246221"/>
          </a:xfrm>
          <a:prstGeom prst="rect">
            <a:avLst/>
          </a:prstGeom>
          <a:noFill/>
        </p:spPr>
        <p:txBody>
          <a:bodyPr wrap="square">
            <a:spAutoFit/>
          </a:bodyPr>
          <a:lstStyle/>
          <a:p>
            <a:r>
              <a:rPr lang="en-US" sz="1000" dirty="0">
                <a:hlinkClick r:id="rId7"/>
              </a:rPr>
              <a:t>https://en.wikipedia.org/wiki/Bayer_filter</a:t>
            </a:r>
            <a:r>
              <a:rPr lang="en-US" sz="1000" dirty="0"/>
              <a:t> </a:t>
            </a:r>
          </a:p>
        </p:txBody>
      </p:sp>
    </p:spTree>
    <p:extLst>
      <p:ext uri="{BB962C8B-B14F-4D97-AF65-F5344CB8AC3E}">
        <p14:creationId xmlns:p14="http://schemas.microsoft.com/office/powerpoint/2010/main" val="1309517461"/>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118">
                                            <p:txEl>
                                              <p:pRg st="2" end="2"/>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118">
                                            <p:txEl>
                                              <p:pRg st="4" end="4"/>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118">
                                            <p:txEl>
                                              <p:pRg st="6" end="6"/>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118">
                                            <p:txEl>
                                              <p:pRg st="8" end="8"/>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nodeType="clickEffect">
                                  <p:stCondLst>
                                    <p:cond delay="0"/>
                                  </p:stCondLst>
                                  <p:childTnLst>
                                    <p:set>
                                      <p:cBhvr>
                                        <p:cTn id="22" dur="1" fill="hold">
                                          <p:stCondLst>
                                            <p:cond delay="0"/>
                                          </p:stCondLst>
                                        </p:cTn>
                                        <p:tgtEl>
                                          <p:spTgt spid="118">
                                            <p:txEl>
                                              <p:pRg st="10" end="10"/>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89343AD7-193D-266D-A9E4-87355625E161}"/>
            </a:ext>
          </a:extLst>
        </p:cNvPr>
        <p:cNvGrpSpPr/>
        <p:nvPr/>
      </p:nvGrpSpPr>
      <p:grpSpPr>
        <a:xfrm>
          <a:off x="0" y="0"/>
          <a:ext cx="0" cy="0"/>
          <a:chOff x="0" y="0"/>
          <a:chExt cx="0" cy="0"/>
        </a:xfrm>
      </p:grpSpPr>
      <p:sp>
        <p:nvSpPr>
          <p:cNvPr id="118" name="Google Shape;118;p29">
            <a:extLst>
              <a:ext uri="{FF2B5EF4-FFF2-40B4-BE49-F238E27FC236}">
                <a16:creationId xmlns:a16="http://schemas.microsoft.com/office/drawing/2014/main" id="{D3DFCB42-7D1B-D334-9277-BEF8EF74D967}"/>
              </a:ext>
            </a:extLst>
          </p:cNvPr>
          <p:cNvSpPr txBox="1">
            <a:spLocks noGrp="1"/>
          </p:cNvSpPr>
          <p:nvPr>
            <p:ph type="body" idx="1"/>
          </p:nvPr>
        </p:nvSpPr>
        <p:spPr>
          <a:xfrm>
            <a:off x="376809" y="1334279"/>
            <a:ext cx="6625065" cy="4821102"/>
          </a:xfrm>
          <a:prstGeom prst="rect">
            <a:avLst/>
          </a:prstGeom>
          <a:noFill/>
          <a:ln>
            <a:noFill/>
          </a:ln>
        </p:spPr>
        <p:txBody>
          <a:bodyPr spcFirstLastPara="1" wrap="square" lIns="91425" tIns="45700" rIns="91425" bIns="45700" anchor="t" anchorCtr="0">
            <a:noAutofit/>
          </a:bodyPr>
          <a:lstStyle/>
          <a:p>
            <a:pPr marL="0" indent="0">
              <a:lnSpc>
                <a:spcPct val="100000"/>
              </a:lnSpc>
              <a:spcBef>
                <a:spcPts val="0"/>
              </a:spcBef>
              <a:buSzPts val="3000"/>
              <a:buNone/>
            </a:pPr>
            <a:r>
              <a:rPr lang="en-US" sz="2000" dirty="0">
                <a:latin typeface="Atkinson Hyperlegible Next"/>
                <a:ea typeface="Arial"/>
                <a:cs typeface="Arial"/>
                <a:sym typeface="Arial"/>
              </a:rPr>
              <a:t>We use twice as many green filters because the human eye (specifically our cone cells) is most sensitive to green wavelengths (~550 nm).</a:t>
            </a:r>
          </a:p>
          <a:p>
            <a:pPr marL="0" indent="0">
              <a:lnSpc>
                <a:spcPct val="100000"/>
              </a:lnSpc>
              <a:spcBef>
                <a:spcPts val="0"/>
              </a:spcBef>
              <a:buSzPts val="3000"/>
              <a:buNone/>
            </a:pPr>
            <a:endParaRPr lang="en-US" sz="2000" dirty="0">
              <a:latin typeface="Atkinson Hyperlegible Next"/>
              <a:ea typeface="Arial"/>
              <a:cs typeface="Arial"/>
              <a:sym typeface="Arial"/>
            </a:endParaRPr>
          </a:p>
          <a:p>
            <a:pPr marL="0" indent="0">
              <a:lnSpc>
                <a:spcPct val="100000"/>
              </a:lnSpc>
              <a:spcBef>
                <a:spcPts val="0"/>
              </a:spcBef>
              <a:buSzPts val="3000"/>
              <a:buNone/>
            </a:pPr>
            <a:r>
              <a:rPr lang="en-US" sz="2000" dirty="0">
                <a:latin typeface="Atkinson Hyperlegible Next"/>
                <a:ea typeface="Arial"/>
                <a:cs typeface="Arial"/>
                <a:sym typeface="Arial"/>
              </a:rPr>
              <a:t>By over-sampling green, the camera captures luminance (brightness) detail that matches human perception.</a:t>
            </a:r>
          </a:p>
          <a:p>
            <a:pPr marL="0" indent="0">
              <a:lnSpc>
                <a:spcPct val="100000"/>
              </a:lnSpc>
              <a:spcBef>
                <a:spcPts val="0"/>
              </a:spcBef>
              <a:buSzPts val="3000"/>
              <a:buNone/>
            </a:pPr>
            <a:endParaRPr lang="en-US" sz="2000" dirty="0">
              <a:latin typeface="Atkinson Hyperlegible Next"/>
              <a:ea typeface="Arial"/>
              <a:cs typeface="Arial"/>
              <a:sym typeface="Arial"/>
            </a:endParaRPr>
          </a:p>
          <a:p>
            <a:pPr marL="0" indent="0">
              <a:lnSpc>
                <a:spcPct val="100000"/>
              </a:lnSpc>
              <a:spcBef>
                <a:spcPts val="0"/>
              </a:spcBef>
              <a:buSzPts val="3000"/>
              <a:buNone/>
            </a:pPr>
            <a:r>
              <a:rPr lang="en-US" sz="2000" dirty="0">
                <a:latin typeface="Atkinson Hyperlegible Next"/>
                <a:ea typeface="Arial"/>
                <a:cs typeface="Arial"/>
                <a:sym typeface="Arial"/>
              </a:rPr>
              <a:t>However, our raw array is now a mosaic of single colors. </a:t>
            </a:r>
          </a:p>
          <a:p>
            <a:pPr marL="0" indent="0">
              <a:lnSpc>
                <a:spcPct val="100000"/>
              </a:lnSpc>
              <a:spcBef>
                <a:spcPts val="0"/>
              </a:spcBef>
              <a:buSzPts val="3000"/>
              <a:buNone/>
            </a:pPr>
            <a:endParaRPr lang="en-US" sz="2000" dirty="0">
              <a:latin typeface="Atkinson Hyperlegible Next"/>
              <a:ea typeface="Arial"/>
              <a:cs typeface="Arial"/>
              <a:sym typeface="Arial"/>
            </a:endParaRPr>
          </a:p>
          <a:p>
            <a:pPr marL="0" indent="0">
              <a:lnSpc>
                <a:spcPct val="100000"/>
              </a:lnSpc>
              <a:spcBef>
                <a:spcPts val="0"/>
              </a:spcBef>
              <a:buSzPts val="3000"/>
              <a:buNone/>
            </a:pPr>
            <a:r>
              <a:rPr lang="en-US" sz="2000" dirty="0">
                <a:latin typeface="Atkinson Hyperlegible Next"/>
                <a:ea typeface="Arial"/>
                <a:cs typeface="Arial"/>
                <a:sym typeface="Arial"/>
              </a:rPr>
              <a:t>Pixel (0,0) only knows Red.</a:t>
            </a:r>
          </a:p>
          <a:p>
            <a:pPr marL="0" indent="0">
              <a:lnSpc>
                <a:spcPct val="100000"/>
              </a:lnSpc>
              <a:spcBef>
                <a:spcPts val="0"/>
              </a:spcBef>
              <a:buSzPts val="3000"/>
              <a:buNone/>
            </a:pPr>
            <a:endParaRPr lang="en-US" sz="2000" dirty="0">
              <a:latin typeface="Atkinson Hyperlegible Next"/>
              <a:ea typeface="Arial"/>
              <a:cs typeface="Arial"/>
              <a:sym typeface="Arial"/>
            </a:endParaRPr>
          </a:p>
          <a:p>
            <a:pPr marL="0" indent="0">
              <a:lnSpc>
                <a:spcPct val="100000"/>
              </a:lnSpc>
              <a:spcBef>
                <a:spcPts val="0"/>
              </a:spcBef>
              <a:buSzPts val="3000"/>
              <a:buNone/>
            </a:pPr>
            <a:r>
              <a:rPr lang="en-US" sz="2000" dirty="0">
                <a:latin typeface="Atkinson Hyperlegible Next"/>
                <a:ea typeface="Arial"/>
                <a:cs typeface="Arial"/>
                <a:sym typeface="Arial"/>
              </a:rPr>
              <a:t>How do we get RGB values for every pixel?</a:t>
            </a:r>
          </a:p>
        </p:txBody>
      </p:sp>
      <p:sp>
        <p:nvSpPr>
          <p:cNvPr id="119" name="Google Shape;119;p29">
            <a:extLst>
              <a:ext uri="{FF2B5EF4-FFF2-40B4-BE49-F238E27FC236}">
                <a16:creationId xmlns:a16="http://schemas.microsoft.com/office/drawing/2014/main" id="{8E8B27DE-CEEF-1BB2-874A-D538CB3C1DED}"/>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20F014AA-712A-DE43-361B-5A6C6FC1FD60}"/>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tkinson Hyperlegible Next"/>
                <a:ea typeface="Arial"/>
                <a:cs typeface="Arial"/>
                <a:sym typeface="Arial"/>
              </a:rPr>
              <a:t>Camera Vision</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C183D7F6-B498-43B3-948B-1728B52AA6E4}">
                <adec:decorative xmlns:adec="http://schemas.microsoft.com/office/drawing/2017/decorative" val="1"/>
              </a:ext>
              <a:ext uri="{FF2B5EF4-FFF2-40B4-BE49-F238E27FC236}">
                <a16:creationId xmlns:a16="http://schemas.microsoft.com/office/drawing/2014/main" id="{D944764B-31A9-1DC1-C620-4CDA508F76AC}"/>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E1C67A19-621A-5D6D-8E54-5DB8F52F52CC}"/>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216ABCF1-9B76-7FEE-CA69-E46228A067B8}"/>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39688DBB-E47E-333E-448A-42F3DB413793}"/>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00FAA275-6DD1-F909-5C89-CD81B1C3019B}"/>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6491B7A3-1277-5304-38D6-09D097938706}"/>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pic>
        <p:nvPicPr>
          <p:cNvPr id="3" name="Graphic 2">
            <a:extLst>
              <a:ext uri="{FF2B5EF4-FFF2-40B4-BE49-F238E27FC236}">
                <a16:creationId xmlns:a16="http://schemas.microsoft.com/office/drawing/2014/main" id="{80CC4E5E-E877-37EB-865E-FB15BC4881BA}"/>
              </a:ext>
            </a:extLst>
          </p:cNvPr>
          <p:cNvPicPr>
            <a:picLocks noChangeAspect="1"/>
          </p:cNvPicPr>
          <p:nvPr/>
        </p:nvPicPr>
        <p:blipFill>
          <a:blip r:embed="rId4">
            <a:extLst>
              <a:ext uri="{96DAC541-7B7A-43D3-8B79-37D633B846F1}">
                <asvg:svgBlip xmlns:asvg="http://schemas.microsoft.com/office/drawing/2016/SVG/main" r:embed="rId5"/>
              </a:ext>
            </a:extLst>
          </a:blip>
          <a:stretch>
            <a:fillRect/>
          </a:stretch>
        </p:blipFill>
        <p:spPr>
          <a:xfrm>
            <a:off x="7001874" y="1772716"/>
            <a:ext cx="5143500" cy="3619500"/>
          </a:xfrm>
          <a:prstGeom prst="rect">
            <a:avLst/>
          </a:prstGeom>
        </p:spPr>
      </p:pic>
      <p:sp>
        <p:nvSpPr>
          <p:cNvPr id="6" name="TextBox 5">
            <a:extLst>
              <a:ext uri="{FF2B5EF4-FFF2-40B4-BE49-F238E27FC236}">
                <a16:creationId xmlns:a16="http://schemas.microsoft.com/office/drawing/2014/main" id="{7774153F-467A-1D4A-A497-E9472CDA09AE}"/>
              </a:ext>
            </a:extLst>
          </p:cNvPr>
          <p:cNvSpPr txBox="1"/>
          <p:nvPr/>
        </p:nvSpPr>
        <p:spPr>
          <a:xfrm>
            <a:off x="7963833" y="5507441"/>
            <a:ext cx="3404519" cy="246221"/>
          </a:xfrm>
          <a:prstGeom prst="rect">
            <a:avLst/>
          </a:prstGeom>
          <a:noFill/>
        </p:spPr>
        <p:txBody>
          <a:bodyPr wrap="square">
            <a:spAutoFit/>
          </a:bodyPr>
          <a:lstStyle/>
          <a:p>
            <a:pPr algn="ctr"/>
            <a:r>
              <a:rPr lang="en-US" sz="1000" dirty="0">
                <a:hlinkClick r:id="rId6"/>
              </a:rPr>
              <a:t>https://en.wikipedia.org/wiki/Color_vision</a:t>
            </a:r>
            <a:r>
              <a:rPr lang="en-US" sz="1000" dirty="0"/>
              <a:t> </a:t>
            </a:r>
          </a:p>
        </p:txBody>
      </p:sp>
    </p:spTree>
    <p:extLst>
      <p:ext uri="{BB962C8B-B14F-4D97-AF65-F5344CB8AC3E}">
        <p14:creationId xmlns:p14="http://schemas.microsoft.com/office/powerpoint/2010/main" val="180288954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18">
                                            <p:txEl>
                                              <p:pRg st="2" end="2"/>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118">
                                            <p:txEl>
                                              <p:pRg st="4" end="4"/>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118">
                                            <p:txEl>
                                              <p:pRg st="6" end="6"/>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118">
                                            <p:txEl>
                                              <p:pRg st="8" end="8"/>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18" grpId="0" uiExpand="1" build="p"/>
    </p:bldLst>
  </p:timing>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E7EE4C85-C55C-A363-197F-86885DF7D5B3}"/>
            </a:ext>
          </a:extLst>
        </p:cNvPr>
        <p:cNvGrpSpPr/>
        <p:nvPr/>
      </p:nvGrpSpPr>
      <p:grpSpPr>
        <a:xfrm>
          <a:off x="0" y="0"/>
          <a:ext cx="0" cy="0"/>
          <a:chOff x="0" y="0"/>
          <a:chExt cx="0" cy="0"/>
        </a:xfrm>
      </p:grpSpPr>
      <mc:AlternateContent xmlns:mc="http://schemas.openxmlformats.org/markup-compatibility/2006" xmlns:a14="http://schemas.microsoft.com/office/drawing/2010/main">
        <mc:Choice Requires="a14">
          <p:sp>
            <p:nvSpPr>
              <p:cNvPr id="118" name="Google Shape;118;p29">
                <a:extLst>
                  <a:ext uri="{FF2B5EF4-FFF2-40B4-BE49-F238E27FC236}">
                    <a16:creationId xmlns:a16="http://schemas.microsoft.com/office/drawing/2014/main" id="{87F466A6-160B-BA90-320F-53F242E6C4C9}"/>
                  </a:ext>
                </a:extLst>
              </p:cNvPr>
              <p:cNvSpPr txBox="1">
                <a:spLocks noGrp="1"/>
              </p:cNvSpPr>
              <p:nvPr>
                <p:ph type="body" idx="1"/>
              </p:nvPr>
            </p:nvSpPr>
            <p:spPr>
              <a:xfrm>
                <a:off x="376809" y="1334279"/>
                <a:ext cx="9506367" cy="4821102"/>
              </a:xfrm>
              <a:prstGeom prst="rect">
                <a:avLst/>
              </a:prstGeom>
              <a:noFill/>
              <a:ln>
                <a:noFill/>
              </a:ln>
            </p:spPr>
            <p:txBody>
              <a:bodyPr spcFirstLastPara="1" wrap="square" lIns="91425" tIns="45700" rIns="91425" bIns="45700" anchor="t" anchorCtr="0">
                <a:noAutofit/>
              </a:bodyPr>
              <a:lstStyle/>
              <a:p>
                <a:pPr marL="0" indent="0">
                  <a:lnSpc>
                    <a:spcPct val="100000"/>
                  </a:lnSpc>
                  <a:spcBef>
                    <a:spcPts val="0"/>
                  </a:spcBef>
                  <a:buSzPts val="3000"/>
                  <a:buNone/>
                </a:pPr>
                <a:r>
                  <a:rPr lang="en-US" sz="1800" b="1" dirty="0" err="1">
                    <a:latin typeface="Atkinson Hyperlegible Next"/>
                    <a:ea typeface="Arial"/>
                    <a:cs typeface="Arial"/>
                    <a:sym typeface="Arial"/>
                  </a:rPr>
                  <a:t>Demosaicing</a:t>
                </a:r>
                <a:r>
                  <a:rPr lang="en-US" sz="1800" dirty="0">
                    <a:latin typeface="Atkinson Hyperlegible Next"/>
                    <a:ea typeface="Arial"/>
                    <a:cs typeface="Arial"/>
                    <a:sym typeface="Arial"/>
                  </a:rPr>
                  <a:t> is the mathematical process of guessing the missing color values at each pixel location.</a:t>
                </a:r>
              </a:p>
              <a:p>
                <a:pPr marL="0" indent="0">
                  <a:lnSpc>
                    <a:spcPct val="100000"/>
                  </a:lnSpc>
                  <a:spcBef>
                    <a:spcPts val="0"/>
                  </a:spcBef>
                  <a:buSzPts val="3000"/>
                  <a:buNone/>
                </a:pPr>
                <a:endParaRPr lang="en-US" sz="1800" dirty="0">
                  <a:latin typeface="Atkinson Hyperlegible Next"/>
                  <a:ea typeface="Arial"/>
                  <a:cs typeface="Arial"/>
                  <a:sym typeface="Arial"/>
                </a:endParaRPr>
              </a:p>
              <a:p>
                <a:pPr marL="0" indent="0">
                  <a:lnSpc>
                    <a:spcPct val="100000"/>
                  </a:lnSpc>
                  <a:spcBef>
                    <a:spcPts val="0"/>
                  </a:spcBef>
                  <a:buSzPts val="3000"/>
                  <a:buNone/>
                </a:pPr>
                <a:r>
                  <a:rPr lang="en-US" sz="1800" dirty="0">
                    <a:latin typeface="Atkinson Hyperlegible Next"/>
                    <a:ea typeface="Arial"/>
                    <a:cs typeface="Arial"/>
                    <a:sym typeface="Arial"/>
                  </a:rPr>
                  <a:t>We use surrounding pixels to calculate an average. To find the missing Green value at a Red pixel:</a:t>
                </a:r>
              </a:p>
              <a:p>
                <a:pPr marL="0" indent="0">
                  <a:lnSpc>
                    <a:spcPct val="100000"/>
                  </a:lnSpc>
                  <a:spcBef>
                    <a:spcPts val="0"/>
                  </a:spcBef>
                  <a:buSzPts val="3000"/>
                  <a:buNone/>
                </a:pPr>
                <a:endParaRPr lang="en-US" sz="1800" dirty="0">
                  <a:latin typeface="Atkinson Hyperlegible Next"/>
                  <a:ea typeface="Arial"/>
                  <a:cs typeface="Arial"/>
                  <a:sym typeface="Arial"/>
                </a:endParaRPr>
              </a:p>
              <a:p>
                <a:pPr marL="0" indent="0" algn="ctr">
                  <a:lnSpc>
                    <a:spcPct val="100000"/>
                  </a:lnSpc>
                  <a:spcBef>
                    <a:spcPts val="0"/>
                  </a:spcBef>
                  <a:buSzPts val="3000"/>
                  <a:buNone/>
                </a:pPr>
                <a:r>
                  <a:rPr lang="en-US" sz="1800" dirty="0">
                    <a:latin typeface="Atkinson Hyperlegible Next"/>
                    <a:ea typeface="Arial"/>
                    <a:cs typeface="Arial"/>
                    <a:sym typeface="Arial"/>
                  </a:rPr>
                  <a:t> </a:t>
                </a:r>
                <a14:m>
                  <m:oMath xmlns:m="http://schemas.openxmlformats.org/officeDocument/2006/math">
                    <m:sSub>
                      <m:sSubPr>
                        <m:ctrlPr>
                          <a:rPr lang="en-US" sz="1800" i="1" dirty="0" smtClean="0">
                            <a:latin typeface="Cambria Math" panose="02040503050406030204" pitchFamily="18" charset="0"/>
                            <a:ea typeface="Arial"/>
                            <a:cs typeface="Arial"/>
                            <a:sym typeface="Arial"/>
                          </a:rPr>
                        </m:ctrlPr>
                      </m:sSubPr>
                      <m:e>
                        <m:r>
                          <a:rPr lang="en-US" sz="1800" i="1" dirty="0" smtClean="0">
                            <a:latin typeface="Cambria Math" panose="02040503050406030204" pitchFamily="18" charset="0"/>
                            <a:ea typeface="Arial"/>
                            <a:cs typeface="Arial"/>
                            <a:sym typeface="Arial"/>
                          </a:rPr>
                          <m:t>𝑅</m:t>
                        </m:r>
                      </m:e>
                      <m:sub>
                        <m:r>
                          <a:rPr lang="en-US" sz="1800" i="1" dirty="0" err="1">
                            <a:latin typeface="Cambria Math" panose="02040503050406030204" pitchFamily="18" charset="0"/>
                            <a:ea typeface="Arial"/>
                            <a:cs typeface="Arial"/>
                            <a:sym typeface="Arial"/>
                          </a:rPr>
                          <m:t>𝑖</m:t>
                        </m:r>
                        <m:r>
                          <a:rPr lang="en-US" sz="1800" i="1" dirty="0" err="1">
                            <a:latin typeface="Cambria Math" panose="02040503050406030204" pitchFamily="18" charset="0"/>
                            <a:ea typeface="Arial"/>
                            <a:cs typeface="Arial"/>
                            <a:sym typeface="Arial"/>
                          </a:rPr>
                          <m:t>,</m:t>
                        </m:r>
                        <m:r>
                          <a:rPr lang="en-US" sz="1800" i="1" dirty="0" err="1">
                            <a:latin typeface="Cambria Math" panose="02040503050406030204" pitchFamily="18" charset="0"/>
                            <a:ea typeface="Arial"/>
                            <a:cs typeface="Arial"/>
                            <a:sym typeface="Arial"/>
                          </a:rPr>
                          <m:t>𝑗</m:t>
                        </m:r>
                      </m:sub>
                    </m:sSub>
                    <m:r>
                      <a:rPr lang="en-US" sz="1800" i="1" dirty="0">
                        <a:latin typeface="Cambria Math" panose="02040503050406030204" pitchFamily="18" charset="0"/>
                        <a:ea typeface="Arial"/>
                        <a:cs typeface="Arial"/>
                        <a:sym typeface="Arial"/>
                      </a:rPr>
                      <m:t>:</m:t>
                    </m:r>
                    <m:sSub>
                      <m:sSubPr>
                        <m:ctrlPr>
                          <a:rPr lang="en-US" sz="1800" i="1" dirty="0" smtClean="0">
                            <a:latin typeface="Cambria Math" panose="02040503050406030204" pitchFamily="18" charset="0"/>
                            <a:ea typeface="Arial"/>
                            <a:cs typeface="Arial"/>
                            <a:sym typeface="Arial"/>
                          </a:rPr>
                        </m:ctrlPr>
                      </m:sSubPr>
                      <m:e>
                        <m:r>
                          <a:rPr lang="en-US" sz="1800" b="0" i="1" dirty="0" smtClean="0">
                            <a:latin typeface="Cambria Math" panose="02040503050406030204" pitchFamily="18" charset="0"/>
                            <a:ea typeface="Arial"/>
                            <a:cs typeface="Arial"/>
                            <a:sym typeface="Arial"/>
                          </a:rPr>
                          <m:t> </m:t>
                        </m:r>
                        <m:r>
                          <a:rPr lang="en-US" sz="1800" i="1" dirty="0">
                            <a:latin typeface="Cambria Math" panose="02040503050406030204" pitchFamily="18" charset="0"/>
                            <a:ea typeface="Arial"/>
                            <a:cs typeface="Arial"/>
                            <a:sym typeface="Arial"/>
                          </a:rPr>
                          <m:t>𝐺</m:t>
                        </m:r>
                      </m:e>
                      <m:sub>
                        <m:r>
                          <a:rPr lang="en-US" sz="1800" i="1" dirty="0" err="1">
                            <a:latin typeface="Cambria Math" panose="02040503050406030204" pitchFamily="18" charset="0"/>
                            <a:ea typeface="Arial"/>
                            <a:cs typeface="Arial"/>
                            <a:sym typeface="Arial"/>
                          </a:rPr>
                          <m:t>𝑖</m:t>
                        </m:r>
                        <m:r>
                          <a:rPr lang="en-US" sz="1800" i="1" dirty="0" err="1">
                            <a:latin typeface="Cambria Math" panose="02040503050406030204" pitchFamily="18" charset="0"/>
                            <a:ea typeface="Arial"/>
                            <a:cs typeface="Arial"/>
                            <a:sym typeface="Arial"/>
                          </a:rPr>
                          <m:t>,</m:t>
                        </m:r>
                        <m:r>
                          <a:rPr lang="en-US" sz="1800" i="1" dirty="0" err="1">
                            <a:latin typeface="Cambria Math" panose="02040503050406030204" pitchFamily="18" charset="0"/>
                            <a:ea typeface="Arial"/>
                            <a:cs typeface="Arial"/>
                            <a:sym typeface="Arial"/>
                          </a:rPr>
                          <m:t>𝑗</m:t>
                        </m:r>
                      </m:sub>
                    </m:sSub>
                    <m:r>
                      <a:rPr lang="en-US" sz="1800" i="1" dirty="0">
                        <a:latin typeface="Cambria Math" panose="02040503050406030204" pitchFamily="18" charset="0"/>
                        <a:ea typeface="Arial"/>
                        <a:cs typeface="Arial"/>
                        <a:sym typeface="Arial"/>
                      </a:rPr>
                      <m:t>=</m:t>
                    </m:r>
                    <m:f>
                      <m:fPr>
                        <m:ctrlPr>
                          <a:rPr lang="en-US" sz="1800" i="1" dirty="0">
                            <a:latin typeface="Cambria Math" panose="02040503050406030204" pitchFamily="18" charset="0"/>
                            <a:ea typeface="Arial"/>
                            <a:cs typeface="Arial"/>
                            <a:sym typeface="Arial"/>
                          </a:rPr>
                        </m:ctrlPr>
                      </m:fPr>
                      <m:num>
                        <m:r>
                          <a:rPr lang="en-US" sz="1800" i="1" dirty="0">
                            <a:latin typeface="Cambria Math" panose="02040503050406030204" pitchFamily="18" charset="0"/>
                            <a:ea typeface="Arial"/>
                            <a:cs typeface="Arial"/>
                            <a:sym typeface="Arial"/>
                          </a:rPr>
                          <m:t>1</m:t>
                        </m:r>
                      </m:num>
                      <m:den>
                        <m:r>
                          <a:rPr lang="en-US" sz="1800" i="1" dirty="0">
                            <a:latin typeface="Cambria Math" panose="02040503050406030204" pitchFamily="18" charset="0"/>
                            <a:ea typeface="Arial"/>
                            <a:cs typeface="Arial"/>
                            <a:sym typeface="Arial"/>
                          </a:rPr>
                          <m:t>4</m:t>
                        </m:r>
                      </m:den>
                    </m:f>
                    <m:d>
                      <m:dPr>
                        <m:ctrlPr>
                          <a:rPr lang="en-US" sz="1800" i="1" dirty="0">
                            <a:latin typeface="Cambria Math" panose="02040503050406030204" pitchFamily="18" charset="0"/>
                            <a:ea typeface="Arial"/>
                            <a:cs typeface="Arial"/>
                            <a:sym typeface="Arial"/>
                          </a:rPr>
                        </m:ctrlPr>
                      </m:dPr>
                      <m:e>
                        <m:sSub>
                          <m:sSubPr>
                            <m:ctrlPr>
                              <a:rPr lang="en-US" sz="1800" i="1" dirty="0">
                                <a:latin typeface="Cambria Math" panose="02040503050406030204" pitchFamily="18" charset="0"/>
                                <a:ea typeface="Arial"/>
                                <a:cs typeface="Arial"/>
                                <a:sym typeface="Arial"/>
                              </a:rPr>
                            </m:ctrlPr>
                          </m:sSubPr>
                          <m:e>
                            <m:r>
                              <a:rPr lang="en-US" sz="1800" i="1" dirty="0">
                                <a:latin typeface="Cambria Math" panose="02040503050406030204" pitchFamily="18" charset="0"/>
                                <a:ea typeface="Arial"/>
                                <a:cs typeface="Arial"/>
                                <a:sym typeface="Arial"/>
                              </a:rPr>
                              <m:t>𝐺</m:t>
                            </m:r>
                          </m:e>
                          <m:sub>
                            <m:r>
                              <a:rPr lang="en-US" sz="1800" i="1" dirty="0">
                                <a:latin typeface="Cambria Math" panose="02040503050406030204" pitchFamily="18" charset="0"/>
                                <a:ea typeface="Arial"/>
                                <a:cs typeface="Arial"/>
                                <a:sym typeface="Arial"/>
                              </a:rPr>
                              <m:t>𝑖</m:t>
                            </m:r>
                            <m:r>
                              <a:rPr lang="en-US" sz="1800" i="1" dirty="0">
                                <a:latin typeface="Cambria Math" panose="02040503050406030204" pitchFamily="18" charset="0"/>
                                <a:ea typeface="Arial"/>
                                <a:cs typeface="Arial"/>
                                <a:sym typeface="Arial"/>
                              </a:rPr>
                              <m:t>−1,</m:t>
                            </m:r>
                            <m:r>
                              <a:rPr lang="en-US" sz="1800" i="1" dirty="0">
                                <a:latin typeface="Cambria Math" panose="02040503050406030204" pitchFamily="18" charset="0"/>
                                <a:ea typeface="Arial"/>
                                <a:cs typeface="Arial"/>
                                <a:sym typeface="Arial"/>
                              </a:rPr>
                              <m:t>𝑗</m:t>
                            </m:r>
                          </m:sub>
                        </m:sSub>
                        <m:r>
                          <a:rPr lang="en-US" sz="1800" i="1" dirty="0">
                            <a:latin typeface="Cambria Math" panose="02040503050406030204" pitchFamily="18" charset="0"/>
                            <a:ea typeface="Arial"/>
                            <a:cs typeface="Arial"/>
                            <a:sym typeface="Arial"/>
                          </a:rPr>
                          <m:t>+</m:t>
                        </m:r>
                        <m:sSub>
                          <m:sSubPr>
                            <m:ctrlPr>
                              <a:rPr lang="en-US" sz="1800" i="1" dirty="0">
                                <a:latin typeface="Cambria Math" panose="02040503050406030204" pitchFamily="18" charset="0"/>
                                <a:ea typeface="Arial"/>
                                <a:cs typeface="Arial"/>
                                <a:sym typeface="Arial"/>
                              </a:rPr>
                            </m:ctrlPr>
                          </m:sSubPr>
                          <m:e>
                            <m:r>
                              <a:rPr lang="en-US" sz="1800" i="1" dirty="0">
                                <a:latin typeface="Cambria Math" panose="02040503050406030204" pitchFamily="18" charset="0"/>
                                <a:ea typeface="Arial"/>
                                <a:cs typeface="Arial"/>
                                <a:sym typeface="Arial"/>
                              </a:rPr>
                              <m:t>𝐺</m:t>
                            </m:r>
                          </m:e>
                          <m:sub>
                            <m:r>
                              <a:rPr lang="en-US" sz="1800" i="1" dirty="0">
                                <a:latin typeface="Cambria Math" panose="02040503050406030204" pitchFamily="18" charset="0"/>
                                <a:ea typeface="Arial"/>
                                <a:cs typeface="Arial"/>
                                <a:sym typeface="Arial"/>
                              </a:rPr>
                              <m:t>𝑖</m:t>
                            </m:r>
                            <m:r>
                              <a:rPr lang="en-US" sz="1800" i="1" dirty="0">
                                <a:latin typeface="Cambria Math" panose="02040503050406030204" pitchFamily="18" charset="0"/>
                                <a:ea typeface="Arial"/>
                                <a:cs typeface="Arial"/>
                                <a:sym typeface="Arial"/>
                              </a:rPr>
                              <m:t>+1,</m:t>
                            </m:r>
                            <m:r>
                              <a:rPr lang="en-US" sz="1800" i="1" dirty="0">
                                <a:latin typeface="Cambria Math" panose="02040503050406030204" pitchFamily="18" charset="0"/>
                                <a:ea typeface="Arial"/>
                                <a:cs typeface="Arial"/>
                                <a:sym typeface="Arial"/>
                              </a:rPr>
                              <m:t>𝑗</m:t>
                            </m:r>
                          </m:sub>
                        </m:sSub>
                        <m:r>
                          <a:rPr lang="en-US" sz="1800" i="1" dirty="0">
                            <a:latin typeface="Cambria Math" panose="02040503050406030204" pitchFamily="18" charset="0"/>
                            <a:ea typeface="Arial"/>
                            <a:cs typeface="Arial"/>
                            <a:sym typeface="Arial"/>
                          </a:rPr>
                          <m:t>+</m:t>
                        </m:r>
                        <m:sSub>
                          <m:sSubPr>
                            <m:ctrlPr>
                              <a:rPr lang="en-US" sz="1800" i="1" dirty="0">
                                <a:latin typeface="Cambria Math" panose="02040503050406030204" pitchFamily="18" charset="0"/>
                                <a:ea typeface="Arial"/>
                                <a:cs typeface="Arial"/>
                                <a:sym typeface="Arial"/>
                              </a:rPr>
                            </m:ctrlPr>
                          </m:sSubPr>
                          <m:e>
                            <m:r>
                              <a:rPr lang="en-US" sz="1800" i="1" dirty="0">
                                <a:latin typeface="Cambria Math" panose="02040503050406030204" pitchFamily="18" charset="0"/>
                                <a:ea typeface="Arial"/>
                                <a:cs typeface="Arial"/>
                                <a:sym typeface="Arial"/>
                              </a:rPr>
                              <m:t>𝐺</m:t>
                            </m:r>
                          </m:e>
                          <m:sub>
                            <m:r>
                              <a:rPr lang="en-US" sz="1800" i="1" dirty="0">
                                <a:latin typeface="Cambria Math" panose="02040503050406030204" pitchFamily="18" charset="0"/>
                                <a:ea typeface="Arial"/>
                                <a:cs typeface="Arial"/>
                                <a:sym typeface="Arial"/>
                              </a:rPr>
                              <m:t>𝑖</m:t>
                            </m:r>
                            <m:r>
                              <a:rPr lang="en-US" sz="1800" i="1" dirty="0">
                                <a:latin typeface="Cambria Math" panose="02040503050406030204" pitchFamily="18" charset="0"/>
                                <a:ea typeface="Arial"/>
                                <a:cs typeface="Arial"/>
                                <a:sym typeface="Arial"/>
                              </a:rPr>
                              <m:t>,</m:t>
                            </m:r>
                            <m:r>
                              <a:rPr lang="en-US" sz="1800" i="1" dirty="0">
                                <a:latin typeface="Cambria Math" panose="02040503050406030204" pitchFamily="18" charset="0"/>
                                <a:ea typeface="Arial"/>
                                <a:cs typeface="Arial"/>
                                <a:sym typeface="Arial"/>
                              </a:rPr>
                              <m:t>𝑗</m:t>
                            </m:r>
                            <m:r>
                              <a:rPr lang="en-US" sz="1800" i="1" dirty="0">
                                <a:latin typeface="Cambria Math" panose="02040503050406030204" pitchFamily="18" charset="0"/>
                                <a:ea typeface="Arial"/>
                                <a:cs typeface="Arial"/>
                                <a:sym typeface="Arial"/>
                              </a:rPr>
                              <m:t>−1</m:t>
                            </m:r>
                          </m:sub>
                        </m:sSub>
                        <m:r>
                          <a:rPr lang="en-US" sz="1800" i="1" dirty="0">
                            <a:latin typeface="Cambria Math" panose="02040503050406030204" pitchFamily="18" charset="0"/>
                            <a:ea typeface="Arial"/>
                            <a:cs typeface="Arial"/>
                            <a:sym typeface="Arial"/>
                          </a:rPr>
                          <m:t>+</m:t>
                        </m:r>
                        <m:sSub>
                          <m:sSubPr>
                            <m:ctrlPr>
                              <a:rPr lang="en-US" sz="1800" i="1" dirty="0">
                                <a:latin typeface="Cambria Math" panose="02040503050406030204" pitchFamily="18" charset="0"/>
                                <a:ea typeface="Arial"/>
                                <a:cs typeface="Arial"/>
                                <a:sym typeface="Arial"/>
                              </a:rPr>
                            </m:ctrlPr>
                          </m:sSubPr>
                          <m:e>
                            <m:r>
                              <a:rPr lang="en-US" sz="1800" i="1" dirty="0">
                                <a:latin typeface="Cambria Math" panose="02040503050406030204" pitchFamily="18" charset="0"/>
                                <a:ea typeface="Arial"/>
                                <a:cs typeface="Arial"/>
                                <a:sym typeface="Arial"/>
                              </a:rPr>
                              <m:t>𝐺</m:t>
                            </m:r>
                          </m:e>
                          <m:sub>
                            <m:r>
                              <a:rPr lang="en-US" sz="1800" i="1" dirty="0">
                                <a:latin typeface="Cambria Math" panose="02040503050406030204" pitchFamily="18" charset="0"/>
                                <a:ea typeface="Arial"/>
                                <a:cs typeface="Arial"/>
                                <a:sym typeface="Arial"/>
                              </a:rPr>
                              <m:t>𝑖</m:t>
                            </m:r>
                            <m:r>
                              <a:rPr lang="en-US" sz="1800" i="1" dirty="0">
                                <a:latin typeface="Cambria Math" panose="02040503050406030204" pitchFamily="18" charset="0"/>
                                <a:ea typeface="Arial"/>
                                <a:cs typeface="Arial"/>
                                <a:sym typeface="Arial"/>
                              </a:rPr>
                              <m:t>,</m:t>
                            </m:r>
                            <m:r>
                              <a:rPr lang="en-US" sz="1800" i="1" dirty="0">
                                <a:latin typeface="Cambria Math" panose="02040503050406030204" pitchFamily="18" charset="0"/>
                                <a:ea typeface="Arial"/>
                                <a:cs typeface="Arial"/>
                                <a:sym typeface="Arial"/>
                              </a:rPr>
                              <m:t>𝑗</m:t>
                            </m:r>
                            <m:r>
                              <a:rPr lang="en-US" sz="1800" i="1" dirty="0">
                                <a:latin typeface="Cambria Math" panose="02040503050406030204" pitchFamily="18" charset="0"/>
                                <a:ea typeface="Arial"/>
                                <a:cs typeface="Arial"/>
                                <a:sym typeface="Arial"/>
                              </a:rPr>
                              <m:t>+1</m:t>
                            </m:r>
                          </m:sub>
                        </m:sSub>
                      </m:e>
                    </m:d>
                  </m:oMath>
                </a14:m>
                <a:endParaRPr lang="en-US" sz="1800" dirty="0">
                  <a:latin typeface="Atkinson Hyperlegible Next"/>
                  <a:ea typeface="Arial"/>
                  <a:cs typeface="Arial"/>
                  <a:sym typeface="Arial"/>
                </a:endParaRPr>
              </a:p>
              <a:p>
                <a:pPr marL="0" indent="0">
                  <a:lnSpc>
                    <a:spcPct val="100000"/>
                  </a:lnSpc>
                  <a:spcBef>
                    <a:spcPts val="0"/>
                  </a:spcBef>
                  <a:buSzPts val="3000"/>
                  <a:buNone/>
                </a:pPr>
                <a:endParaRPr lang="en-US" sz="1800" dirty="0">
                  <a:latin typeface="Atkinson Hyperlegible Next"/>
                  <a:ea typeface="Arial"/>
                  <a:cs typeface="Arial"/>
                  <a:sym typeface="Arial"/>
                </a:endParaRPr>
              </a:p>
              <a:p>
                <a:pPr marL="0" indent="0">
                  <a:lnSpc>
                    <a:spcPct val="100000"/>
                  </a:lnSpc>
                  <a:spcBef>
                    <a:spcPts val="0"/>
                  </a:spcBef>
                  <a:buSzPts val="3000"/>
                  <a:buNone/>
                </a:pPr>
                <a:r>
                  <a:rPr lang="en-US" sz="1800" dirty="0">
                    <a:latin typeface="Atkinson Hyperlegible Next"/>
                    <a:ea typeface="Arial"/>
                    <a:cs typeface="Arial"/>
                    <a:sym typeface="Arial"/>
                  </a:rPr>
                  <a:t>The camera's internal DSP (Digital Signal Processor) usually does this before sending data to the microcontroller.</a:t>
                </a:r>
              </a:p>
              <a:p>
                <a:pPr marL="0" indent="0">
                  <a:lnSpc>
                    <a:spcPct val="100000"/>
                  </a:lnSpc>
                  <a:spcBef>
                    <a:spcPts val="0"/>
                  </a:spcBef>
                  <a:buSzPts val="3000"/>
                  <a:buNone/>
                </a:pPr>
                <a:endParaRPr lang="en-US" sz="1800" dirty="0">
                  <a:latin typeface="Atkinson Hyperlegible Next"/>
                  <a:ea typeface="Arial"/>
                  <a:cs typeface="Arial"/>
                  <a:sym typeface="Arial"/>
                </a:endParaRPr>
              </a:p>
              <a:p>
                <a:pPr marL="0" indent="0">
                  <a:lnSpc>
                    <a:spcPct val="100000"/>
                  </a:lnSpc>
                  <a:spcBef>
                    <a:spcPts val="0"/>
                  </a:spcBef>
                  <a:buSzPts val="3000"/>
                  <a:buNone/>
                </a:pPr>
                <a:r>
                  <a:rPr lang="en-US" sz="1800" dirty="0">
                    <a:latin typeface="Atkinson Hyperlegible Next"/>
                    <a:ea typeface="Arial"/>
                    <a:cs typeface="Arial"/>
                    <a:sym typeface="Arial"/>
                  </a:rPr>
                  <a:t>This simple approach works well in areas with constant color or smooth gradients, but it can cause artifacts such as color bleeding in areas where there are abrupt changes in color or brightness especially noticeable along sharp edges in the image. </a:t>
                </a:r>
              </a:p>
              <a:p>
                <a:pPr marL="0" indent="0">
                  <a:lnSpc>
                    <a:spcPct val="100000"/>
                  </a:lnSpc>
                  <a:spcBef>
                    <a:spcPts val="0"/>
                  </a:spcBef>
                  <a:buSzPts val="3000"/>
                  <a:buNone/>
                </a:pPr>
                <a:endParaRPr lang="en-US" sz="1800" dirty="0">
                  <a:latin typeface="Atkinson Hyperlegible Next"/>
                  <a:ea typeface="Arial"/>
                  <a:cs typeface="Arial"/>
                  <a:sym typeface="Arial"/>
                </a:endParaRPr>
              </a:p>
              <a:p>
                <a:pPr marL="0" indent="0">
                  <a:lnSpc>
                    <a:spcPct val="100000"/>
                  </a:lnSpc>
                  <a:spcBef>
                    <a:spcPts val="0"/>
                  </a:spcBef>
                  <a:buSzPts val="3000"/>
                  <a:buNone/>
                </a:pPr>
                <a:r>
                  <a:rPr lang="en-US" sz="1800" dirty="0">
                    <a:latin typeface="Atkinson Hyperlegible Next"/>
                    <a:ea typeface="Arial"/>
                    <a:cs typeface="Arial"/>
                    <a:sym typeface="Arial"/>
                  </a:rPr>
                  <a:t>Because of this, other </a:t>
                </a:r>
                <a:r>
                  <a:rPr lang="en-US" sz="1800" dirty="0" err="1">
                    <a:latin typeface="Atkinson Hyperlegible Next"/>
                    <a:ea typeface="Arial"/>
                    <a:cs typeface="Arial"/>
                    <a:sym typeface="Arial"/>
                  </a:rPr>
                  <a:t>demosaicing</a:t>
                </a:r>
                <a:r>
                  <a:rPr lang="en-US" sz="1800" dirty="0">
                    <a:latin typeface="Atkinson Hyperlegible Next"/>
                    <a:ea typeface="Arial"/>
                    <a:cs typeface="Arial"/>
                    <a:sym typeface="Arial"/>
                  </a:rPr>
                  <a:t> methods attempt to identify high-contrast edges and only interpolate along these edges, but not across them.</a:t>
                </a:r>
              </a:p>
            </p:txBody>
          </p:sp>
        </mc:Choice>
        <mc:Fallback xmlns="">
          <p:sp>
            <p:nvSpPr>
              <p:cNvPr id="118" name="Google Shape;118;p29">
                <a:extLst>
                  <a:ext uri="{FF2B5EF4-FFF2-40B4-BE49-F238E27FC236}">
                    <a16:creationId xmlns:a16="http://schemas.microsoft.com/office/drawing/2014/main" id="{87F466A6-160B-BA90-320F-53F242E6C4C9}"/>
                  </a:ext>
                </a:extLst>
              </p:cNvPr>
              <p:cNvSpPr txBox="1">
                <a:spLocks noGrp="1" noRot="1" noChangeAspect="1" noMove="1" noResize="1" noEditPoints="1" noAdjustHandles="1" noChangeArrowheads="1" noChangeShapeType="1" noTextEdit="1"/>
              </p:cNvSpPr>
              <p:nvPr>
                <p:ph type="body" idx="1"/>
              </p:nvPr>
            </p:nvSpPr>
            <p:spPr>
              <a:xfrm>
                <a:off x="376809" y="1334279"/>
                <a:ext cx="9506367" cy="4821102"/>
              </a:xfrm>
              <a:prstGeom prst="rect">
                <a:avLst/>
              </a:prstGeom>
              <a:blipFill>
                <a:blip r:embed="rId3"/>
                <a:stretch>
                  <a:fillRect l="-577" t="-759" r="-513" b="-3034"/>
                </a:stretch>
              </a:blipFill>
              <a:ln>
                <a:noFill/>
              </a:ln>
            </p:spPr>
            <p:txBody>
              <a:bodyPr/>
              <a:lstStyle/>
              <a:p>
                <a:r>
                  <a:rPr lang="en-US">
                    <a:noFill/>
                  </a:rPr>
                  <a:t> </a:t>
                </a:r>
              </a:p>
            </p:txBody>
          </p:sp>
        </mc:Fallback>
      </mc:AlternateContent>
      <p:sp>
        <p:nvSpPr>
          <p:cNvPr id="119" name="Google Shape;119;p29">
            <a:extLst>
              <a:ext uri="{FF2B5EF4-FFF2-40B4-BE49-F238E27FC236}">
                <a16:creationId xmlns:a16="http://schemas.microsoft.com/office/drawing/2014/main" id="{4A9906EE-DC3D-4993-9C05-BD16DA3C0B7D}"/>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6A7E92BC-2724-C331-395C-4181738AD4D6}"/>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tkinson Hyperlegible Next"/>
                <a:ea typeface="Arial"/>
                <a:cs typeface="Arial"/>
                <a:sym typeface="Arial"/>
              </a:rPr>
              <a:t>Camera Vision</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C183D7F6-B498-43B3-948B-1728B52AA6E4}">
                <adec:decorative xmlns:adec="http://schemas.microsoft.com/office/drawing/2017/decorative" val="1"/>
              </a:ext>
              <a:ext uri="{FF2B5EF4-FFF2-40B4-BE49-F238E27FC236}">
                <a16:creationId xmlns:a16="http://schemas.microsoft.com/office/drawing/2014/main" id="{DAEE36F5-9C9C-750A-A0FA-665E5D65B0D3}"/>
              </a:ext>
            </a:extLst>
          </p:cNvPr>
          <p:cNvPicPr preferRelativeResize="0"/>
          <p:nvPr/>
        </p:nvPicPr>
        <p:blipFill rotWithShape="1">
          <a:blip r:embed="rId4">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E3CEE85A-4531-C080-189E-2CF31B221A8D}"/>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842EFFC4-90F2-6FF4-B187-79D1303E1FA9}"/>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46532086-5AF1-571B-8E1A-D28EAA7EC857}"/>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2A4AEB92-690F-9723-A832-6BB594908B4E}"/>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B83CC9D2-E71E-6265-6C8E-BA464EFD8573}"/>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sp>
        <p:nvSpPr>
          <p:cNvPr id="6" name="TextBox 5">
            <a:extLst>
              <a:ext uri="{FF2B5EF4-FFF2-40B4-BE49-F238E27FC236}">
                <a16:creationId xmlns:a16="http://schemas.microsoft.com/office/drawing/2014/main" id="{67C14D31-4651-ACA9-8042-534989BC48AD}"/>
              </a:ext>
            </a:extLst>
          </p:cNvPr>
          <p:cNvSpPr txBox="1"/>
          <p:nvPr/>
        </p:nvSpPr>
        <p:spPr>
          <a:xfrm>
            <a:off x="7467685" y="6335772"/>
            <a:ext cx="2473415" cy="246221"/>
          </a:xfrm>
          <a:prstGeom prst="rect">
            <a:avLst/>
          </a:prstGeom>
          <a:noFill/>
        </p:spPr>
        <p:txBody>
          <a:bodyPr wrap="square">
            <a:spAutoFit/>
          </a:bodyPr>
          <a:lstStyle/>
          <a:p>
            <a:pPr algn="ctr"/>
            <a:r>
              <a:rPr lang="en-US" sz="1000" dirty="0">
                <a:hlinkClick r:id="rId5"/>
              </a:rPr>
              <a:t>https://en.wikipedia.org/wiki/Color_vision</a:t>
            </a:r>
            <a:r>
              <a:rPr lang="en-US" sz="1000" dirty="0"/>
              <a:t> </a:t>
            </a:r>
          </a:p>
        </p:txBody>
      </p:sp>
      <p:pic>
        <p:nvPicPr>
          <p:cNvPr id="6146" name="Picture 2" descr="undefined">
            <a:extLst>
              <a:ext uri="{FF2B5EF4-FFF2-40B4-BE49-F238E27FC236}">
                <a16:creationId xmlns:a16="http://schemas.microsoft.com/office/drawing/2014/main" id="{FDC5DBA4-DACA-DD70-878D-935106022821}"/>
              </a:ext>
            </a:extLst>
          </p:cNvPr>
          <p:cNvPicPr>
            <a:picLocks noChangeAspect="1" noChangeArrowheads="1"/>
          </p:cNvPicPr>
          <p:nvPr/>
        </p:nvPicPr>
        <p:blipFill>
          <a:blip r:embed="rId6">
            <a:extLst>
              <a:ext uri="{28A0092B-C50C-407E-A947-70E740481C1C}">
                <a14:useLocalDpi xmlns:a14="http://schemas.microsoft.com/office/drawing/2010/main" val="0"/>
              </a:ext>
            </a:extLst>
          </a:blip>
          <a:srcRect/>
          <a:stretch>
            <a:fillRect/>
          </a:stretch>
        </p:blipFill>
        <p:spPr bwMode="auto">
          <a:xfrm>
            <a:off x="9999025" y="899495"/>
            <a:ext cx="1694138" cy="5647125"/>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4230771808"/>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DA544614-C0E6-92FC-6C2E-E2D3B4F2AC10}"/>
            </a:ext>
          </a:extLst>
        </p:cNvPr>
        <p:cNvGrpSpPr/>
        <p:nvPr/>
      </p:nvGrpSpPr>
      <p:grpSpPr>
        <a:xfrm>
          <a:off x="0" y="0"/>
          <a:ext cx="0" cy="0"/>
          <a:chOff x="0" y="0"/>
          <a:chExt cx="0" cy="0"/>
        </a:xfrm>
      </p:grpSpPr>
      <mc:AlternateContent xmlns:mc="http://schemas.openxmlformats.org/markup-compatibility/2006" xmlns:a14="http://schemas.microsoft.com/office/drawing/2010/main">
        <mc:Choice Requires="a14">
          <p:sp>
            <p:nvSpPr>
              <p:cNvPr id="118" name="Google Shape;118;p29">
                <a:extLst>
                  <a:ext uri="{FF2B5EF4-FFF2-40B4-BE49-F238E27FC236}">
                    <a16:creationId xmlns:a16="http://schemas.microsoft.com/office/drawing/2014/main" id="{2025FD2B-153B-79B5-FC7B-D014B7DE69BB}"/>
                  </a:ext>
                </a:extLst>
              </p:cNvPr>
              <p:cNvSpPr txBox="1">
                <a:spLocks noGrp="1"/>
              </p:cNvSpPr>
              <p:nvPr>
                <p:ph type="body" idx="1"/>
              </p:nvPr>
            </p:nvSpPr>
            <p:spPr>
              <a:xfrm>
                <a:off x="376809" y="1334279"/>
                <a:ext cx="6337317" cy="4821102"/>
              </a:xfrm>
              <a:prstGeom prst="rect">
                <a:avLst/>
              </a:prstGeom>
              <a:noFill/>
              <a:ln>
                <a:noFill/>
              </a:ln>
            </p:spPr>
            <p:txBody>
              <a:bodyPr spcFirstLastPara="1" wrap="square" lIns="91425" tIns="45700" rIns="91425" bIns="45700" anchor="t" anchorCtr="0">
                <a:noAutofit/>
              </a:bodyPr>
              <a:lstStyle/>
              <a:p>
                <a:pPr marL="0" indent="0">
                  <a:lnSpc>
                    <a:spcPct val="100000"/>
                  </a:lnSpc>
                  <a:spcBef>
                    <a:spcPts val="0"/>
                  </a:spcBef>
                  <a:buSzPts val="3000"/>
                  <a:buNone/>
                </a:pPr>
                <a:r>
                  <a:rPr lang="en-US" sz="1800" dirty="0">
                    <a:latin typeface="Atkinson Hyperlegible Next"/>
                    <a:ea typeface="Arial"/>
                    <a:cs typeface="Arial"/>
                    <a:sym typeface="Arial"/>
                  </a:rPr>
                  <a:t>Once demosaiced, every pixel is an array of three values: </a:t>
                </a:r>
                <a:r>
                  <a:rPr lang="en-US" sz="1800" b="1" dirty="0">
                    <a:latin typeface="Atkinson Hyperlegible Next"/>
                    <a:ea typeface="Arial"/>
                    <a:cs typeface="Arial"/>
                    <a:sym typeface="Arial"/>
                  </a:rPr>
                  <a:t>R, G, B</a:t>
                </a:r>
                <a:r>
                  <a:rPr lang="en-US" sz="1800" dirty="0">
                    <a:latin typeface="Atkinson Hyperlegible Next"/>
                    <a:ea typeface="Arial"/>
                    <a:cs typeface="Arial"/>
                    <a:sym typeface="Arial"/>
                  </a:rPr>
                  <a:t>.</a:t>
                </a:r>
              </a:p>
              <a:p>
                <a:pPr marL="0" indent="0">
                  <a:lnSpc>
                    <a:spcPct val="100000"/>
                  </a:lnSpc>
                  <a:spcBef>
                    <a:spcPts val="0"/>
                  </a:spcBef>
                  <a:buSzPts val="3000"/>
                  <a:buNone/>
                </a:pPr>
                <a:endParaRPr lang="en-US" sz="1800" dirty="0">
                  <a:latin typeface="Atkinson Hyperlegible Next"/>
                  <a:ea typeface="Arial"/>
                  <a:cs typeface="Arial"/>
                  <a:sym typeface="Arial"/>
                </a:endParaRPr>
              </a:p>
              <a:p>
                <a:pPr marL="0" indent="0">
                  <a:lnSpc>
                    <a:spcPct val="100000"/>
                  </a:lnSpc>
                  <a:spcBef>
                    <a:spcPts val="0"/>
                  </a:spcBef>
                  <a:buSzPts val="3000"/>
                  <a:buNone/>
                </a:pPr>
                <a:r>
                  <a:rPr lang="en-US" sz="1800" dirty="0">
                    <a:latin typeface="Atkinson Hyperlegible Next"/>
                    <a:ea typeface="Arial"/>
                    <a:cs typeface="Arial"/>
                    <a:sym typeface="Arial"/>
                  </a:rPr>
                  <a:t>RGB is an additive color model used by screens and sensors and each value is represented as an 8-bit value (depends on the ADC of the sensor).</a:t>
                </a:r>
              </a:p>
              <a:p>
                <a:pPr marL="0" indent="0">
                  <a:lnSpc>
                    <a:spcPct val="100000"/>
                  </a:lnSpc>
                  <a:spcBef>
                    <a:spcPts val="0"/>
                  </a:spcBef>
                  <a:buSzPts val="3000"/>
                  <a:buNone/>
                </a:pPr>
                <a:endParaRPr lang="en-US" sz="1800" dirty="0">
                  <a:latin typeface="Atkinson Hyperlegible Next"/>
                  <a:ea typeface="Arial"/>
                  <a:cs typeface="Arial"/>
                  <a:sym typeface="Arial"/>
                </a:endParaRPr>
              </a:p>
              <a:p>
                <a:pPr marL="0" indent="0">
                  <a:lnSpc>
                    <a:spcPct val="100000"/>
                  </a:lnSpc>
                  <a:spcBef>
                    <a:spcPts val="0"/>
                  </a:spcBef>
                  <a:buSzPts val="3000"/>
                  <a:buNone/>
                </a:pPr>
                <a:r>
                  <a:rPr lang="en-US" sz="1800" dirty="0">
                    <a:latin typeface="Atkinson Hyperlegible Next"/>
                    <a:ea typeface="Arial"/>
                    <a:cs typeface="Arial"/>
                    <a:sym typeface="Arial"/>
                  </a:rPr>
                  <a:t>If </a:t>
                </a:r>
                <a14:m>
                  <m:oMath xmlns:m="http://schemas.openxmlformats.org/officeDocument/2006/math">
                    <m:r>
                      <a:rPr lang="en-US" sz="1800" i="1" dirty="0" smtClean="0">
                        <a:latin typeface="Cambria Math" panose="02040503050406030204" pitchFamily="18" charset="0"/>
                        <a:ea typeface="Arial"/>
                        <a:cs typeface="Arial"/>
                        <a:sym typeface="Arial"/>
                      </a:rPr>
                      <m:t>𝑅</m:t>
                    </m:r>
                    <m:r>
                      <a:rPr lang="en-US" sz="1800" i="1" dirty="0" smtClean="0">
                        <a:latin typeface="Cambria Math" panose="02040503050406030204" pitchFamily="18" charset="0"/>
                        <a:ea typeface="Arial"/>
                        <a:cs typeface="Arial"/>
                        <a:sym typeface="Arial"/>
                      </a:rPr>
                      <m:t>=255, </m:t>
                    </m:r>
                    <m:r>
                      <a:rPr lang="en-US" sz="1800" i="1" dirty="0" smtClean="0">
                        <a:latin typeface="Cambria Math" panose="02040503050406030204" pitchFamily="18" charset="0"/>
                        <a:ea typeface="Arial"/>
                        <a:cs typeface="Arial"/>
                        <a:sym typeface="Arial"/>
                      </a:rPr>
                      <m:t>𝐺</m:t>
                    </m:r>
                    <m:r>
                      <a:rPr lang="en-US" sz="1800" i="1" dirty="0" smtClean="0">
                        <a:latin typeface="Cambria Math" panose="02040503050406030204" pitchFamily="18" charset="0"/>
                        <a:ea typeface="Arial"/>
                        <a:cs typeface="Arial"/>
                        <a:sym typeface="Arial"/>
                      </a:rPr>
                      <m:t>=255, </m:t>
                    </m:r>
                    <m:r>
                      <a:rPr lang="en-US" sz="1800" i="1" dirty="0" smtClean="0">
                        <a:latin typeface="Cambria Math" panose="02040503050406030204" pitchFamily="18" charset="0"/>
                        <a:ea typeface="Arial"/>
                        <a:cs typeface="Arial"/>
                        <a:sym typeface="Arial"/>
                      </a:rPr>
                      <m:t>𝐵</m:t>
                    </m:r>
                    <m:r>
                      <a:rPr lang="en-US" sz="1800" i="1" dirty="0" smtClean="0">
                        <a:latin typeface="Cambria Math" panose="02040503050406030204" pitchFamily="18" charset="0"/>
                        <a:ea typeface="Arial"/>
                        <a:cs typeface="Arial"/>
                        <a:sym typeface="Arial"/>
                      </a:rPr>
                      <m:t>=255</m:t>
                    </m:r>
                  </m:oMath>
                </a14:m>
                <a:r>
                  <a:rPr lang="en-US" sz="1800" dirty="0">
                    <a:latin typeface="Atkinson Hyperlegible Next"/>
                    <a:ea typeface="Arial"/>
                    <a:cs typeface="Arial"/>
                    <a:sym typeface="Arial"/>
                  </a:rPr>
                  <a:t>, what color do we see? </a:t>
                </a:r>
              </a:p>
              <a:p>
                <a:pPr marL="0" indent="0" algn="ctr">
                  <a:lnSpc>
                    <a:spcPct val="100000"/>
                  </a:lnSpc>
                  <a:spcBef>
                    <a:spcPts val="0"/>
                  </a:spcBef>
                  <a:buSzPts val="3000"/>
                  <a:buNone/>
                </a:pPr>
                <a:r>
                  <a:rPr lang="en-US" sz="1800" dirty="0">
                    <a:latin typeface="Atkinson Hyperlegible Next"/>
                    <a:ea typeface="Arial"/>
                    <a:cs typeface="Arial"/>
                    <a:sym typeface="Arial"/>
                  </a:rPr>
                  <a:t>White</a:t>
                </a:r>
              </a:p>
              <a:p>
                <a:pPr marL="0" indent="0" algn="ctr">
                  <a:lnSpc>
                    <a:spcPct val="100000"/>
                  </a:lnSpc>
                  <a:spcBef>
                    <a:spcPts val="0"/>
                  </a:spcBef>
                  <a:buSzPts val="3000"/>
                  <a:buNone/>
                </a:pPr>
                <a:endParaRPr lang="en-US" sz="1800" dirty="0">
                  <a:latin typeface="Atkinson Hyperlegible Next"/>
                  <a:ea typeface="Arial"/>
                  <a:cs typeface="Arial"/>
                  <a:sym typeface="Arial"/>
                </a:endParaRPr>
              </a:p>
              <a:p>
                <a:pPr marL="0" indent="0">
                  <a:lnSpc>
                    <a:spcPct val="100000"/>
                  </a:lnSpc>
                  <a:spcBef>
                    <a:spcPts val="0"/>
                  </a:spcBef>
                  <a:buSzPts val="3000"/>
                  <a:buNone/>
                </a:pPr>
                <a:r>
                  <a:rPr lang="en-US" sz="1800" dirty="0">
                    <a:latin typeface="Atkinson Hyperlegible Next"/>
                    <a:ea typeface="Arial"/>
                    <a:cs typeface="Arial"/>
                    <a:sym typeface="Arial"/>
                  </a:rPr>
                  <a:t>If </a:t>
                </a:r>
                <a14:m>
                  <m:oMath xmlns:m="http://schemas.openxmlformats.org/officeDocument/2006/math">
                    <m:r>
                      <a:rPr lang="en-US" sz="1800" i="1" dirty="0">
                        <a:latin typeface="Cambria Math" panose="02040503050406030204" pitchFamily="18" charset="0"/>
                        <a:ea typeface="Arial"/>
                        <a:cs typeface="Arial"/>
                        <a:sym typeface="Arial"/>
                      </a:rPr>
                      <m:t>𝑅</m:t>
                    </m:r>
                    <m:r>
                      <a:rPr lang="en-US" sz="1800" i="1" dirty="0">
                        <a:latin typeface="Cambria Math" panose="02040503050406030204" pitchFamily="18" charset="0"/>
                        <a:ea typeface="Arial"/>
                        <a:cs typeface="Arial"/>
                        <a:sym typeface="Arial"/>
                      </a:rPr>
                      <m:t>=255, </m:t>
                    </m:r>
                    <m:r>
                      <a:rPr lang="en-US" sz="1800" i="1" dirty="0">
                        <a:latin typeface="Cambria Math" panose="02040503050406030204" pitchFamily="18" charset="0"/>
                        <a:ea typeface="Arial"/>
                        <a:cs typeface="Arial"/>
                        <a:sym typeface="Arial"/>
                      </a:rPr>
                      <m:t>𝐺</m:t>
                    </m:r>
                    <m:r>
                      <a:rPr lang="en-US" sz="1800" i="1" dirty="0">
                        <a:latin typeface="Cambria Math" panose="02040503050406030204" pitchFamily="18" charset="0"/>
                        <a:ea typeface="Arial"/>
                        <a:cs typeface="Arial"/>
                        <a:sym typeface="Arial"/>
                      </a:rPr>
                      <m:t>=0, </m:t>
                    </m:r>
                    <m:r>
                      <a:rPr lang="en-US" sz="1800" i="1" dirty="0">
                        <a:latin typeface="Cambria Math" panose="02040503050406030204" pitchFamily="18" charset="0"/>
                        <a:ea typeface="Arial"/>
                        <a:cs typeface="Arial"/>
                        <a:sym typeface="Arial"/>
                      </a:rPr>
                      <m:t>𝐵</m:t>
                    </m:r>
                    <m:r>
                      <a:rPr lang="en-US" sz="1800" i="1" dirty="0">
                        <a:latin typeface="Cambria Math" panose="02040503050406030204" pitchFamily="18" charset="0"/>
                        <a:ea typeface="Arial"/>
                        <a:cs typeface="Arial"/>
                        <a:sym typeface="Arial"/>
                      </a:rPr>
                      <m:t>=0</m:t>
                    </m:r>
                  </m:oMath>
                </a14:m>
                <a:r>
                  <a:rPr lang="en-US" sz="1800" dirty="0">
                    <a:latin typeface="Atkinson Hyperlegible Next"/>
                    <a:ea typeface="Arial"/>
                    <a:cs typeface="Arial"/>
                    <a:sym typeface="Arial"/>
                  </a:rPr>
                  <a:t>, what color do we see? </a:t>
                </a:r>
              </a:p>
              <a:p>
                <a:pPr marL="0" indent="0" algn="ctr">
                  <a:lnSpc>
                    <a:spcPct val="100000"/>
                  </a:lnSpc>
                  <a:spcBef>
                    <a:spcPts val="0"/>
                  </a:spcBef>
                  <a:buSzPts val="3000"/>
                  <a:buNone/>
                </a:pPr>
                <a:r>
                  <a:rPr lang="en-US" sz="1800" dirty="0">
                    <a:latin typeface="Atkinson Hyperlegible Next"/>
                    <a:ea typeface="Arial"/>
                    <a:cs typeface="Arial"/>
                    <a:sym typeface="Arial"/>
                  </a:rPr>
                  <a:t>Red</a:t>
                </a:r>
              </a:p>
              <a:p>
                <a:pPr marL="0" indent="0">
                  <a:lnSpc>
                    <a:spcPct val="100000"/>
                  </a:lnSpc>
                  <a:spcBef>
                    <a:spcPts val="0"/>
                  </a:spcBef>
                  <a:buSzPts val="3000"/>
                  <a:buNone/>
                </a:pPr>
                <a:endParaRPr lang="en-US" sz="1800" dirty="0">
                  <a:latin typeface="Atkinson Hyperlegible Next"/>
                  <a:ea typeface="Arial"/>
                  <a:cs typeface="Arial"/>
                  <a:sym typeface="Arial"/>
                </a:endParaRPr>
              </a:p>
              <a:p>
                <a:pPr marL="0" indent="0">
                  <a:lnSpc>
                    <a:spcPct val="100000"/>
                  </a:lnSpc>
                  <a:spcBef>
                    <a:spcPts val="0"/>
                  </a:spcBef>
                  <a:buSzPts val="3000"/>
                  <a:buNone/>
                </a:pPr>
                <a:r>
                  <a:rPr lang="en-US" sz="1800" dirty="0">
                    <a:latin typeface="Atkinson Hyperlegible Next"/>
                    <a:ea typeface="Arial"/>
                    <a:cs typeface="Arial"/>
                    <a:sym typeface="Arial"/>
                  </a:rPr>
                  <a:t>RGB is represented as a 3D Cartesian cube, where </a:t>
                </a:r>
                <a14:m>
                  <m:oMath xmlns:m="http://schemas.openxmlformats.org/officeDocument/2006/math">
                    <m:r>
                      <a:rPr lang="en-US" sz="1800" i="1" dirty="0" smtClean="0">
                        <a:latin typeface="Cambria Math" panose="02040503050406030204" pitchFamily="18" charset="0"/>
                        <a:ea typeface="Arial"/>
                        <a:cs typeface="Arial"/>
                        <a:sym typeface="Arial"/>
                      </a:rPr>
                      <m:t>𝑥</m:t>
                    </m:r>
                    <m:r>
                      <a:rPr lang="en-US" sz="1800" i="1" dirty="0" smtClean="0">
                        <a:latin typeface="Cambria Math" panose="02040503050406030204" pitchFamily="18" charset="0"/>
                        <a:ea typeface="Arial"/>
                        <a:cs typeface="Arial"/>
                        <a:sym typeface="Arial"/>
                      </a:rPr>
                      <m:t>, </m:t>
                    </m:r>
                    <m:r>
                      <a:rPr lang="en-US" sz="1800" i="1" dirty="0" smtClean="0">
                        <a:latin typeface="Cambria Math" panose="02040503050406030204" pitchFamily="18" charset="0"/>
                        <a:ea typeface="Arial"/>
                        <a:cs typeface="Arial"/>
                        <a:sym typeface="Arial"/>
                      </a:rPr>
                      <m:t>𝑦</m:t>
                    </m:r>
                    <m:r>
                      <a:rPr lang="en-US" sz="1800" i="1" dirty="0" smtClean="0">
                        <a:latin typeface="Cambria Math" panose="02040503050406030204" pitchFamily="18" charset="0"/>
                        <a:ea typeface="Arial"/>
                        <a:cs typeface="Arial"/>
                        <a:sym typeface="Arial"/>
                      </a:rPr>
                      <m:t>, </m:t>
                    </m:r>
                    <m:r>
                      <a:rPr lang="en-US" sz="1800" i="1" dirty="0" smtClean="0">
                        <a:latin typeface="Cambria Math" panose="02040503050406030204" pitchFamily="18" charset="0"/>
                        <a:ea typeface="Arial"/>
                        <a:cs typeface="Arial"/>
                        <a:sym typeface="Arial"/>
                      </a:rPr>
                      <m:t>𝑧</m:t>
                    </m:r>
                  </m:oMath>
                </a14:m>
                <a:r>
                  <a:rPr lang="en-US" sz="1800" dirty="0">
                    <a:latin typeface="Atkinson Hyperlegible Next"/>
                    <a:ea typeface="Arial"/>
                    <a:cs typeface="Arial"/>
                    <a:sym typeface="Arial"/>
                  </a:rPr>
                  <a:t> correspond to Red, Green, and Blue intensities.</a:t>
                </a:r>
              </a:p>
            </p:txBody>
          </p:sp>
        </mc:Choice>
        <mc:Fallback xmlns="">
          <p:sp>
            <p:nvSpPr>
              <p:cNvPr id="118" name="Google Shape;118;p29">
                <a:extLst>
                  <a:ext uri="{FF2B5EF4-FFF2-40B4-BE49-F238E27FC236}">
                    <a16:creationId xmlns:a16="http://schemas.microsoft.com/office/drawing/2014/main" id="{2025FD2B-153B-79B5-FC7B-D014B7DE69BB}"/>
                  </a:ext>
                </a:extLst>
              </p:cNvPr>
              <p:cNvSpPr txBox="1">
                <a:spLocks noGrp="1" noRot="1" noChangeAspect="1" noMove="1" noResize="1" noEditPoints="1" noAdjustHandles="1" noChangeArrowheads="1" noChangeShapeType="1" noTextEdit="1"/>
              </p:cNvSpPr>
              <p:nvPr>
                <p:ph type="body" idx="1"/>
              </p:nvPr>
            </p:nvSpPr>
            <p:spPr>
              <a:xfrm>
                <a:off x="376809" y="1334279"/>
                <a:ext cx="6337317" cy="4821102"/>
              </a:xfrm>
              <a:prstGeom prst="rect">
                <a:avLst/>
              </a:prstGeom>
              <a:blipFill>
                <a:blip r:embed="rId3"/>
                <a:stretch>
                  <a:fillRect l="-866" t="-759" r="-1059"/>
                </a:stretch>
              </a:blipFill>
              <a:ln>
                <a:noFill/>
              </a:ln>
            </p:spPr>
            <p:txBody>
              <a:bodyPr/>
              <a:lstStyle/>
              <a:p>
                <a:r>
                  <a:rPr lang="en-US">
                    <a:noFill/>
                  </a:rPr>
                  <a:t> </a:t>
                </a:r>
              </a:p>
            </p:txBody>
          </p:sp>
        </mc:Fallback>
      </mc:AlternateContent>
      <p:sp>
        <p:nvSpPr>
          <p:cNvPr id="119" name="Google Shape;119;p29">
            <a:extLst>
              <a:ext uri="{FF2B5EF4-FFF2-40B4-BE49-F238E27FC236}">
                <a16:creationId xmlns:a16="http://schemas.microsoft.com/office/drawing/2014/main" id="{237002F5-43A1-3659-46D5-F15510587B4A}"/>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D61B69C0-9007-08ED-89B8-1905379CA482}"/>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tkinson Hyperlegible Next"/>
                <a:ea typeface="Arial"/>
                <a:cs typeface="Arial"/>
                <a:sym typeface="Arial"/>
              </a:rPr>
              <a:t>Camera Vision</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C183D7F6-B498-43B3-948B-1728B52AA6E4}">
                <adec:decorative xmlns:adec="http://schemas.microsoft.com/office/drawing/2017/decorative" val="1"/>
              </a:ext>
              <a:ext uri="{FF2B5EF4-FFF2-40B4-BE49-F238E27FC236}">
                <a16:creationId xmlns:a16="http://schemas.microsoft.com/office/drawing/2014/main" id="{ADD85418-C577-7D8F-21A5-30B7A7BAF3E8}"/>
              </a:ext>
            </a:extLst>
          </p:cNvPr>
          <p:cNvPicPr preferRelativeResize="0"/>
          <p:nvPr/>
        </p:nvPicPr>
        <p:blipFill rotWithShape="1">
          <a:blip r:embed="rId4">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80D58404-BE95-D434-65F2-306FC599DF92}"/>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1E30CCF0-82F1-3E58-8173-755205865B2A}"/>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06EB9C87-70EE-168A-4B90-A0BCAD01C3B0}"/>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8C9BBFC4-9319-AFC4-DF25-F7275827CF13}"/>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58510C7F-114E-86B2-59ED-B04A35C75064}"/>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pic>
        <p:nvPicPr>
          <p:cNvPr id="7170" name="Picture 2" descr="undefined">
            <a:extLst>
              <a:ext uri="{FF2B5EF4-FFF2-40B4-BE49-F238E27FC236}">
                <a16:creationId xmlns:a16="http://schemas.microsoft.com/office/drawing/2014/main" id="{A838F4B9-F11D-9A10-4905-78818523DE90}"/>
              </a:ext>
            </a:extLst>
          </p:cNvPr>
          <p:cNvPicPr>
            <a:picLocks noChangeAspect="1" noChangeArrowheads="1"/>
          </p:cNvPicPr>
          <p:nvPr/>
        </p:nvPicPr>
        <p:blipFill>
          <a:blip r:embed="rId5">
            <a:extLst>
              <a:ext uri="{28A0092B-C50C-407E-A947-70E740481C1C}">
                <a14:useLocalDpi xmlns:a14="http://schemas.microsoft.com/office/drawing/2010/main" val="0"/>
              </a:ext>
            </a:extLst>
          </a:blip>
          <a:srcRect/>
          <a:stretch>
            <a:fillRect/>
          </a:stretch>
        </p:blipFill>
        <p:spPr bwMode="auto">
          <a:xfrm>
            <a:off x="6683654" y="1818007"/>
            <a:ext cx="5162417" cy="3871813"/>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1280501281"/>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18">
                                            <p:txEl>
                                              <p:pRg st="4" end="4"/>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118">
                                            <p:txEl>
                                              <p:pRg st="5" end="5"/>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118">
                                            <p:txEl>
                                              <p:pRg st="7" end="7"/>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118">
                                            <p:txEl>
                                              <p:pRg st="8" end="8"/>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118">
                                            <p:txEl>
                                              <p:pRg st="10" end="10"/>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18" grpId="0" uiExpand="1" build="p"/>
    </p:bldLst>
  </p:timing>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170B60C1-85AD-9058-56CC-1E225FCD8AB5}"/>
            </a:ext>
          </a:extLst>
        </p:cNvPr>
        <p:cNvGrpSpPr/>
        <p:nvPr/>
      </p:nvGrpSpPr>
      <p:grpSpPr>
        <a:xfrm>
          <a:off x="0" y="0"/>
          <a:ext cx="0" cy="0"/>
          <a:chOff x="0" y="0"/>
          <a:chExt cx="0" cy="0"/>
        </a:xfrm>
      </p:grpSpPr>
      <p:sp>
        <p:nvSpPr>
          <p:cNvPr id="118" name="Google Shape;118;p29">
            <a:extLst>
              <a:ext uri="{FF2B5EF4-FFF2-40B4-BE49-F238E27FC236}">
                <a16:creationId xmlns:a16="http://schemas.microsoft.com/office/drawing/2014/main" id="{DF48A072-B649-CA68-8F40-E55E4DBEC52D}"/>
              </a:ext>
            </a:extLst>
          </p:cNvPr>
          <p:cNvSpPr txBox="1">
            <a:spLocks noGrp="1"/>
          </p:cNvSpPr>
          <p:nvPr>
            <p:ph type="body" idx="1"/>
          </p:nvPr>
        </p:nvSpPr>
        <p:spPr>
          <a:xfrm>
            <a:off x="376809" y="1334279"/>
            <a:ext cx="11593518" cy="4821102"/>
          </a:xfrm>
          <a:prstGeom prst="rect">
            <a:avLst/>
          </a:prstGeom>
          <a:noFill/>
          <a:ln>
            <a:noFill/>
          </a:ln>
        </p:spPr>
        <p:txBody>
          <a:bodyPr spcFirstLastPara="1" wrap="square" lIns="91425" tIns="45700" rIns="91425" bIns="45700" anchor="t" anchorCtr="0">
            <a:noAutofit/>
          </a:bodyPr>
          <a:lstStyle/>
          <a:p>
            <a:pPr marL="0" indent="0">
              <a:lnSpc>
                <a:spcPct val="100000"/>
              </a:lnSpc>
              <a:spcBef>
                <a:spcPts val="0"/>
              </a:spcBef>
              <a:buSzPts val="3000"/>
              <a:buNone/>
            </a:pPr>
            <a:r>
              <a:rPr lang="en-US" sz="2400" dirty="0">
                <a:latin typeface="Atkinson Hyperlegible Next"/>
                <a:ea typeface="Arial"/>
                <a:cs typeface="Arial"/>
                <a:sym typeface="Arial"/>
              </a:rPr>
              <a:t>Imagine we write code to track a red ball: </a:t>
            </a:r>
          </a:p>
          <a:p>
            <a:pPr marL="0" indent="0">
              <a:lnSpc>
                <a:spcPct val="100000"/>
              </a:lnSpc>
              <a:spcBef>
                <a:spcPts val="0"/>
              </a:spcBef>
              <a:buSzPts val="3000"/>
              <a:buNone/>
            </a:pPr>
            <a:endParaRPr lang="en-US" sz="2400" dirty="0">
              <a:latin typeface="Atkinson Hyperlegible Next"/>
              <a:ea typeface="Arial"/>
              <a:cs typeface="Arial"/>
              <a:sym typeface="Arial"/>
            </a:endParaRPr>
          </a:p>
          <a:p>
            <a:pPr marL="0" indent="0">
              <a:lnSpc>
                <a:spcPct val="100000"/>
              </a:lnSpc>
              <a:spcBef>
                <a:spcPts val="0"/>
              </a:spcBef>
              <a:buSzPts val="3000"/>
              <a:buNone/>
            </a:pPr>
            <a:r>
              <a:rPr lang="en-US" sz="2400" dirty="0">
                <a:solidFill>
                  <a:srgbClr val="7F0055"/>
                </a:solidFill>
                <a:latin typeface="Consolas" panose="020B0609020204030204" pitchFamily="49" charset="0"/>
              </a:rPr>
              <a:t>if</a:t>
            </a:r>
            <a:r>
              <a:rPr lang="en-US" sz="2400" dirty="0">
                <a:solidFill>
                  <a:srgbClr val="000000"/>
                </a:solidFill>
                <a:latin typeface="Consolas" panose="020B0609020204030204" pitchFamily="49" charset="0"/>
              </a:rPr>
              <a:t> (R &gt; 200 &amp;&amp; G &lt; 50 &amp;&amp; B &lt; 50) { track(); }</a:t>
            </a:r>
          </a:p>
          <a:p>
            <a:pPr marL="0" indent="0">
              <a:lnSpc>
                <a:spcPct val="100000"/>
              </a:lnSpc>
              <a:spcBef>
                <a:spcPts val="0"/>
              </a:spcBef>
              <a:buSzPts val="3000"/>
              <a:buNone/>
            </a:pPr>
            <a:endParaRPr lang="en-US" sz="2400" dirty="0">
              <a:latin typeface="Atkinson Hyperlegible Next"/>
              <a:ea typeface="Arial"/>
              <a:cs typeface="Arial"/>
              <a:sym typeface="Arial"/>
            </a:endParaRPr>
          </a:p>
          <a:p>
            <a:pPr marL="0" indent="0">
              <a:lnSpc>
                <a:spcPct val="100000"/>
              </a:lnSpc>
              <a:spcBef>
                <a:spcPts val="0"/>
              </a:spcBef>
              <a:buSzPts val="3000"/>
              <a:buNone/>
            </a:pPr>
            <a:r>
              <a:rPr lang="en-US" sz="2400" dirty="0">
                <a:latin typeface="Atkinson Hyperlegible Next"/>
                <a:ea typeface="Arial"/>
                <a:cs typeface="Arial"/>
                <a:sym typeface="Arial"/>
              </a:rPr>
              <a:t>What happens when the robot drives under a shadow?</a:t>
            </a:r>
          </a:p>
          <a:p>
            <a:pPr marL="0" indent="0" algn="ctr">
              <a:lnSpc>
                <a:spcPct val="100000"/>
              </a:lnSpc>
              <a:spcBef>
                <a:spcPts val="0"/>
              </a:spcBef>
              <a:buSzPts val="3000"/>
              <a:buNone/>
            </a:pPr>
            <a:r>
              <a:rPr lang="en-US" sz="2400" dirty="0">
                <a:latin typeface="Atkinson Hyperlegible Next"/>
                <a:ea typeface="Arial"/>
                <a:cs typeface="Arial"/>
                <a:sym typeface="Arial"/>
              </a:rPr>
              <a:t>The total light drops. The pixel might become R=100, G=10, B=10. Our code fails!</a:t>
            </a:r>
          </a:p>
          <a:p>
            <a:pPr marL="0" indent="0">
              <a:lnSpc>
                <a:spcPct val="100000"/>
              </a:lnSpc>
              <a:spcBef>
                <a:spcPts val="0"/>
              </a:spcBef>
              <a:buSzPts val="3000"/>
              <a:buNone/>
            </a:pPr>
            <a:endParaRPr lang="en-US" sz="2400" dirty="0">
              <a:latin typeface="Atkinson Hyperlegible Next"/>
              <a:ea typeface="Arial"/>
              <a:cs typeface="Arial"/>
              <a:sym typeface="Arial"/>
            </a:endParaRPr>
          </a:p>
          <a:p>
            <a:pPr marL="0" indent="0">
              <a:lnSpc>
                <a:spcPct val="100000"/>
              </a:lnSpc>
              <a:spcBef>
                <a:spcPts val="0"/>
              </a:spcBef>
              <a:buSzPts val="3000"/>
              <a:buNone/>
            </a:pPr>
            <a:r>
              <a:rPr lang="en-US" sz="2400" dirty="0">
                <a:latin typeface="Atkinson Hyperlegible Next"/>
                <a:ea typeface="Arial"/>
                <a:cs typeface="Arial"/>
                <a:sym typeface="Arial"/>
              </a:rPr>
              <a:t>In RGB, a change in lighting changes all three variables simultaneously. It couples chrominance (color) with luminance (brightness).</a:t>
            </a:r>
          </a:p>
        </p:txBody>
      </p:sp>
      <p:sp>
        <p:nvSpPr>
          <p:cNvPr id="119" name="Google Shape;119;p29">
            <a:extLst>
              <a:ext uri="{FF2B5EF4-FFF2-40B4-BE49-F238E27FC236}">
                <a16:creationId xmlns:a16="http://schemas.microsoft.com/office/drawing/2014/main" id="{1A24E37D-307B-2055-AAD6-5AEC68D2B8EB}"/>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904854A1-C86C-BB07-AD4F-FCA28CEEB15E}"/>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tkinson Hyperlegible Next"/>
                <a:ea typeface="Arial"/>
                <a:cs typeface="Arial"/>
                <a:sym typeface="Arial"/>
              </a:rPr>
              <a:t>Camera Vision</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C183D7F6-B498-43B3-948B-1728B52AA6E4}">
                <adec:decorative xmlns:adec="http://schemas.microsoft.com/office/drawing/2017/decorative" val="1"/>
              </a:ext>
              <a:ext uri="{FF2B5EF4-FFF2-40B4-BE49-F238E27FC236}">
                <a16:creationId xmlns:a16="http://schemas.microsoft.com/office/drawing/2014/main" id="{E90E872E-57F9-3E50-3D25-69A05D55458A}"/>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46A802C0-3C44-6E35-D5C9-4AD2CA9B157B}"/>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DAFCBD58-039C-9B8A-7AB6-265C5E176961}"/>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5D17D9DC-B7B7-758C-7FCC-0C716BE5740B}"/>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F26566F0-CEAC-6518-8563-DA56A0FC5141}"/>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5867BF16-B3B8-3E77-1FBF-4BDE45BC1444}"/>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spTree>
    <p:extLst>
      <p:ext uri="{BB962C8B-B14F-4D97-AF65-F5344CB8AC3E}">
        <p14:creationId xmlns:p14="http://schemas.microsoft.com/office/powerpoint/2010/main" val="1280214746"/>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18">
                                            <p:txEl>
                                              <p:pRg st="4" end="4"/>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118">
                                            <p:txEl>
                                              <p:pRg st="5" end="5"/>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118">
                                            <p:txEl>
                                              <p:pRg st="7" end="7"/>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18" grpId="0" uiExpand="1" build="p"/>
    </p:bldLst>
  </p:timing>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0E17ED55-03FB-0FFB-E3B4-5473D2EEF378}"/>
            </a:ext>
          </a:extLst>
        </p:cNvPr>
        <p:cNvGrpSpPr/>
        <p:nvPr/>
      </p:nvGrpSpPr>
      <p:grpSpPr>
        <a:xfrm>
          <a:off x="0" y="0"/>
          <a:ext cx="0" cy="0"/>
          <a:chOff x="0" y="0"/>
          <a:chExt cx="0" cy="0"/>
        </a:xfrm>
      </p:grpSpPr>
      <p:sp>
        <p:nvSpPr>
          <p:cNvPr id="118" name="Google Shape;118;p29">
            <a:extLst>
              <a:ext uri="{FF2B5EF4-FFF2-40B4-BE49-F238E27FC236}">
                <a16:creationId xmlns:a16="http://schemas.microsoft.com/office/drawing/2014/main" id="{DA60AB90-E0F5-8288-7149-F131CCE2EDB6}"/>
              </a:ext>
            </a:extLst>
          </p:cNvPr>
          <p:cNvSpPr txBox="1">
            <a:spLocks noGrp="1"/>
          </p:cNvSpPr>
          <p:nvPr>
            <p:ph type="body" idx="1"/>
          </p:nvPr>
        </p:nvSpPr>
        <p:spPr>
          <a:xfrm>
            <a:off x="376809" y="1334279"/>
            <a:ext cx="6249927" cy="4821102"/>
          </a:xfrm>
          <a:prstGeom prst="rect">
            <a:avLst/>
          </a:prstGeom>
          <a:noFill/>
          <a:ln>
            <a:noFill/>
          </a:ln>
        </p:spPr>
        <p:txBody>
          <a:bodyPr spcFirstLastPara="1" wrap="square" lIns="91425" tIns="45700" rIns="91425" bIns="45700" anchor="t" anchorCtr="0">
            <a:noAutofit/>
          </a:bodyPr>
          <a:lstStyle/>
          <a:p>
            <a:pPr marL="0" indent="0">
              <a:lnSpc>
                <a:spcPct val="100000"/>
              </a:lnSpc>
              <a:spcBef>
                <a:spcPts val="0"/>
              </a:spcBef>
              <a:buSzPts val="3000"/>
              <a:buNone/>
            </a:pPr>
            <a:r>
              <a:rPr lang="en-US" sz="2400" dirty="0">
                <a:latin typeface="Atkinson Hyperlegible Next"/>
                <a:ea typeface="Arial"/>
                <a:cs typeface="Arial"/>
                <a:sym typeface="Arial"/>
              </a:rPr>
              <a:t>To solve the shadow problem, we transform the RGB cube into a cylinder: The </a:t>
            </a:r>
            <a:r>
              <a:rPr lang="en-US" sz="2400" b="1" dirty="0">
                <a:latin typeface="Atkinson Hyperlegible Next"/>
                <a:ea typeface="Arial"/>
                <a:cs typeface="Arial"/>
                <a:sym typeface="Arial"/>
              </a:rPr>
              <a:t>HSV </a:t>
            </a:r>
            <a:r>
              <a:rPr lang="en-US" sz="2400" dirty="0">
                <a:latin typeface="Atkinson Hyperlegible Next"/>
                <a:ea typeface="Arial"/>
                <a:cs typeface="Arial"/>
                <a:sym typeface="Arial"/>
              </a:rPr>
              <a:t>color space.</a:t>
            </a:r>
          </a:p>
          <a:p>
            <a:pPr marL="0" indent="0">
              <a:lnSpc>
                <a:spcPct val="100000"/>
              </a:lnSpc>
              <a:spcBef>
                <a:spcPts val="0"/>
              </a:spcBef>
              <a:buSzPts val="3000"/>
              <a:buNone/>
            </a:pPr>
            <a:endParaRPr lang="en-US" sz="2400" dirty="0">
              <a:latin typeface="Atkinson Hyperlegible Next"/>
              <a:ea typeface="Arial"/>
              <a:cs typeface="Arial"/>
              <a:sym typeface="Arial"/>
            </a:endParaRPr>
          </a:p>
          <a:p>
            <a:pPr marL="0" indent="0">
              <a:lnSpc>
                <a:spcPct val="100000"/>
              </a:lnSpc>
              <a:spcBef>
                <a:spcPts val="0"/>
              </a:spcBef>
              <a:buSzPts val="3000"/>
              <a:buNone/>
            </a:pPr>
            <a:r>
              <a:rPr lang="en-US" sz="2400" dirty="0">
                <a:latin typeface="Atkinson Hyperlegible Next"/>
                <a:ea typeface="Arial"/>
                <a:cs typeface="Arial"/>
                <a:sym typeface="Arial"/>
              </a:rPr>
              <a:t>H = </a:t>
            </a:r>
            <a:r>
              <a:rPr lang="en-US" sz="2400" b="1" dirty="0">
                <a:latin typeface="Atkinson Hyperlegible Next"/>
                <a:ea typeface="Arial"/>
                <a:cs typeface="Arial"/>
                <a:sym typeface="Arial"/>
              </a:rPr>
              <a:t>Hue</a:t>
            </a:r>
            <a:r>
              <a:rPr lang="en-US" sz="2400" dirty="0">
                <a:latin typeface="Atkinson Hyperlegible Next"/>
                <a:ea typeface="Arial"/>
                <a:cs typeface="Arial"/>
                <a:sym typeface="Arial"/>
              </a:rPr>
              <a:t> (The actual color type, e.g., Red, Blue).</a:t>
            </a:r>
          </a:p>
          <a:p>
            <a:pPr marL="0" indent="0">
              <a:lnSpc>
                <a:spcPct val="100000"/>
              </a:lnSpc>
              <a:spcBef>
                <a:spcPts val="0"/>
              </a:spcBef>
              <a:buSzPts val="3000"/>
              <a:buNone/>
            </a:pPr>
            <a:r>
              <a:rPr lang="en-US" sz="2400" dirty="0">
                <a:latin typeface="Atkinson Hyperlegible Next"/>
                <a:ea typeface="Arial"/>
                <a:cs typeface="Arial"/>
                <a:sym typeface="Arial"/>
              </a:rPr>
              <a:t>S = </a:t>
            </a:r>
            <a:r>
              <a:rPr lang="en-US" sz="2400" b="1" dirty="0">
                <a:latin typeface="Atkinson Hyperlegible Next"/>
                <a:ea typeface="Arial"/>
                <a:cs typeface="Arial"/>
                <a:sym typeface="Arial"/>
              </a:rPr>
              <a:t>Saturation</a:t>
            </a:r>
            <a:r>
              <a:rPr lang="en-US" sz="2400" dirty="0">
                <a:latin typeface="Atkinson Hyperlegible Next"/>
                <a:ea typeface="Arial"/>
                <a:cs typeface="Arial"/>
                <a:sym typeface="Arial"/>
              </a:rPr>
              <a:t> (How pure the color is, vs. faded white).</a:t>
            </a:r>
          </a:p>
          <a:p>
            <a:pPr marL="0" indent="0">
              <a:lnSpc>
                <a:spcPct val="100000"/>
              </a:lnSpc>
              <a:spcBef>
                <a:spcPts val="0"/>
              </a:spcBef>
              <a:buSzPts val="3000"/>
              <a:buNone/>
            </a:pPr>
            <a:r>
              <a:rPr lang="en-US" sz="2400" dirty="0">
                <a:latin typeface="Atkinson Hyperlegible Next"/>
                <a:ea typeface="Arial"/>
                <a:cs typeface="Arial"/>
                <a:sym typeface="Arial"/>
              </a:rPr>
              <a:t>V = </a:t>
            </a:r>
            <a:r>
              <a:rPr lang="en-US" sz="2400" b="1" dirty="0">
                <a:latin typeface="Atkinson Hyperlegible Next"/>
                <a:ea typeface="Arial"/>
                <a:cs typeface="Arial"/>
                <a:sym typeface="Arial"/>
              </a:rPr>
              <a:t>Value</a:t>
            </a:r>
            <a:r>
              <a:rPr lang="en-US" sz="2400" dirty="0">
                <a:latin typeface="Atkinson Hyperlegible Next"/>
                <a:ea typeface="Arial"/>
                <a:cs typeface="Arial"/>
                <a:sym typeface="Arial"/>
              </a:rPr>
              <a:t> (How bright or dark the color is).</a:t>
            </a:r>
          </a:p>
        </p:txBody>
      </p:sp>
      <p:sp>
        <p:nvSpPr>
          <p:cNvPr id="119" name="Google Shape;119;p29">
            <a:extLst>
              <a:ext uri="{FF2B5EF4-FFF2-40B4-BE49-F238E27FC236}">
                <a16:creationId xmlns:a16="http://schemas.microsoft.com/office/drawing/2014/main" id="{5B0817FF-F18B-E3FF-4C79-0B77FFC1A8C4}"/>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7DA9351C-5389-BAF5-4402-7028D9D075B8}"/>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tkinson Hyperlegible Next"/>
                <a:ea typeface="Arial"/>
                <a:cs typeface="Arial"/>
                <a:sym typeface="Arial"/>
              </a:rPr>
              <a:t>Camera Vision</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C183D7F6-B498-43B3-948B-1728B52AA6E4}">
                <adec:decorative xmlns:adec="http://schemas.microsoft.com/office/drawing/2017/decorative" val="1"/>
              </a:ext>
              <a:ext uri="{FF2B5EF4-FFF2-40B4-BE49-F238E27FC236}">
                <a16:creationId xmlns:a16="http://schemas.microsoft.com/office/drawing/2014/main" id="{4A04358E-9F07-9A79-96CF-1D85EF31FC48}"/>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576830E6-B00B-6704-EC76-1DC71759AFEC}"/>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8E0C2F89-9A33-4BF2-D2BE-A27002288159}"/>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E4A05458-4860-3297-95D1-C31879519B14}"/>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18524E47-C778-F7F9-D353-5BB43DD93EFF}"/>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0B093902-8747-E57B-87DB-B173F11FEF75}"/>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pic>
        <p:nvPicPr>
          <p:cNvPr id="8194" name="Picture 2">
            <a:extLst>
              <a:ext uri="{FF2B5EF4-FFF2-40B4-BE49-F238E27FC236}">
                <a16:creationId xmlns:a16="http://schemas.microsoft.com/office/drawing/2014/main" id="{2C29C659-83F3-5525-4410-BAC568249FF0}"/>
              </a:ext>
            </a:extLst>
          </p:cNvPr>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6626736" y="1666939"/>
            <a:ext cx="5565264" cy="4173948"/>
          </a:xfrm>
          <a:prstGeom prst="rect">
            <a:avLst/>
          </a:prstGeom>
          <a:noFill/>
          <a:extLst>
            <a:ext uri="{909E8E84-426E-40DD-AFC4-6F175D3DCCD1}">
              <a14:hiddenFill xmlns:a14="http://schemas.microsoft.com/office/drawing/2010/main">
                <a:solidFill>
                  <a:srgbClr val="FFFFFF"/>
                </a:solidFill>
              </a14:hiddenFill>
            </a:ext>
          </a:extLst>
        </p:spPr>
      </p:pic>
      <p:sp>
        <p:nvSpPr>
          <p:cNvPr id="3" name="TextBox 2">
            <a:extLst>
              <a:ext uri="{FF2B5EF4-FFF2-40B4-BE49-F238E27FC236}">
                <a16:creationId xmlns:a16="http://schemas.microsoft.com/office/drawing/2014/main" id="{A97CFA33-B747-1FFC-7DC4-C56019937EE3}"/>
              </a:ext>
            </a:extLst>
          </p:cNvPr>
          <p:cNvSpPr txBox="1"/>
          <p:nvPr/>
        </p:nvSpPr>
        <p:spPr>
          <a:xfrm>
            <a:off x="7547437" y="5913434"/>
            <a:ext cx="3739399" cy="307777"/>
          </a:xfrm>
          <a:prstGeom prst="rect">
            <a:avLst/>
          </a:prstGeom>
          <a:noFill/>
        </p:spPr>
        <p:txBody>
          <a:bodyPr wrap="square">
            <a:spAutoFit/>
          </a:bodyPr>
          <a:lstStyle/>
          <a:p>
            <a:pPr algn="ctr"/>
            <a:r>
              <a:rPr lang="en-US" dirty="0">
                <a:hlinkClick r:id="rId5"/>
              </a:rPr>
              <a:t>https://en.wikipedia.org/wiki/HSL_and_HSV</a:t>
            </a:r>
            <a:r>
              <a:rPr lang="en-US" dirty="0"/>
              <a:t> </a:t>
            </a:r>
          </a:p>
        </p:txBody>
      </p:sp>
    </p:spTree>
    <p:extLst>
      <p:ext uri="{BB962C8B-B14F-4D97-AF65-F5344CB8AC3E}">
        <p14:creationId xmlns:p14="http://schemas.microsoft.com/office/powerpoint/2010/main" val="2982333477"/>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118">
                                            <p:txEl>
                                              <p:pRg st="2" end="2"/>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118">
                                            <p:txEl>
                                              <p:pRg st="3" end="3"/>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118">
                                            <p:txEl>
                                              <p:pRg st="4" end="4"/>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E1A22B9A-326B-194A-364D-9DBEF6C76234}"/>
            </a:ext>
          </a:extLst>
        </p:cNvPr>
        <p:cNvGrpSpPr/>
        <p:nvPr/>
      </p:nvGrpSpPr>
      <p:grpSpPr>
        <a:xfrm>
          <a:off x="0" y="0"/>
          <a:ext cx="0" cy="0"/>
          <a:chOff x="0" y="0"/>
          <a:chExt cx="0" cy="0"/>
        </a:xfrm>
      </p:grpSpPr>
      <mc:AlternateContent xmlns:mc="http://schemas.openxmlformats.org/markup-compatibility/2006" xmlns:a14="http://schemas.microsoft.com/office/drawing/2010/main">
        <mc:Choice Requires="a14">
          <p:sp>
            <p:nvSpPr>
              <p:cNvPr id="118" name="Google Shape;118;p29">
                <a:extLst>
                  <a:ext uri="{FF2B5EF4-FFF2-40B4-BE49-F238E27FC236}">
                    <a16:creationId xmlns:a16="http://schemas.microsoft.com/office/drawing/2014/main" id="{CB3096CD-535E-BAFB-689D-0824AE698D98}"/>
                  </a:ext>
                </a:extLst>
              </p:cNvPr>
              <p:cNvSpPr txBox="1">
                <a:spLocks noGrp="1"/>
              </p:cNvSpPr>
              <p:nvPr>
                <p:ph type="body" idx="1"/>
              </p:nvPr>
            </p:nvSpPr>
            <p:spPr>
              <a:xfrm>
                <a:off x="376809" y="1334279"/>
                <a:ext cx="6249927" cy="4821102"/>
              </a:xfrm>
              <a:prstGeom prst="rect">
                <a:avLst/>
              </a:prstGeom>
              <a:noFill/>
              <a:ln>
                <a:noFill/>
              </a:ln>
            </p:spPr>
            <p:txBody>
              <a:bodyPr spcFirstLastPara="1" wrap="square" lIns="91425" tIns="45700" rIns="91425" bIns="45700" anchor="t" anchorCtr="0">
                <a:noAutofit/>
              </a:bodyPr>
              <a:lstStyle/>
              <a:p>
                <a:pPr marL="0" indent="0">
                  <a:lnSpc>
                    <a:spcPct val="100000"/>
                  </a:lnSpc>
                  <a:spcBef>
                    <a:spcPts val="0"/>
                  </a:spcBef>
                  <a:buSzPts val="3000"/>
                  <a:buNone/>
                </a:pPr>
                <a:r>
                  <a:rPr lang="en-US" sz="2400" dirty="0">
                    <a:latin typeface="Atkinson Hyperlegible Next"/>
                    <a:ea typeface="Arial"/>
                    <a:cs typeface="Arial"/>
                    <a:sym typeface="Arial"/>
                  </a:rPr>
                  <a:t>In the HSV cylinder, Hue is an angle from </a:t>
                </a:r>
                <a14:m>
                  <m:oMath xmlns:m="http://schemas.openxmlformats.org/officeDocument/2006/math">
                    <m:sSup>
                      <m:sSupPr>
                        <m:ctrlPr>
                          <a:rPr lang="en-US" sz="2400" i="1" dirty="0" smtClean="0">
                            <a:latin typeface="Cambria Math" panose="02040503050406030204" pitchFamily="18" charset="0"/>
                            <a:ea typeface="Arial"/>
                            <a:cs typeface="Arial"/>
                            <a:sym typeface="Arial"/>
                          </a:rPr>
                        </m:ctrlPr>
                      </m:sSupPr>
                      <m:e>
                        <m:r>
                          <a:rPr lang="en-US" sz="2400" i="1" dirty="0" smtClean="0">
                            <a:latin typeface="Cambria Math" panose="02040503050406030204" pitchFamily="18" charset="0"/>
                            <a:ea typeface="Arial"/>
                            <a:cs typeface="Arial"/>
                            <a:sym typeface="Arial"/>
                          </a:rPr>
                          <m:t>0</m:t>
                        </m:r>
                      </m:e>
                      <m:sup>
                        <m:r>
                          <a:rPr lang="en-US" sz="2400" i="1" dirty="0" smtClean="0">
                            <a:latin typeface="Cambria Math" panose="02040503050406030204" pitchFamily="18" charset="0"/>
                            <a:ea typeface="Arial"/>
                            <a:cs typeface="Arial"/>
                            <a:sym typeface="Arial"/>
                          </a:rPr>
                          <m:t>∘</m:t>
                        </m:r>
                      </m:sup>
                    </m:sSup>
                  </m:oMath>
                </a14:m>
                <a:r>
                  <a:rPr lang="en-US" sz="2400" dirty="0">
                    <a:latin typeface="Atkinson Hyperlegible Next"/>
                    <a:ea typeface="Arial"/>
                    <a:cs typeface="Arial"/>
                    <a:sym typeface="Arial"/>
                  </a:rPr>
                  <a:t> to </a:t>
                </a:r>
                <a14:m>
                  <m:oMath xmlns:m="http://schemas.openxmlformats.org/officeDocument/2006/math">
                    <m:sSup>
                      <m:sSupPr>
                        <m:ctrlPr>
                          <a:rPr lang="en-US" sz="2400" i="1" dirty="0" smtClean="0">
                            <a:latin typeface="Cambria Math" panose="02040503050406030204" pitchFamily="18" charset="0"/>
                            <a:ea typeface="Arial"/>
                            <a:cs typeface="Arial"/>
                            <a:sym typeface="Arial"/>
                          </a:rPr>
                        </m:ctrlPr>
                      </m:sSupPr>
                      <m:e>
                        <m:r>
                          <a:rPr lang="en-US" sz="2400" i="1" dirty="0" smtClean="0">
                            <a:latin typeface="Cambria Math" panose="02040503050406030204" pitchFamily="18" charset="0"/>
                            <a:ea typeface="Arial"/>
                            <a:cs typeface="Arial"/>
                            <a:sym typeface="Arial"/>
                          </a:rPr>
                          <m:t>360</m:t>
                        </m:r>
                      </m:e>
                      <m:sup>
                        <m:r>
                          <a:rPr lang="en-US" sz="2400" i="1" dirty="0" smtClean="0">
                            <a:latin typeface="Cambria Math" panose="02040503050406030204" pitchFamily="18" charset="0"/>
                            <a:ea typeface="Arial"/>
                            <a:cs typeface="Arial"/>
                            <a:sym typeface="Arial"/>
                          </a:rPr>
                          <m:t>∘</m:t>
                        </m:r>
                      </m:sup>
                    </m:sSup>
                  </m:oMath>
                </a14:m>
                <a:r>
                  <a:rPr lang="en-US" sz="2400" dirty="0">
                    <a:latin typeface="Atkinson Hyperlegible Next"/>
                    <a:ea typeface="Arial"/>
                    <a:cs typeface="Arial"/>
                    <a:sym typeface="Arial"/>
                  </a:rPr>
                  <a:t>. </a:t>
                </a:r>
                <a:endParaRPr lang="en-US" sz="2400" i="1" dirty="0">
                  <a:latin typeface="Cambria Math" panose="02040503050406030204" pitchFamily="18" charset="0"/>
                  <a:ea typeface="Arial"/>
                  <a:cs typeface="Arial"/>
                  <a:sym typeface="Arial"/>
                </a:endParaRPr>
              </a:p>
              <a:p>
                <a:pPr marL="342900">
                  <a:lnSpc>
                    <a:spcPct val="100000"/>
                  </a:lnSpc>
                  <a:spcBef>
                    <a:spcPts val="0"/>
                  </a:spcBef>
                  <a:buSzPts val="3000"/>
                </a:pPr>
                <a14:m>
                  <m:oMath xmlns:m="http://schemas.openxmlformats.org/officeDocument/2006/math">
                    <m:sSup>
                      <m:sSupPr>
                        <m:ctrlPr>
                          <a:rPr lang="en-US" sz="2400" i="1" dirty="0">
                            <a:latin typeface="Cambria Math" panose="02040503050406030204" pitchFamily="18" charset="0"/>
                            <a:ea typeface="Arial"/>
                            <a:cs typeface="Arial"/>
                            <a:sym typeface="Arial"/>
                          </a:rPr>
                        </m:ctrlPr>
                      </m:sSupPr>
                      <m:e>
                        <m:r>
                          <a:rPr lang="en-US" sz="2400" i="1" dirty="0">
                            <a:latin typeface="Cambria Math" panose="02040503050406030204" pitchFamily="18" charset="0"/>
                            <a:ea typeface="Arial"/>
                            <a:cs typeface="Arial"/>
                            <a:sym typeface="Arial"/>
                          </a:rPr>
                          <m:t>0</m:t>
                        </m:r>
                      </m:e>
                      <m:sup>
                        <m:r>
                          <a:rPr lang="en-US" sz="2400" i="1" dirty="0">
                            <a:latin typeface="Cambria Math" panose="02040503050406030204" pitchFamily="18" charset="0"/>
                            <a:ea typeface="Arial"/>
                            <a:cs typeface="Arial"/>
                            <a:sym typeface="Arial"/>
                          </a:rPr>
                          <m:t>∘</m:t>
                        </m:r>
                      </m:sup>
                    </m:sSup>
                    <m:r>
                      <a:rPr lang="en-US" sz="2400" i="1" dirty="0">
                        <a:latin typeface="Cambria Math" panose="02040503050406030204" pitchFamily="18" charset="0"/>
                        <a:ea typeface="Arial"/>
                        <a:cs typeface="Arial"/>
                        <a:sym typeface="Arial"/>
                      </a:rPr>
                      <m:t> </m:t>
                    </m:r>
                  </m:oMath>
                </a14:m>
                <a:r>
                  <a:rPr lang="en-US" sz="2400" dirty="0">
                    <a:latin typeface="Atkinson Hyperlegible Next"/>
                    <a:ea typeface="Arial"/>
                    <a:cs typeface="Arial"/>
                    <a:sym typeface="Arial"/>
                  </a:rPr>
                  <a:t>= Red, </a:t>
                </a:r>
              </a:p>
              <a:p>
                <a:pPr marL="342900">
                  <a:lnSpc>
                    <a:spcPct val="100000"/>
                  </a:lnSpc>
                  <a:spcBef>
                    <a:spcPts val="0"/>
                  </a:spcBef>
                  <a:buSzPts val="3000"/>
                </a:pPr>
                <a14:m>
                  <m:oMath xmlns:m="http://schemas.openxmlformats.org/officeDocument/2006/math">
                    <m:sSup>
                      <m:sSupPr>
                        <m:ctrlPr>
                          <a:rPr lang="en-US" sz="2400" i="1" dirty="0" smtClean="0">
                            <a:latin typeface="Cambria Math" panose="02040503050406030204" pitchFamily="18" charset="0"/>
                            <a:ea typeface="Arial"/>
                            <a:cs typeface="Arial"/>
                            <a:sym typeface="Arial"/>
                          </a:rPr>
                        </m:ctrlPr>
                      </m:sSupPr>
                      <m:e>
                        <m:r>
                          <a:rPr lang="en-US" sz="2400" i="1" dirty="0" smtClean="0">
                            <a:latin typeface="Cambria Math" panose="02040503050406030204" pitchFamily="18" charset="0"/>
                            <a:ea typeface="Arial"/>
                            <a:cs typeface="Arial"/>
                            <a:sym typeface="Arial"/>
                          </a:rPr>
                          <m:t>120</m:t>
                        </m:r>
                      </m:e>
                      <m:sup>
                        <m:r>
                          <a:rPr lang="en-US" sz="2400" i="1" dirty="0" smtClean="0">
                            <a:latin typeface="Cambria Math" panose="02040503050406030204" pitchFamily="18" charset="0"/>
                            <a:ea typeface="Arial"/>
                            <a:cs typeface="Arial"/>
                            <a:sym typeface="Arial"/>
                          </a:rPr>
                          <m:t>∘</m:t>
                        </m:r>
                      </m:sup>
                    </m:sSup>
                  </m:oMath>
                </a14:m>
                <a:r>
                  <a:rPr lang="en-US" sz="2400" dirty="0">
                    <a:latin typeface="Atkinson Hyperlegible Next"/>
                    <a:ea typeface="Arial"/>
                    <a:cs typeface="Arial"/>
                    <a:sym typeface="Arial"/>
                  </a:rPr>
                  <a:t> = Green, </a:t>
                </a:r>
              </a:p>
              <a:p>
                <a:pPr marL="342900">
                  <a:lnSpc>
                    <a:spcPct val="100000"/>
                  </a:lnSpc>
                  <a:spcBef>
                    <a:spcPts val="0"/>
                  </a:spcBef>
                  <a:buSzPts val="3000"/>
                </a:pPr>
                <a14:m>
                  <m:oMath xmlns:m="http://schemas.openxmlformats.org/officeDocument/2006/math">
                    <m:sSup>
                      <m:sSupPr>
                        <m:ctrlPr>
                          <a:rPr lang="en-US" sz="2400" i="1" dirty="0" smtClean="0">
                            <a:latin typeface="Cambria Math" panose="02040503050406030204" pitchFamily="18" charset="0"/>
                            <a:ea typeface="Arial"/>
                            <a:cs typeface="Arial"/>
                            <a:sym typeface="Arial"/>
                          </a:rPr>
                        </m:ctrlPr>
                      </m:sSupPr>
                      <m:e>
                        <m:r>
                          <a:rPr lang="en-US" sz="2400" i="1" dirty="0" smtClean="0">
                            <a:latin typeface="Cambria Math" panose="02040503050406030204" pitchFamily="18" charset="0"/>
                            <a:ea typeface="Arial"/>
                            <a:cs typeface="Arial"/>
                            <a:sym typeface="Arial"/>
                          </a:rPr>
                          <m:t>240</m:t>
                        </m:r>
                      </m:e>
                      <m:sup>
                        <m:r>
                          <a:rPr lang="en-US" sz="2400" i="1" dirty="0" smtClean="0">
                            <a:latin typeface="Cambria Math" panose="02040503050406030204" pitchFamily="18" charset="0"/>
                            <a:ea typeface="Arial"/>
                            <a:cs typeface="Arial"/>
                            <a:sym typeface="Arial"/>
                          </a:rPr>
                          <m:t>∘</m:t>
                        </m:r>
                      </m:sup>
                    </m:sSup>
                  </m:oMath>
                </a14:m>
                <a:r>
                  <a:rPr lang="en-US" sz="2400" dirty="0">
                    <a:latin typeface="Atkinson Hyperlegible Next"/>
                    <a:ea typeface="Arial"/>
                    <a:cs typeface="Arial"/>
                    <a:sym typeface="Arial"/>
                  </a:rPr>
                  <a:t> = Blue.</a:t>
                </a:r>
              </a:p>
              <a:p>
                <a:pPr marL="0" indent="0">
                  <a:lnSpc>
                    <a:spcPct val="100000"/>
                  </a:lnSpc>
                  <a:spcBef>
                    <a:spcPts val="0"/>
                  </a:spcBef>
                  <a:buSzPts val="3000"/>
                  <a:buNone/>
                </a:pPr>
                <a:endParaRPr lang="en-US" sz="2400" dirty="0">
                  <a:latin typeface="Atkinson Hyperlegible Next"/>
                  <a:ea typeface="Arial"/>
                  <a:cs typeface="Arial"/>
                  <a:sym typeface="Arial"/>
                </a:endParaRPr>
              </a:p>
              <a:p>
                <a:pPr marL="0" indent="0">
                  <a:lnSpc>
                    <a:spcPct val="100000"/>
                  </a:lnSpc>
                  <a:spcBef>
                    <a:spcPts val="0"/>
                  </a:spcBef>
                  <a:buSzPts val="3000"/>
                  <a:buNone/>
                </a:pPr>
                <a:r>
                  <a:rPr lang="en-US" sz="2400" dirty="0">
                    <a:latin typeface="Atkinson Hyperlegible Next"/>
                    <a:ea typeface="Arial"/>
                    <a:cs typeface="Arial"/>
                    <a:sym typeface="Arial"/>
                  </a:rPr>
                  <a:t>Why this is brilliant: If a red ball enters a shadow, its </a:t>
                </a:r>
                <a:r>
                  <a:rPr lang="en-US" sz="2400" b="1" dirty="0">
                    <a:latin typeface="Atkinson Hyperlegible Next"/>
                    <a:ea typeface="Arial"/>
                    <a:cs typeface="Arial"/>
                    <a:sym typeface="Arial"/>
                  </a:rPr>
                  <a:t>Value</a:t>
                </a:r>
                <a:r>
                  <a:rPr lang="en-US" sz="2400" dirty="0">
                    <a:latin typeface="Atkinson Hyperlegible Next"/>
                    <a:ea typeface="Arial"/>
                    <a:cs typeface="Arial"/>
                    <a:sym typeface="Arial"/>
                  </a:rPr>
                  <a:t> </a:t>
                </a:r>
                <a:r>
                  <a:rPr lang="en-US" sz="2400" b="1" dirty="0">
                    <a:latin typeface="Atkinson Hyperlegible Next"/>
                    <a:ea typeface="Arial"/>
                    <a:cs typeface="Arial"/>
                    <a:sym typeface="Arial"/>
                  </a:rPr>
                  <a:t>drops</a:t>
                </a:r>
                <a:r>
                  <a:rPr lang="en-US" sz="2400" dirty="0">
                    <a:latin typeface="Atkinson Hyperlegible Next"/>
                    <a:ea typeface="Arial"/>
                    <a:cs typeface="Arial"/>
                    <a:sym typeface="Arial"/>
                  </a:rPr>
                  <a:t>, but its </a:t>
                </a:r>
                <a:r>
                  <a:rPr lang="en-US" sz="2400" b="1" dirty="0">
                    <a:latin typeface="Atkinson Hyperlegible Next"/>
                    <a:ea typeface="Arial"/>
                    <a:cs typeface="Arial"/>
                    <a:sym typeface="Arial"/>
                  </a:rPr>
                  <a:t>Hue angle remains “exactly” </a:t>
                </a:r>
                <a14:m>
                  <m:oMath xmlns:m="http://schemas.openxmlformats.org/officeDocument/2006/math">
                    <m:sSup>
                      <m:sSupPr>
                        <m:ctrlPr>
                          <a:rPr lang="en-US" sz="2400" b="1" i="1" dirty="0">
                            <a:latin typeface="Cambria Math" panose="02040503050406030204" pitchFamily="18" charset="0"/>
                            <a:ea typeface="Arial"/>
                            <a:cs typeface="Arial"/>
                            <a:sym typeface="Arial"/>
                          </a:rPr>
                        </m:ctrlPr>
                      </m:sSupPr>
                      <m:e>
                        <m:r>
                          <a:rPr lang="en-US" sz="2400" b="1" i="1" dirty="0">
                            <a:latin typeface="Cambria Math" panose="02040503050406030204" pitchFamily="18" charset="0"/>
                            <a:ea typeface="Arial"/>
                            <a:cs typeface="Arial"/>
                            <a:sym typeface="Arial"/>
                          </a:rPr>
                          <m:t>𝟎</m:t>
                        </m:r>
                      </m:e>
                      <m:sup>
                        <m:r>
                          <a:rPr lang="en-US" sz="2400" b="1" i="1" dirty="0">
                            <a:latin typeface="Cambria Math" panose="02040503050406030204" pitchFamily="18" charset="0"/>
                            <a:ea typeface="Arial"/>
                            <a:cs typeface="Arial"/>
                            <a:sym typeface="Arial"/>
                          </a:rPr>
                          <m:t>∘</m:t>
                        </m:r>
                      </m:sup>
                    </m:sSup>
                  </m:oMath>
                </a14:m>
                <a:r>
                  <a:rPr lang="en-US" sz="2400" b="1" dirty="0">
                    <a:latin typeface="Atkinson Hyperlegible Next"/>
                    <a:ea typeface="Arial"/>
                    <a:cs typeface="Arial"/>
                    <a:sym typeface="Arial"/>
                  </a:rPr>
                  <a:t>!</a:t>
                </a:r>
              </a:p>
              <a:p>
                <a:pPr marL="0" indent="0">
                  <a:lnSpc>
                    <a:spcPct val="100000"/>
                  </a:lnSpc>
                  <a:spcBef>
                    <a:spcPts val="0"/>
                  </a:spcBef>
                  <a:buSzPts val="3000"/>
                  <a:buNone/>
                </a:pPr>
                <a:endParaRPr lang="en-US" sz="2400" dirty="0">
                  <a:latin typeface="Atkinson Hyperlegible Next"/>
                  <a:ea typeface="Arial"/>
                  <a:cs typeface="Arial"/>
                  <a:sym typeface="Arial"/>
                </a:endParaRPr>
              </a:p>
              <a:p>
                <a:pPr marL="0" indent="0">
                  <a:lnSpc>
                    <a:spcPct val="100000"/>
                  </a:lnSpc>
                  <a:spcBef>
                    <a:spcPts val="0"/>
                  </a:spcBef>
                  <a:buSzPts val="3000"/>
                  <a:buNone/>
                </a:pPr>
                <a:r>
                  <a:rPr lang="en-US" sz="2400" dirty="0">
                    <a:latin typeface="Atkinson Hyperlegible Next"/>
                    <a:ea typeface="Arial"/>
                    <a:cs typeface="Arial"/>
                    <a:sym typeface="Arial"/>
                  </a:rPr>
                  <a:t>This isolates the color from the lighting condition, making our tracking algorithm more robust!</a:t>
                </a:r>
              </a:p>
            </p:txBody>
          </p:sp>
        </mc:Choice>
        <mc:Fallback xmlns="">
          <p:sp>
            <p:nvSpPr>
              <p:cNvPr id="118" name="Google Shape;118;p29">
                <a:extLst>
                  <a:ext uri="{FF2B5EF4-FFF2-40B4-BE49-F238E27FC236}">
                    <a16:creationId xmlns:a16="http://schemas.microsoft.com/office/drawing/2014/main" id="{CB3096CD-535E-BAFB-689D-0824AE698D98}"/>
                  </a:ext>
                </a:extLst>
              </p:cNvPr>
              <p:cNvSpPr txBox="1">
                <a:spLocks noGrp="1" noRot="1" noChangeAspect="1" noMove="1" noResize="1" noEditPoints="1" noAdjustHandles="1" noChangeArrowheads="1" noChangeShapeType="1" noTextEdit="1"/>
              </p:cNvSpPr>
              <p:nvPr>
                <p:ph type="body" idx="1"/>
              </p:nvPr>
            </p:nvSpPr>
            <p:spPr>
              <a:xfrm>
                <a:off x="376809" y="1334279"/>
                <a:ext cx="6249927" cy="4821102"/>
              </a:xfrm>
              <a:prstGeom prst="rect">
                <a:avLst/>
              </a:prstGeom>
              <a:blipFill>
                <a:blip r:embed="rId3"/>
                <a:stretch>
                  <a:fillRect l="-2049" t="-885" b="-3540"/>
                </a:stretch>
              </a:blipFill>
              <a:ln>
                <a:noFill/>
              </a:ln>
            </p:spPr>
            <p:txBody>
              <a:bodyPr/>
              <a:lstStyle/>
              <a:p>
                <a:r>
                  <a:rPr lang="en-US">
                    <a:noFill/>
                  </a:rPr>
                  <a:t> </a:t>
                </a:r>
              </a:p>
            </p:txBody>
          </p:sp>
        </mc:Fallback>
      </mc:AlternateContent>
      <p:sp>
        <p:nvSpPr>
          <p:cNvPr id="119" name="Google Shape;119;p29">
            <a:extLst>
              <a:ext uri="{FF2B5EF4-FFF2-40B4-BE49-F238E27FC236}">
                <a16:creationId xmlns:a16="http://schemas.microsoft.com/office/drawing/2014/main" id="{9BA171B8-7E24-D5CD-6129-037B60E4F7D7}"/>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7D5DB623-DF51-91FD-EEFE-5AAAF7527D4B}"/>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tkinson Hyperlegible Next"/>
                <a:ea typeface="Arial"/>
                <a:cs typeface="Arial"/>
                <a:sym typeface="Arial"/>
              </a:rPr>
              <a:t>Camera Vision</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C183D7F6-B498-43B3-948B-1728B52AA6E4}">
                <adec:decorative xmlns:adec="http://schemas.microsoft.com/office/drawing/2017/decorative" val="1"/>
              </a:ext>
              <a:ext uri="{FF2B5EF4-FFF2-40B4-BE49-F238E27FC236}">
                <a16:creationId xmlns:a16="http://schemas.microsoft.com/office/drawing/2014/main" id="{4816869F-F56C-15D7-3C4E-37C6C1BB5CAE}"/>
              </a:ext>
            </a:extLst>
          </p:cNvPr>
          <p:cNvPicPr preferRelativeResize="0"/>
          <p:nvPr/>
        </p:nvPicPr>
        <p:blipFill rotWithShape="1">
          <a:blip r:embed="rId4">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90AF2485-266C-378C-07DB-4A63D0E440D6}"/>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0F42BB47-4267-D0B1-C60D-B1E35232487B}"/>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B97314A8-3CA3-327D-890E-13B7F4B16BC2}"/>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51D414B7-30F3-6555-397E-831DC75311C9}"/>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501178C4-A7E4-72A5-FE0F-DE9984674012}"/>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pic>
        <p:nvPicPr>
          <p:cNvPr id="8194" name="Picture 2">
            <a:extLst>
              <a:ext uri="{FF2B5EF4-FFF2-40B4-BE49-F238E27FC236}">
                <a16:creationId xmlns:a16="http://schemas.microsoft.com/office/drawing/2014/main" id="{2919FED6-C67F-725D-39A7-7E7B85FE4C9B}"/>
              </a:ext>
            </a:extLst>
          </p:cNvPr>
          <p:cNvPicPr>
            <a:picLocks noChangeAspect="1" noChangeArrowheads="1"/>
          </p:cNvPicPr>
          <p:nvPr/>
        </p:nvPicPr>
        <p:blipFill>
          <a:blip r:embed="rId5">
            <a:extLst>
              <a:ext uri="{28A0092B-C50C-407E-A947-70E740481C1C}">
                <a14:useLocalDpi xmlns:a14="http://schemas.microsoft.com/office/drawing/2010/main" val="0"/>
              </a:ext>
            </a:extLst>
          </a:blip>
          <a:srcRect/>
          <a:stretch>
            <a:fillRect/>
          </a:stretch>
        </p:blipFill>
        <p:spPr bwMode="auto">
          <a:xfrm>
            <a:off x="6626736" y="1666939"/>
            <a:ext cx="5565264" cy="4173948"/>
          </a:xfrm>
          <a:prstGeom prst="rect">
            <a:avLst/>
          </a:prstGeom>
          <a:noFill/>
          <a:extLst>
            <a:ext uri="{909E8E84-426E-40DD-AFC4-6F175D3DCCD1}">
              <a14:hiddenFill xmlns:a14="http://schemas.microsoft.com/office/drawing/2010/main">
                <a:solidFill>
                  <a:srgbClr val="FFFFFF"/>
                </a:solidFill>
              </a14:hiddenFill>
            </a:ext>
          </a:extLst>
        </p:spPr>
      </p:pic>
      <p:sp>
        <p:nvSpPr>
          <p:cNvPr id="3" name="TextBox 2">
            <a:extLst>
              <a:ext uri="{FF2B5EF4-FFF2-40B4-BE49-F238E27FC236}">
                <a16:creationId xmlns:a16="http://schemas.microsoft.com/office/drawing/2014/main" id="{04EE992C-4DFF-C690-F6E5-765961A9F7B6}"/>
              </a:ext>
            </a:extLst>
          </p:cNvPr>
          <p:cNvSpPr txBox="1"/>
          <p:nvPr/>
        </p:nvSpPr>
        <p:spPr>
          <a:xfrm>
            <a:off x="7547437" y="5913434"/>
            <a:ext cx="3739399" cy="307777"/>
          </a:xfrm>
          <a:prstGeom prst="rect">
            <a:avLst/>
          </a:prstGeom>
          <a:noFill/>
        </p:spPr>
        <p:txBody>
          <a:bodyPr wrap="square">
            <a:spAutoFit/>
          </a:bodyPr>
          <a:lstStyle/>
          <a:p>
            <a:pPr algn="ctr"/>
            <a:r>
              <a:rPr lang="en-US" dirty="0">
                <a:hlinkClick r:id="rId6"/>
              </a:rPr>
              <a:t>https://en.wikipedia.org/wiki/HSL_and_HSV</a:t>
            </a:r>
            <a:r>
              <a:rPr lang="en-US" dirty="0"/>
              <a:t> </a:t>
            </a:r>
          </a:p>
        </p:txBody>
      </p:sp>
    </p:spTree>
    <p:extLst>
      <p:ext uri="{BB962C8B-B14F-4D97-AF65-F5344CB8AC3E}">
        <p14:creationId xmlns:p14="http://schemas.microsoft.com/office/powerpoint/2010/main" val="2927062741"/>
      </p:ext>
    </p:extLst>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CA0501AA-4348-DAAE-58E9-9B534A339346}"/>
            </a:ext>
          </a:extLst>
        </p:cNvPr>
        <p:cNvGrpSpPr/>
        <p:nvPr/>
      </p:nvGrpSpPr>
      <p:grpSpPr>
        <a:xfrm>
          <a:off x="0" y="0"/>
          <a:ext cx="0" cy="0"/>
          <a:chOff x="0" y="0"/>
          <a:chExt cx="0" cy="0"/>
        </a:xfrm>
      </p:grpSpPr>
      <p:sp>
        <p:nvSpPr>
          <p:cNvPr id="118" name="Google Shape;118;p29">
            <a:extLst>
              <a:ext uri="{FF2B5EF4-FFF2-40B4-BE49-F238E27FC236}">
                <a16:creationId xmlns:a16="http://schemas.microsoft.com/office/drawing/2014/main" id="{5F511F52-AAE8-4CD5-D22B-672540E4BED1}"/>
              </a:ext>
            </a:extLst>
          </p:cNvPr>
          <p:cNvSpPr txBox="1">
            <a:spLocks noGrp="1"/>
          </p:cNvSpPr>
          <p:nvPr>
            <p:ph type="body" idx="1"/>
          </p:nvPr>
        </p:nvSpPr>
        <p:spPr>
          <a:xfrm>
            <a:off x="376809" y="1334279"/>
            <a:ext cx="6249927" cy="4821102"/>
          </a:xfrm>
          <a:prstGeom prst="rect">
            <a:avLst/>
          </a:prstGeom>
          <a:noFill/>
          <a:ln>
            <a:noFill/>
          </a:ln>
        </p:spPr>
        <p:txBody>
          <a:bodyPr spcFirstLastPara="1" wrap="square" lIns="91425" tIns="45700" rIns="91425" bIns="45700" anchor="t" anchorCtr="0">
            <a:noAutofit/>
          </a:bodyPr>
          <a:lstStyle/>
          <a:p>
            <a:pPr marL="0" indent="0">
              <a:lnSpc>
                <a:spcPct val="100000"/>
              </a:lnSpc>
              <a:spcBef>
                <a:spcPts val="0"/>
              </a:spcBef>
              <a:buSzPts val="3000"/>
              <a:buNone/>
            </a:pPr>
            <a:r>
              <a:rPr lang="en-US" sz="2400" dirty="0">
                <a:latin typeface="Atkinson Hyperlegible Next"/>
                <a:ea typeface="Arial"/>
                <a:cs typeface="Arial"/>
                <a:sym typeface="Arial"/>
              </a:rPr>
              <a:t>Saturation is the radius (distance from the center axis).</a:t>
            </a:r>
          </a:p>
          <a:p>
            <a:pPr marL="342900">
              <a:lnSpc>
                <a:spcPct val="100000"/>
              </a:lnSpc>
              <a:spcBef>
                <a:spcPts val="0"/>
              </a:spcBef>
              <a:buSzPts val="3000"/>
            </a:pPr>
            <a:r>
              <a:rPr lang="en-US" sz="2400" b="1" dirty="0">
                <a:latin typeface="Atkinson Hyperlegible Next"/>
                <a:ea typeface="Arial"/>
                <a:cs typeface="Arial"/>
                <a:sym typeface="Arial"/>
              </a:rPr>
              <a:t>S=0%</a:t>
            </a:r>
            <a:r>
              <a:rPr lang="en-US" sz="2400" dirty="0">
                <a:latin typeface="Atkinson Hyperlegible Next"/>
                <a:ea typeface="Arial"/>
                <a:cs typeface="Arial"/>
                <a:sym typeface="Arial"/>
              </a:rPr>
              <a:t> is pure gray/white (center). </a:t>
            </a:r>
          </a:p>
          <a:p>
            <a:pPr marL="342900">
              <a:lnSpc>
                <a:spcPct val="100000"/>
              </a:lnSpc>
              <a:spcBef>
                <a:spcPts val="0"/>
              </a:spcBef>
              <a:buSzPts val="3000"/>
            </a:pPr>
            <a:r>
              <a:rPr lang="en-US" sz="2400" b="1" dirty="0">
                <a:latin typeface="Atkinson Hyperlegible Next"/>
                <a:ea typeface="Arial"/>
                <a:cs typeface="Arial"/>
                <a:sym typeface="Arial"/>
              </a:rPr>
              <a:t>S=100%</a:t>
            </a:r>
            <a:r>
              <a:rPr lang="en-US" sz="2400" dirty="0">
                <a:latin typeface="Atkinson Hyperlegible Next"/>
                <a:ea typeface="Arial"/>
                <a:cs typeface="Arial"/>
                <a:sym typeface="Arial"/>
              </a:rPr>
              <a:t> is a pure, vibrant color (edge).</a:t>
            </a:r>
          </a:p>
          <a:p>
            <a:pPr marL="0" indent="0">
              <a:lnSpc>
                <a:spcPct val="100000"/>
              </a:lnSpc>
              <a:spcBef>
                <a:spcPts val="0"/>
              </a:spcBef>
              <a:buSzPts val="3000"/>
              <a:buNone/>
            </a:pPr>
            <a:endParaRPr lang="en-US" sz="2400" dirty="0">
              <a:latin typeface="Atkinson Hyperlegible Next"/>
              <a:ea typeface="Arial"/>
              <a:cs typeface="Arial"/>
              <a:sym typeface="Arial"/>
            </a:endParaRPr>
          </a:p>
          <a:p>
            <a:pPr marL="0" indent="0">
              <a:lnSpc>
                <a:spcPct val="100000"/>
              </a:lnSpc>
              <a:spcBef>
                <a:spcPts val="0"/>
              </a:spcBef>
              <a:buSzPts val="3000"/>
              <a:buNone/>
            </a:pPr>
            <a:r>
              <a:rPr lang="en-US" sz="2400" dirty="0">
                <a:latin typeface="Atkinson Hyperlegible Next"/>
                <a:ea typeface="Arial"/>
                <a:cs typeface="Arial"/>
                <a:sym typeface="Arial"/>
              </a:rPr>
              <a:t>Value is the height of the cylinder (0 to 100%).</a:t>
            </a:r>
          </a:p>
          <a:p>
            <a:pPr marL="342900">
              <a:lnSpc>
                <a:spcPct val="100000"/>
              </a:lnSpc>
              <a:spcBef>
                <a:spcPts val="0"/>
              </a:spcBef>
              <a:buSzPts val="3000"/>
            </a:pPr>
            <a:r>
              <a:rPr lang="en-US" sz="2400" b="1" dirty="0">
                <a:latin typeface="Atkinson Hyperlegible Next"/>
                <a:ea typeface="Arial"/>
                <a:cs typeface="Arial"/>
                <a:sym typeface="Arial"/>
              </a:rPr>
              <a:t>V=0%</a:t>
            </a:r>
            <a:r>
              <a:rPr lang="en-US" sz="2400" dirty="0">
                <a:latin typeface="Atkinson Hyperlegible Next"/>
                <a:ea typeface="Arial"/>
                <a:cs typeface="Arial"/>
                <a:sym typeface="Arial"/>
              </a:rPr>
              <a:t> is pitch black. </a:t>
            </a:r>
          </a:p>
          <a:p>
            <a:pPr marL="342900">
              <a:lnSpc>
                <a:spcPct val="100000"/>
              </a:lnSpc>
              <a:spcBef>
                <a:spcPts val="0"/>
              </a:spcBef>
              <a:buSzPts val="3000"/>
            </a:pPr>
            <a:r>
              <a:rPr lang="en-US" sz="2400" b="1" dirty="0">
                <a:latin typeface="Atkinson Hyperlegible Next"/>
                <a:ea typeface="Arial"/>
                <a:cs typeface="Arial"/>
                <a:sym typeface="Arial"/>
              </a:rPr>
              <a:t>V=100% </a:t>
            </a:r>
            <a:r>
              <a:rPr lang="en-US" sz="2400" dirty="0">
                <a:latin typeface="Atkinson Hyperlegible Next"/>
                <a:ea typeface="Arial"/>
                <a:cs typeface="Arial"/>
                <a:sym typeface="Arial"/>
              </a:rPr>
              <a:t>is fully illuminated.</a:t>
            </a:r>
          </a:p>
          <a:p>
            <a:pPr marL="0" indent="0">
              <a:lnSpc>
                <a:spcPct val="100000"/>
              </a:lnSpc>
              <a:spcBef>
                <a:spcPts val="0"/>
              </a:spcBef>
              <a:buSzPts val="3000"/>
              <a:buNone/>
            </a:pPr>
            <a:endParaRPr lang="en-US" sz="2400" dirty="0">
              <a:latin typeface="Atkinson Hyperlegible Next"/>
              <a:ea typeface="Arial"/>
              <a:cs typeface="Arial"/>
              <a:sym typeface="Arial"/>
            </a:endParaRPr>
          </a:p>
          <a:p>
            <a:pPr marL="0" indent="0">
              <a:lnSpc>
                <a:spcPct val="100000"/>
              </a:lnSpc>
              <a:spcBef>
                <a:spcPts val="0"/>
              </a:spcBef>
              <a:buSzPts val="3000"/>
              <a:buNone/>
            </a:pPr>
            <a:r>
              <a:rPr lang="en-US" sz="2400" dirty="0">
                <a:latin typeface="Atkinson Hyperlegible Next"/>
                <a:ea typeface="Arial"/>
                <a:cs typeface="Arial"/>
                <a:sym typeface="Arial"/>
              </a:rPr>
              <a:t>To track an object, we look for pixels that fall within specific ranges.</a:t>
            </a:r>
          </a:p>
        </p:txBody>
      </p:sp>
      <p:sp>
        <p:nvSpPr>
          <p:cNvPr id="119" name="Google Shape;119;p29">
            <a:extLst>
              <a:ext uri="{FF2B5EF4-FFF2-40B4-BE49-F238E27FC236}">
                <a16:creationId xmlns:a16="http://schemas.microsoft.com/office/drawing/2014/main" id="{711C6FD8-037E-C66E-8F78-4C569DD47C89}"/>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40363E49-52D5-A2A0-4ADD-805741FFB495}"/>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tkinson Hyperlegible Next"/>
                <a:ea typeface="Arial"/>
                <a:cs typeface="Arial"/>
                <a:sym typeface="Arial"/>
              </a:rPr>
              <a:t>Camera Vision</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C183D7F6-B498-43B3-948B-1728B52AA6E4}">
                <adec:decorative xmlns:adec="http://schemas.microsoft.com/office/drawing/2017/decorative" val="1"/>
              </a:ext>
              <a:ext uri="{FF2B5EF4-FFF2-40B4-BE49-F238E27FC236}">
                <a16:creationId xmlns:a16="http://schemas.microsoft.com/office/drawing/2014/main" id="{D76B8E5F-AFD9-98FE-29E7-59001541FE20}"/>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0A4495B9-4E49-1418-CB21-698A503C5603}"/>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D97D4219-531D-2365-F4D9-395A25CECB82}"/>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F8031414-D07D-8DC6-CC76-F49276E28A29}"/>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BC0282DD-5F1E-925F-BAF1-4B172D25D6BE}"/>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652C2D23-AFEA-C01D-7F5B-822F1DBE7D85}"/>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pic>
        <p:nvPicPr>
          <p:cNvPr id="8194" name="Picture 2">
            <a:extLst>
              <a:ext uri="{FF2B5EF4-FFF2-40B4-BE49-F238E27FC236}">
                <a16:creationId xmlns:a16="http://schemas.microsoft.com/office/drawing/2014/main" id="{D438D219-4CEC-F988-4BF8-AD7BCD28C967}"/>
              </a:ext>
            </a:extLst>
          </p:cNvPr>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6626736" y="1666939"/>
            <a:ext cx="5565264" cy="4173948"/>
          </a:xfrm>
          <a:prstGeom prst="rect">
            <a:avLst/>
          </a:prstGeom>
          <a:noFill/>
          <a:extLst>
            <a:ext uri="{909E8E84-426E-40DD-AFC4-6F175D3DCCD1}">
              <a14:hiddenFill xmlns:a14="http://schemas.microsoft.com/office/drawing/2010/main">
                <a:solidFill>
                  <a:srgbClr val="FFFFFF"/>
                </a:solidFill>
              </a14:hiddenFill>
            </a:ext>
          </a:extLst>
        </p:spPr>
      </p:pic>
      <p:sp>
        <p:nvSpPr>
          <p:cNvPr id="3" name="TextBox 2">
            <a:extLst>
              <a:ext uri="{FF2B5EF4-FFF2-40B4-BE49-F238E27FC236}">
                <a16:creationId xmlns:a16="http://schemas.microsoft.com/office/drawing/2014/main" id="{AC362953-CBE3-0DAC-E424-2117F88DBD61}"/>
              </a:ext>
            </a:extLst>
          </p:cNvPr>
          <p:cNvSpPr txBox="1"/>
          <p:nvPr/>
        </p:nvSpPr>
        <p:spPr>
          <a:xfrm>
            <a:off x="7547437" y="5913434"/>
            <a:ext cx="3739399" cy="307777"/>
          </a:xfrm>
          <a:prstGeom prst="rect">
            <a:avLst/>
          </a:prstGeom>
          <a:noFill/>
        </p:spPr>
        <p:txBody>
          <a:bodyPr wrap="square">
            <a:spAutoFit/>
          </a:bodyPr>
          <a:lstStyle/>
          <a:p>
            <a:pPr algn="ctr"/>
            <a:r>
              <a:rPr lang="en-US" dirty="0">
                <a:hlinkClick r:id="rId5"/>
              </a:rPr>
              <a:t>https://en.wikipedia.org/wiki/HSL_and_HSV</a:t>
            </a:r>
            <a:r>
              <a:rPr lang="en-US" dirty="0"/>
              <a:t> </a:t>
            </a:r>
          </a:p>
        </p:txBody>
      </p:sp>
    </p:spTree>
    <p:extLst>
      <p:ext uri="{BB962C8B-B14F-4D97-AF65-F5344CB8AC3E}">
        <p14:creationId xmlns:p14="http://schemas.microsoft.com/office/powerpoint/2010/main" val="80724961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118">
                                            <p:txEl>
                                              <p:pRg st="4" end="4"/>
                                            </p:txEl>
                                          </p:spTgt>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118">
                                            <p:txEl>
                                              <p:pRg st="5" end="5"/>
                                            </p:txEl>
                                          </p:spTgt>
                                        </p:tgtEl>
                                        <p:attrNameLst>
                                          <p:attrName>style.visibility</p:attrName>
                                        </p:attrNameLst>
                                      </p:cBhvr>
                                      <p:to>
                                        <p:strVal val="visible"/>
                                      </p:to>
                                    </p:set>
                                  </p:childTnLst>
                                </p:cTn>
                              </p:par>
                              <p:par>
                                <p:cTn id="9" presetID="1" presetClass="entr" presetSubtype="0" fill="hold" nodeType="withEffect">
                                  <p:stCondLst>
                                    <p:cond delay="0"/>
                                  </p:stCondLst>
                                  <p:childTnLst>
                                    <p:set>
                                      <p:cBhvr>
                                        <p:cTn id="10" dur="1" fill="hold">
                                          <p:stCondLst>
                                            <p:cond delay="0"/>
                                          </p:stCondLst>
                                        </p:cTn>
                                        <p:tgtEl>
                                          <p:spTgt spid="118">
                                            <p:txEl>
                                              <p:pRg st="6" end="6"/>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118">
                                            <p:txEl>
                                              <p:pRg st="8" end="8"/>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0923E82A-1CEC-E410-BF7A-84AF184E6360}"/>
            </a:ext>
          </a:extLst>
        </p:cNvPr>
        <p:cNvGrpSpPr/>
        <p:nvPr/>
      </p:nvGrpSpPr>
      <p:grpSpPr>
        <a:xfrm>
          <a:off x="0" y="0"/>
          <a:ext cx="0" cy="0"/>
          <a:chOff x="0" y="0"/>
          <a:chExt cx="0" cy="0"/>
        </a:xfrm>
      </p:grpSpPr>
      <mc:AlternateContent xmlns:mc="http://schemas.openxmlformats.org/markup-compatibility/2006" xmlns:a14="http://schemas.microsoft.com/office/drawing/2010/main">
        <mc:Choice Requires="a14">
          <p:sp>
            <p:nvSpPr>
              <p:cNvPr id="118" name="Google Shape;118;p29">
                <a:extLst>
                  <a:ext uri="{FF2B5EF4-FFF2-40B4-BE49-F238E27FC236}">
                    <a16:creationId xmlns:a16="http://schemas.microsoft.com/office/drawing/2014/main" id="{D4237E1B-545F-69C1-D581-FF9F2476C15A}"/>
                  </a:ext>
                </a:extLst>
              </p:cNvPr>
              <p:cNvSpPr txBox="1">
                <a:spLocks noGrp="1"/>
              </p:cNvSpPr>
              <p:nvPr>
                <p:ph type="body" idx="1"/>
              </p:nvPr>
            </p:nvSpPr>
            <p:spPr>
              <a:xfrm>
                <a:off x="376809" y="1334279"/>
                <a:ext cx="6249927" cy="4821102"/>
              </a:xfrm>
              <a:prstGeom prst="rect">
                <a:avLst/>
              </a:prstGeom>
              <a:noFill/>
              <a:ln>
                <a:noFill/>
              </a:ln>
            </p:spPr>
            <p:txBody>
              <a:bodyPr spcFirstLastPara="1" wrap="square" lIns="91425" tIns="45700" rIns="91425" bIns="45700" anchor="t" anchorCtr="0">
                <a:noAutofit/>
              </a:bodyPr>
              <a:lstStyle/>
              <a:p>
                <a:pPr marL="0" indent="0">
                  <a:lnSpc>
                    <a:spcPct val="100000"/>
                  </a:lnSpc>
                  <a:spcBef>
                    <a:spcPts val="0"/>
                  </a:spcBef>
                  <a:buSzPts val="3000"/>
                  <a:buNone/>
                </a:pPr>
                <a:r>
                  <a:rPr lang="en-US" sz="1800" dirty="0">
                    <a:latin typeface="Atkinson Hyperlegible Next"/>
                    <a:ea typeface="Arial"/>
                    <a:cs typeface="Arial"/>
                    <a:sym typeface="Arial"/>
                  </a:rPr>
                  <a:t>To convert from RGB to HSV the conversion is simple.</a:t>
                </a:r>
              </a:p>
              <a:p>
                <a:pPr marL="0" indent="0">
                  <a:lnSpc>
                    <a:spcPct val="100000"/>
                  </a:lnSpc>
                  <a:spcBef>
                    <a:spcPts val="0"/>
                  </a:spcBef>
                  <a:buSzPts val="3000"/>
                  <a:buNone/>
                </a:pPr>
                <a:endParaRPr lang="en-US" sz="1800" dirty="0">
                  <a:latin typeface="Atkinson Hyperlegible Next"/>
                  <a:ea typeface="Arial"/>
                  <a:cs typeface="Arial"/>
                  <a:sym typeface="Arial"/>
                </a:endParaRPr>
              </a:p>
              <a:p>
                <a:pPr marL="0" indent="0">
                  <a:lnSpc>
                    <a:spcPct val="100000"/>
                  </a:lnSpc>
                  <a:spcBef>
                    <a:spcPts val="0"/>
                  </a:spcBef>
                  <a:buSzPts val="3000"/>
                  <a:buNone/>
                </a:pPr>
                <a:r>
                  <a:rPr lang="en-US" sz="1800" dirty="0">
                    <a:latin typeface="Atkinson Hyperlegible Next"/>
                    <a:ea typeface="Arial"/>
                    <a:cs typeface="Arial"/>
                    <a:sym typeface="Arial"/>
                  </a:rPr>
                  <a:t>Let </a:t>
                </a:r>
                <a14:m>
                  <m:oMath xmlns:m="http://schemas.openxmlformats.org/officeDocument/2006/math">
                    <m:r>
                      <a:rPr lang="en-US" sz="1800" i="1" dirty="0" smtClean="0">
                        <a:latin typeface="Cambria Math" panose="02040503050406030204" pitchFamily="18" charset="0"/>
                        <a:ea typeface="Arial"/>
                        <a:cs typeface="Arial"/>
                        <a:sym typeface="Arial"/>
                      </a:rPr>
                      <m:t>𝑅</m:t>
                    </m:r>
                    <m:r>
                      <a:rPr lang="en-US" sz="1800" i="1" dirty="0" smtClean="0">
                        <a:latin typeface="Cambria Math" panose="02040503050406030204" pitchFamily="18" charset="0"/>
                        <a:ea typeface="Arial"/>
                        <a:cs typeface="Arial"/>
                        <a:sym typeface="Arial"/>
                      </a:rPr>
                      <m:t>’, </m:t>
                    </m:r>
                    <m:r>
                      <a:rPr lang="en-US" sz="1800" i="1" dirty="0" smtClean="0">
                        <a:latin typeface="Cambria Math" panose="02040503050406030204" pitchFamily="18" charset="0"/>
                        <a:ea typeface="Arial"/>
                        <a:cs typeface="Arial"/>
                        <a:sym typeface="Arial"/>
                      </a:rPr>
                      <m:t>𝐺</m:t>
                    </m:r>
                    <m:r>
                      <a:rPr lang="en-US" sz="1800" i="1" dirty="0" smtClean="0">
                        <a:latin typeface="Cambria Math" panose="02040503050406030204" pitchFamily="18" charset="0"/>
                        <a:ea typeface="Arial"/>
                        <a:cs typeface="Arial"/>
                        <a:sym typeface="Arial"/>
                      </a:rPr>
                      <m:t>’, </m:t>
                    </m:r>
                    <m:r>
                      <a:rPr lang="en-US" sz="1800" i="1" dirty="0" smtClean="0">
                        <a:latin typeface="Cambria Math" panose="02040503050406030204" pitchFamily="18" charset="0"/>
                        <a:ea typeface="Arial"/>
                        <a:cs typeface="Arial"/>
                        <a:sym typeface="Arial"/>
                      </a:rPr>
                      <m:t>𝐵</m:t>
                    </m:r>
                    <m:r>
                      <a:rPr lang="en-US" sz="1800" i="1" dirty="0" smtClean="0">
                        <a:latin typeface="Cambria Math" panose="02040503050406030204" pitchFamily="18" charset="0"/>
                        <a:ea typeface="Arial"/>
                        <a:cs typeface="Arial"/>
                        <a:sym typeface="Arial"/>
                      </a:rPr>
                      <m:t>’</m:t>
                    </m:r>
                  </m:oMath>
                </a14:m>
                <a:r>
                  <a:rPr lang="en-US" sz="1800" dirty="0">
                    <a:latin typeface="Atkinson Hyperlegible Next"/>
                    <a:ea typeface="Arial"/>
                    <a:cs typeface="Arial"/>
                    <a:sym typeface="Arial"/>
                  </a:rPr>
                  <a:t> be normalized values in </a:t>
                </a:r>
                <a14:m>
                  <m:oMath xmlns:m="http://schemas.openxmlformats.org/officeDocument/2006/math">
                    <m:d>
                      <m:dPr>
                        <m:begChr m:val="["/>
                        <m:endChr m:val="]"/>
                        <m:ctrlPr>
                          <a:rPr lang="en-US" sz="1800" i="1" dirty="0" smtClean="0">
                            <a:latin typeface="Cambria Math" panose="02040503050406030204" pitchFamily="18" charset="0"/>
                            <a:ea typeface="Arial"/>
                            <a:cs typeface="Arial"/>
                            <a:sym typeface="Arial"/>
                          </a:rPr>
                        </m:ctrlPr>
                      </m:dPr>
                      <m:e>
                        <m:r>
                          <a:rPr lang="en-US" sz="1800" i="1" dirty="0" smtClean="0">
                            <a:latin typeface="Cambria Math" panose="02040503050406030204" pitchFamily="18" charset="0"/>
                            <a:ea typeface="Arial"/>
                            <a:cs typeface="Arial"/>
                            <a:sym typeface="Arial"/>
                          </a:rPr>
                          <m:t>0,1</m:t>
                        </m:r>
                      </m:e>
                    </m:d>
                  </m:oMath>
                </a14:m>
                <a:r>
                  <a:rPr lang="en-US" sz="1800" dirty="0">
                    <a:latin typeface="Atkinson Hyperlegible Next"/>
                    <a:ea typeface="Arial"/>
                    <a:cs typeface="Arial"/>
                    <a:sym typeface="Arial"/>
                  </a:rPr>
                  <a:t>.</a:t>
                </a:r>
              </a:p>
              <a:p>
                <a:pPr marL="0" indent="0">
                  <a:lnSpc>
                    <a:spcPct val="100000"/>
                  </a:lnSpc>
                  <a:spcBef>
                    <a:spcPts val="0"/>
                  </a:spcBef>
                  <a:buSzPts val="3000"/>
                  <a:buNone/>
                </a:pPr>
                <a:endParaRPr lang="en-US" sz="1800" dirty="0">
                  <a:latin typeface="Atkinson Hyperlegible Next"/>
                  <a:ea typeface="Arial"/>
                  <a:cs typeface="Arial"/>
                  <a:sym typeface="Arial"/>
                </a:endParaRPr>
              </a:p>
              <a:p>
                <a:pPr marL="0" indent="0">
                  <a:lnSpc>
                    <a:spcPct val="100000"/>
                  </a:lnSpc>
                  <a:spcBef>
                    <a:spcPts val="0"/>
                  </a:spcBef>
                  <a:buSzPts val="3000"/>
                  <a:buNone/>
                </a:pPr>
                <a14:m>
                  <m:oMathPara xmlns:m="http://schemas.openxmlformats.org/officeDocument/2006/math">
                    <m:oMathParaPr>
                      <m:jc m:val="centerGroup"/>
                    </m:oMathParaPr>
                    <m:oMath xmlns:m="http://schemas.openxmlformats.org/officeDocument/2006/math">
                      <m:sSub>
                        <m:sSubPr>
                          <m:ctrlPr>
                            <a:rPr lang="en-US" sz="1800" b="0" i="1" smtClean="0">
                              <a:latin typeface="Cambria Math" panose="02040503050406030204" pitchFamily="18" charset="0"/>
                              <a:ea typeface="Arial"/>
                              <a:cs typeface="Arial"/>
                              <a:sym typeface="Arial"/>
                            </a:rPr>
                          </m:ctrlPr>
                        </m:sSubPr>
                        <m:e>
                          <m:r>
                            <a:rPr lang="en-US" sz="1800" b="0" i="1" smtClean="0">
                              <a:latin typeface="Cambria Math" panose="02040503050406030204" pitchFamily="18" charset="0"/>
                              <a:ea typeface="Arial"/>
                              <a:cs typeface="Arial"/>
                              <a:sym typeface="Arial"/>
                            </a:rPr>
                            <m:t>𝐶</m:t>
                          </m:r>
                        </m:e>
                        <m:sub>
                          <m:r>
                            <a:rPr lang="en-US" sz="1800" b="0" i="1" smtClean="0">
                              <a:latin typeface="Cambria Math" panose="02040503050406030204" pitchFamily="18" charset="0"/>
                              <a:ea typeface="Arial"/>
                              <a:cs typeface="Arial"/>
                              <a:sym typeface="Arial"/>
                            </a:rPr>
                            <m:t>𝑚𝑎𝑥</m:t>
                          </m:r>
                        </m:sub>
                      </m:sSub>
                      <m:r>
                        <a:rPr lang="en-US" sz="1800" b="0" i="1" smtClean="0">
                          <a:latin typeface="Cambria Math" panose="02040503050406030204" pitchFamily="18" charset="0"/>
                          <a:ea typeface="Arial"/>
                          <a:cs typeface="Arial"/>
                          <a:sym typeface="Arial"/>
                        </a:rPr>
                        <m:t>=</m:t>
                      </m:r>
                      <m:r>
                        <a:rPr lang="en-US" sz="1800" b="0" i="1" smtClean="0">
                          <a:latin typeface="Cambria Math" panose="02040503050406030204" pitchFamily="18" charset="0"/>
                          <a:ea typeface="Arial"/>
                          <a:cs typeface="Arial"/>
                          <a:sym typeface="Arial"/>
                        </a:rPr>
                        <m:t>𝑚𝑎𝑥</m:t>
                      </m:r>
                      <m:d>
                        <m:dPr>
                          <m:ctrlPr>
                            <a:rPr lang="en-US" sz="1800" b="0" i="1" smtClean="0">
                              <a:latin typeface="Cambria Math" panose="02040503050406030204" pitchFamily="18" charset="0"/>
                              <a:ea typeface="Arial"/>
                              <a:cs typeface="Arial"/>
                              <a:sym typeface="Arial"/>
                            </a:rPr>
                          </m:ctrlPr>
                        </m:dPr>
                        <m:e>
                          <m:r>
                            <a:rPr lang="en-US" sz="1800" i="1" dirty="0">
                              <a:latin typeface="Cambria Math" panose="02040503050406030204" pitchFamily="18" charset="0"/>
                              <a:ea typeface="Arial"/>
                              <a:cs typeface="Arial"/>
                              <a:sym typeface="Arial"/>
                            </a:rPr>
                            <m:t>𝑅</m:t>
                          </m:r>
                          <m:r>
                            <a:rPr lang="en-US" sz="1800" i="1" dirty="0">
                              <a:latin typeface="Cambria Math" panose="02040503050406030204" pitchFamily="18" charset="0"/>
                              <a:ea typeface="Arial"/>
                              <a:cs typeface="Arial"/>
                              <a:sym typeface="Arial"/>
                            </a:rPr>
                            <m:t>’,</m:t>
                          </m:r>
                          <m:r>
                            <a:rPr lang="en-US" sz="1800" i="1" dirty="0">
                              <a:latin typeface="Cambria Math" panose="02040503050406030204" pitchFamily="18" charset="0"/>
                              <a:ea typeface="Arial"/>
                              <a:cs typeface="Arial"/>
                              <a:sym typeface="Arial"/>
                            </a:rPr>
                            <m:t>𝐺</m:t>
                          </m:r>
                          <m:r>
                            <a:rPr lang="en-US" sz="1800" i="1" dirty="0">
                              <a:latin typeface="Cambria Math" panose="02040503050406030204" pitchFamily="18" charset="0"/>
                              <a:ea typeface="Arial"/>
                              <a:cs typeface="Arial"/>
                              <a:sym typeface="Arial"/>
                            </a:rPr>
                            <m:t>’,</m:t>
                          </m:r>
                          <m:r>
                            <a:rPr lang="en-US" sz="1800" i="1" dirty="0">
                              <a:latin typeface="Cambria Math" panose="02040503050406030204" pitchFamily="18" charset="0"/>
                              <a:ea typeface="Arial"/>
                              <a:cs typeface="Arial"/>
                              <a:sym typeface="Arial"/>
                            </a:rPr>
                            <m:t>𝐵</m:t>
                          </m:r>
                          <m:r>
                            <a:rPr lang="en-US" sz="1800" i="1" dirty="0">
                              <a:latin typeface="Cambria Math" panose="02040503050406030204" pitchFamily="18" charset="0"/>
                              <a:ea typeface="Arial"/>
                              <a:cs typeface="Arial"/>
                              <a:sym typeface="Arial"/>
                            </a:rPr>
                            <m:t>’</m:t>
                          </m:r>
                        </m:e>
                      </m:d>
                      <m:r>
                        <a:rPr lang="en-US" sz="1800" b="0" i="1" smtClean="0">
                          <a:latin typeface="Cambria Math" panose="02040503050406030204" pitchFamily="18" charset="0"/>
                          <a:ea typeface="Arial"/>
                          <a:cs typeface="Arial"/>
                          <a:sym typeface="Arial"/>
                        </a:rPr>
                        <m:t>,  </m:t>
                      </m:r>
                      <m:sSub>
                        <m:sSubPr>
                          <m:ctrlPr>
                            <a:rPr lang="en-US" sz="1800" b="0" i="1" smtClean="0">
                              <a:latin typeface="Cambria Math" panose="02040503050406030204" pitchFamily="18" charset="0"/>
                              <a:ea typeface="Arial"/>
                              <a:cs typeface="Arial"/>
                              <a:sym typeface="Arial"/>
                            </a:rPr>
                          </m:ctrlPr>
                        </m:sSubPr>
                        <m:e>
                          <m:r>
                            <a:rPr lang="en-US" sz="1800" b="0" i="1" smtClean="0">
                              <a:latin typeface="Cambria Math" panose="02040503050406030204" pitchFamily="18" charset="0"/>
                              <a:ea typeface="Arial"/>
                              <a:cs typeface="Arial"/>
                              <a:sym typeface="Arial"/>
                            </a:rPr>
                            <m:t>𝐶</m:t>
                          </m:r>
                        </m:e>
                        <m:sub>
                          <m:r>
                            <a:rPr lang="en-US" sz="1800" b="0" i="1" smtClean="0">
                              <a:latin typeface="Cambria Math" panose="02040503050406030204" pitchFamily="18" charset="0"/>
                              <a:ea typeface="Arial"/>
                              <a:cs typeface="Arial"/>
                              <a:sym typeface="Arial"/>
                            </a:rPr>
                            <m:t>𝑚𝑖𝑛</m:t>
                          </m:r>
                        </m:sub>
                      </m:sSub>
                      <m:r>
                        <a:rPr lang="en-US" sz="1800" b="0" i="1" smtClean="0">
                          <a:latin typeface="Cambria Math" panose="02040503050406030204" pitchFamily="18" charset="0"/>
                          <a:ea typeface="Arial"/>
                          <a:cs typeface="Arial"/>
                          <a:sym typeface="Arial"/>
                        </a:rPr>
                        <m:t>=</m:t>
                      </m:r>
                      <m:r>
                        <a:rPr lang="en-US" sz="1800" b="0" i="1" smtClean="0">
                          <a:latin typeface="Cambria Math" panose="02040503050406030204" pitchFamily="18" charset="0"/>
                          <a:ea typeface="Arial"/>
                          <a:cs typeface="Arial"/>
                          <a:sym typeface="Arial"/>
                        </a:rPr>
                        <m:t>𝑚𝑖𝑛</m:t>
                      </m:r>
                      <m:d>
                        <m:dPr>
                          <m:ctrlPr>
                            <a:rPr lang="en-US" sz="1800" b="0" i="1" smtClean="0">
                              <a:latin typeface="Cambria Math" panose="02040503050406030204" pitchFamily="18" charset="0"/>
                              <a:ea typeface="Arial"/>
                              <a:cs typeface="Arial"/>
                              <a:sym typeface="Arial"/>
                            </a:rPr>
                          </m:ctrlPr>
                        </m:dPr>
                        <m:e>
                          <m:r>
                            <a:rPr lang="en-US" sz="1800" i="1" dirty="0">
                              <a:latin typeface="Cambria Math" panose="02040503050406030204" pitchFamily="18" charset="0"/>
                              <a:ea typeface="Arial"/>
                              <a:cs typeface="Arial"/>
                              <a:sym typeface="Arial"/>
                            </a:rPr>
                            <m:t>𝑅</m:t>
                          </m:r>
                          <m:r>
                            <a:rPr lang="en-US" sz="1800" i="1" dirty="0">
                              <a:latin typeface="Cambria Math" panose="02040503050406030204" pitchFamily="18" charset="0"/>
                              <a:ea typeface="Arial"/>
                              <a:cs typeface="Arial"/>
                              <a:sym typeface="Arial"/>
                            </a:rPr>
                            <m:t>’,</m:t>
                          </m:r>
                          <m:r>
                            <a:rPr lang="en-US" sz="1800" i="1" dirty="0">
                              <a:latin typeface="Cambria Math" panose="02040503050406030204" pitchFamily="18" charset="0"/>
                              <a:ea typeface="Arial"/>
                              <a:cs typeface="Arial"/>
                              <a:sym typeface="Arial"/>
                            </a:rPr>
                            <m:t>𝐺</m:t>
                          </m:r>
                          <m:r>
                            <a:rPr lang="en-US" sz="1800" i="1" dirty="0">
                              <a:latin typeface="Cambria Math" panose="02040503050406030204" pitchFamily="18" charset="0"/>
                              <a:ea typeface="Arial"/>
                              <a:cs typeface="Arial"/>
                              <a:sym typeface="Arial"/>
                            </a:rPr>
                            <m:t>’,</m:t>
                          </m:r>
                          <m:r>
                            <a:rPr lang="en-US" sz="1800" i="1" dirty="0">
                              <a:latin typeface="Cambria Math" panose="02040503050406030204" pitchFamily="18" charset="0"/>
                              <a:ea typeface="Arial"/>
                              <a:cs typeface="Arial"/>
                              <a:sym typeface="Arial"/>
                            </a:rPr>
                            <m:t>𝐵</m:t>
                          </m:r>
                          <m:r>
                            <a:rPr lang="en-US" sz="1800" i="1" dirty="0">
                              <a:latin typeface="Cambria Math" panose="02040503050406030204" pitchFamily="18" charset="0"/>
                              <a:ea typeface="Arial"/>
                              <a:cs typeface="Arial"/>
                              <a:sym typeface="Arial"/>
                            </a:rPr>
                            <m:t>’</m:t>
                          </m:r>
                        </m:e>
                      </m:d>
                      <m:r>
                        <a:rPr lang="en-US" sz="1800" b="0" i="1" smtClean="0">
                          <a:latin typeface="Cambria Math" panose="02040503050406030204" pitchFamily="18" charset="0"/>
                          <a:ea typeface="Arial"/>
                          <a:cs typeface="Arial"/>
                          <a:sym typeface="Arial"/>
                        </a:rPr>
                        <m:t>,</m:t>
                      </m:r>
                    </m:oMath>
                  </m:oMathPara>
                </a14:m>
                <a:endParaRPr lang="en-US" sz="1800" dirty="0">
                  <a:latin typeface="Atkinson Hyperlegible Next"/>
                  <a:ea typeface="Arial"/>
                  <a:cs typeface="Arial"/>
                  <a:sym typeface="Arial"/>
                </a:endParaRPr>
              </a:p>
              <a:p>
                <a:pPr marL="0" indent="0">
                  <a:lnSpc>
                    <a:spcPct val="100000"/>
                  </a:lnSpc>
                  <a:spcBef>
                    <a:spcPts val="0"/>
                  </a:spcBef>
                  <a:buSzPts val="3000"/>
                  <a:buNone/>
                </a:pPr>
                <a14:m>
                  <m:oMathPara xmlns:m="http://schemas.openxmlformats.org/officeDocument/2006/math">
                    <m:oMathParaPr>
                      <m:jc m:val="centerGroup"/>
                    </m:oMathParaPr>
                    <m:oMath xmlns:m="http://schemas.openxmlformats.org/officeDocument/2006/math">
                      <m:r>
                        <m:rPr>
                          <m:sty m:val="p"/>
                        </m:rPr>
                        <a:rPr lang="en-US" sz="1800" b="0" i="0" smtClean="0">
                          <a:latin typeface="Cambria Math" panose="02040503050406030204" pitchFamily="18" charset="0"/>
                          <a:ea typeface="Arial"/>
                          <a:cs typeface="Arial"/>
                          <a:sym typeface="Arial"/>
                        </a:rPr>
                        <m:t>Δ</m:t>
                      </m:r>
                      <m:r>
                        <a:rPr lang="en-US" sz="1800" b="0" i="1" smtClean="0">
                          <a:latin typeface="Cambria Math" panose="02040503050406030204" pitchFamily="18" charset="0"/>
                          <a:ea typeface="Arial"/>
                          <a:cs typeface="Arial"/>
                          <a:sym typeface="Arial"/>
                        </a:rPr>
                        <m:t>=</m:t>
                      </m:r>
                      <m:sSub>
                        <m:sSubPr>
                          <m:ctrlPr>
                            <a:rPr lang="en-US" sz="1800" b="0" i="1" smtClean="0">
                              <a:latin typeface="Cambria Math" panose="02040503050406030204" pitchFamily="18" charset="0"/>
                              <a:ea typeface="Arial"/>
                              <a:cs typeface="Arial"/>
                              <a:sym typeface="Arial"/>
                            </a:rPr>
                          </m:ctrlPr>
                        </m:sSubPr>
                        <m:e>
                          <m:r>
                            <a:rPr lang="en-US" sz="1800" b="0" i="1" smtClean="0">
                              <a:latin typeface="Cambria Math" panose="02040503050406030204" pitchFamily="18" charset="0"/>
                              <a:ea typeface="Arial"/>
                              <a:cs typeface="Arial"/>
                              <a:sym typeface="Arial"/>
                            </a:rPr>
                            <m:t>𝐶</m:t>
                          </m:r>
                        </m:e>
                        <m:sub>
                          <m:r>
                            <a:rPr lang="en-US" sz="1800" b="0" i="1" smtClean="0">
                              <a:latin typeface="Cambria Math" panose="02040503050406030204" pitchFamily="18" charset="0"/>
                              <a:ea typeface="Arial"/>
                              <a:cs typeface="Arial"/>
                              <a:sym typeface="Arial"/>
                            </a:rPr>
                            <m:t>𝑚𝑎𝑥</m:t>
                          </m:r>
                        </m:sub>
                      </m:sSub>
                      <m:r>
                        <a:rPr lang="en-US" sz="1800" b="0" i="1" smtClean="0">
                          <a:latin typeface="Cambria Math" panose="02040503050406030204" pitchFamily="18" charset="0"/>
                          <a:ea typeface="Arial"/>
                          <a:cs typeface="Arial"/>
                          <a:sym typeface="Arial"/>
                        </a:rPr>
                        <m:t>−</m:t>
                      </m:r>
                      <m:sSub>
                        <m:sSubPr>
                          <m:ctrlPr>
                            <a:rPr lang="en-US" sz="1800" b="0" i="1" smtClean="0">
                              <a:latin typeface="Cambria Math" panose="02040503050406030204" pitchFamily="18" charset="0"/>
                              <a:ea typeface="Arial"/>
                              <a:cs typeface="Arial"/>
                              <a:sym typeface="Arial"/>
                            </a:rPr>
                          </m:ctrlPr>
                        </m:sSubPr>
                        <m:e>
                          <m:r>
                            <a:rPr lang="en-US" sz="1800" b="0" i="1" smtClean="0">
                              <a:latin typeface="Cambria Math" panose="02040503050406030204" pitchFamily="18" charset="0"/>
                              <a:ea typeface="Arial"/>
                              <a:cs typeface="Arial"/>
                              <a:sym typeface="Arial"/>
                            </a:rPr>
                            <m:t>𝐶</m:t>
                          </m:r>
                        </m:e>
                        <m:sub>
                          <m:r>
                            <a:rPr lang="en-US" sz="1800" b="0" i="1" smtClean="0">
                              <a:latin typeface="Cambria Math" panose="02040503050406030204" pitchFamily="18" charset="0"/>
                              <a:ea typeface="Arial"/>
                              <a:cs typeface="Arial"/>
                              <a:sym typeface="Arial"/>
                            </a:rPr>
                            <m:t>𝑚𝑖𝑛</m:t>
                          </m:r>
                        </m:sub>
                      </m:sSub>
                      <m:r>
                        <a:rPr lang="en-US" sz="1800" b="0" i="1" smtClean="0">
                          <a:latin typeface="Cambria Math" panose="02040503050406030204" pitchFamily="18" charset="0"/>
                          <a:ea typeface="Arial"/>
                          <a:cs typeface="Arial"/>
                          <a:sym typeface="Arial"/>
                        </a:rPr>
                        <m:t>,</m:t>
                      </m:r>
                    </m:oMath>
                  </m:oMathPara>
                </a14:m>
                <a:endParaRPr lang="en-US" sz="1800" dirty="0">
                  <a:latin typeface="Atkinson Hyperlegible Next"/>
                  <a:ea typeface="Arial"/>
                  <a:cs typeface="Arial"/>
                  <a:sym typeface="Arial"/>
                </a:endParaRPr>
              </a:p>
              <a:p>
                <a:pPr marL="0" indent="0">
                  <a:lnSpc>
                    <a:spcPct val="100000"/>
                  </a:lnSpc>
                  <a:spcBef>
                    <a:spcPts val="0"/>
                  </a:spcBef>
                  <a:buSzPts val="3000"/>
                  <a:buNone/>
                </a:pPr>
                <a:endParaRPr lang="en-US" sz="1800" dirty="0">
                  <a:latin typeface="Atkinson Hyperlegible Next"/>
                  <a:ea typeface="Arial"/>
                  <a:cs typeface="Arial"/>
                  <a:sym typeface="Arial"/>
                </a:endParaRPr>
              </a:p>
              <a:p>
                <a:pPr marL="0" indent="0">
                  <a:lnSpc>
                    <a:spcPct val="100000"/>
                  </a:lnSpc>
                  <a:spcBef>
                    <a:spcPts val="0"/>
                  </a:spcBef>
                  <a:buSzPts val="3000"/>
                  <a:buNone/>
                </a:pPr>
                <a14:m>
                  <m:oMathPara xmlns:m="http://schemas.openxmlformats.org/officeDocument/2006/math">
                    <m:oMathParaPr>
                      <m:jc m:val="centerGroup"/>
                    </m:oMathParaPr>
                    <m:oMath xmlns:m="http://schemas.openxmlformats.org/officeDocument/2006/math">
                      <m:r>
                        <a:rPr lang="en-US" sz="1800" b="0" i="1" smtClean="0">
                          <a:latin typeface="Cambria Math" panose="02040503050406030204" pitchFamily="18" charset="0"/>
                          <a:ea typeface="Arial"/>
                          <a:cs typeface="Arial"/>
                          <a:sym typeface="Arial"/>
                        </a:rPr>
                        <m:t>𝑉</m:t>
                      </m:r>
                      <m:r>
                        <a:rPr lang="en-US" sz="1800" b="0" i="1" smtClean="0">
                          <a:latin typeface="Cambria Math" panose="02040503050406030204" pitchFamily="18" charset="0"/>
                          <a:ea typeface="Arial"/>
                          <a:cs typeface="Arial"/>
                          <a:sym typeface="Arial"/>
                        </a:rPr>
                        <m:t>=</m:t>
                      </m:r>
                      <m:sSub>
                        <m:sSubPr>
                          <m:ctrlPr>
                            <a:rPr lang="en-US" sz="1800" b="0" i="1" smtClean="0">
                              <a:latin typeface="Cambria Math" panose="02040503050406030204" pitchFamily="18" charset="0"/>
                              <a:ea typeface="Arial"/>
                              <a:cs typeface="Arial"/>
                              <a:sym typeface="Arial"/>
                            </a:rPr>
                          </m:ctrlPr>
                        </m:sSubPr>
                        <m:e>
                          <m:r>
                            <a:rPr lang="en-US" sz="1800" b="0" i="1" smtClean="0">
                              <a:latin typeface="Cambria Math" panose="02040503050406030204" pitchFamily="18" charset="0"/>
                              <a:ea typeface="Arial"/>
                              <a:cs typeface="Arial"/>
                              <a:sym typeface="Arial"/>
                            </a:rPr>
                            <m:t>𝐶</m:t>
                          </m:r>
                        </m:e>
                        <m:sub>
                          <m:r>
                            <a:rPr lang="en-US" sz="1800" b="0" i="1" smtClean="0">
                              <a:latin typeface="Cambria Math" panose="02040503050406030204" pitchFamily="18" charset="0"/>
                              <a:ea typeface="Arial"/>
                              <a:cs typeface="Arial"/>
                              <a:sym typeface="Arial"/>
                            </a:rPr>
                            <m:t>𝑚𝑎𝑥</m:t>
                          </m:r>
                        </m:sub>
                      </m:sSub>
                      <m:r>
                        <a:rPr lang="en-US" sz="1800" b="0" i="1" smtClean="0">
                          <a:latin typeface="Cambria Math" panose="02040503050406030204" pitchFamily="18" charset="0"/>
                          <a:ea typeface="Arial"/>
                          <a:cs typeface="Arial"/>
                          <a:sym typeface="Arial"/>
                        </a:rPr>
                        <m:t>,</m:t>
                      </m:r>
                    </m:oMath>
                  </m:oMathPara>
                </a14:m>
                <a:endParaRPr lang="en-US" sz="1800" dirty="0">
                  <a:latin typeface="Atkinson Hyperlegible Next"/>
                  <a:ea typeface="Arial"/>
                  <a:cs typeface="Arial"/>
                  <a:sym typeface="Arial"/>
                </a:endParaRPr>
              </a:p>
              <a:p>
                <a:pPr marL="0" indent="0">
                  <a:lnSpc>
                    <a:spcPct val="100000"/>
                  </a:lnSpc>
                  <a:spcBef>
                    <a:spcPts val="0"/>
                  </a:spcBef>
                  <a:buSzPts val="3000"/>
                  <a:buNone/>
                </a:pPr>
                <a14:m>
                  <m:oMathPara xmlns:m="http://schemas.openxmlformats.org/officeDocument/2006/math">
                    <m:oMathParaPr>
                      <m:jc m:val="centerGroup"/>
                    </m:oMathParaPr>
                    <m:oMath xmlns:m="http://schemas.openxmlformats.org/officeDocument/2006/math">
                      <m:r>
                        <a:rPr lang="en-US" sz="1800" b="0" i="1" dirty="0" smtClean="0">
                          <a:latin typeface="Cambria Math" panose="02040503050406030204" pitchFamily="18" charset="0"/>
                          <a:cs typeface="Arial"/>
                          <a:sym typeface="Arial"/>
                        </a:rPr>
                        <m:t>𝑆</m:t>
                      </m:r>
                      <m:r>
                        <a:rPr lang="en-US" sz="1800" b="0" i="1" dirty="0" smtClean="0">
                          <a:latin typeface="Cambria Math" panose="02040503050406030204" pitchFamily="18" charset="0"/>
                          <a:cs typeface="Arial"/>
                          <a:sym typeface="Arial"/>
                        </a:rPr>
                        <m:t>=</m:t>
                      </m:r>
                      <m:d>
                        <m:dPr>
                          <m:begChr m:val="{"/>
                          <m:endChr m:val=""/>
                          <m:ctrlPr>
                            <a:rPr lang="en-US" sz="1800" i="1" dirty="0" smtClean="0">
                              <a:latin typeface="Cambria Math" panose="02040503050406030204" pitchFamily="18" charset="0"/>
                              <a:cs typeface="Arial"/>
                              <a:sym typeface="Arial"/>
                            </a:rPr>
                          </m:ctrlPr>
                        </m:dPr>
                        <m:e>
                          <m:eqArr>
                            <m:eqArrPr>
                              <m:ctrlPr>
                                <a:rPr lang="en-US" sz="1800" i="1" dirty="0" smtClean="0">
                                  <a:latin typeface="Cambria Math" panose="02040503050406030204" pitchFamily="18" charset="0"/>
                                  <a:cs typeface="Arial"/>
                                  <a:sym typeface="Arial"/>
                                </a:rPr>
                              </m:ctrlPr>
                            </m:eqArrPr>
                            <m:e>
                              <m:r>
                                <a:rPr lang="en-US" sz="1800" b="0" i="1" dirty="0" smtClean="0">
                                  <a:latin typeface="Cambria Math" panose="02040503050406030204" pitchFamily="18" charset="0"/>
                                  <a:cs typeface="Arial"/>
                                  <a:sym typeface="Arial"/>
                                </a:rPr>
                                <m:t>0, </m:t>
                              </m:r>
                              <m:sSub>
                                <m:sSubPr>
                                  <m:ctrlPr>
                                    <a:rPr lang="en-US" sz="1800" b="0" i="1" dirty="0" smtClean="0">
                                      <a:latin typeface="Cambria Math" panose="02040503050406030204" pitchFamily="18" charset="0"/>
                                      <a:cs typeface="Arial"/>
                                      <a:sym typeface="Arial"/>
                                    </a:rPr>
                                  </m:ctrlPr>
                                </m:sSubPr>
                                <m:e>
                                  <m:r>
                                    <a:rPr lang="en-US" sz="1800" b="0" i="1" dirty="0" smtClean="0">
                                      <a:latin typeface="Cambria Math" panose="02040503050406030204" pitchFamily="18" charset="0"/>
                                      <a:cs typeface="Arial"/>
                                      <a:sym typeface="Arial"/>
                                    </a:rPr>
                                    <m:t>𝐶</m:t>
                                  </m:r>
                                </m:e>
                                <m:sub>
                                  <m:r>
                                    <m:rPr>
                                      <m:sty m:val="p"/>
                                    </m:rPr>
                                    <a:rPr lang="en-US" sz="1800" b="0" i="1" dirty="0" smtClean="0">
                                      <a:latin typeface="Cambria Math" panose="02040503050406030204" pitchFamily="18" charset="0"/>
                                      <a:cs typeface="Arial"/>
                                      <a:sym typeface="Arial"/>
                                    </a:rPr>
                                    <m:t>max</m:t>
                                  </m:r>
                                </m:sub>
                              </m:sSub>
                              <m:r>
                                <a:rPr lang="en-US" sz="1800" b="0" i="1" dirty="0" smtClean="0">
                                  <a:latin typeface="Cambria Math" panose="02040503050406030204" pitchFamily="18" charset="0"/>
                                  <a:cs typeface="Arial"/>
                                  <a:sym typeface="Arial"/>
                                </a:rPr>
                                <m:t>=0</m:t>
                              </m:r>
                            </m:e>
                            <m:e>
                              <m:f>
                                <m:fPr>
                                  <m:ctrlPr>
                                    <a:rPr lang="en-US" sz="1800" i="1" dirty="0" smtClean="0">
                                      <a:latin typeface="Cambria Math" panose="02040503050406030204" pitchFamily="18" charset="0"/>
                                      <a:cs typeface="Arial"/>
                                      <a:sym typeface="Arial"/>
                                    </a:rPr>
                                  </m:ctrlPr>
                                </m:fPr>
                                <m:num>
                                  <m:r>
                                    <m:rPr>
                                      <m:sty m:val="p"/>
                                    </m:rPr>
                                    <a:rPr lang="en-US" sz="1800" b="0" i="1" dirty="0" smtClean="0">
                                      <a:latin typeface="Cambria Math" panose="02040503050406030204" pitchFamily="18" charset="0"/>
                                      <a:cs typeface="Arial"/>
                                      <a:sym typeface="Arial"/>
                                    </a:rPr>
                                    <m:t>Δ</m:t>
                                  </m:r>
                                </m:num>
                                <m:den>
                                  <m:sSub>
                                    <m:sSubPr>
                                      <m:ctrlPr>
                                        <a:rPr lang="en-US" sz="1800" i="1" dirty="0">
                                          <a:latin typeface="Cambria Math" panose="02040503050406030204" pitchFamily="18" charset="0"/>
                                          <a:cs typeface="Arial"/>
                                          <a:sym typeface="Arial"/>
                                        </a:rPr>
                                      </m:ctrlPr>
                                    </m:sSubPr>
                                    <m:e>
                                      <m:r>
                                        <a:rPr lang="en-US" sz="1800" i="1" dirty="0">
                                          <a:latin typeface="Cambria Math" panose="02040503050406030204" pitchFamily="18" charset="0"/>
                                          <a:cs typeface="Arial"/>
                                          <a:sym typeface="Arial"/>
                                        </a:rPr>
                                        <m:t>𝐶</m:t>
                                      </m:r>
                                    </m:e>
                                    <m:sub>
                                      <m:r>
                                        <m:rPr>
                                          <m:sty m:val="p"/>
                                        </m:rPr>
                                        <a:rPr lang="en-US" sz="1800" i="1" dirty="0">
                                          <a:latin typeface="Cambria Math" panose="02040503050406030204" pitchFamily="18" charset="0"/>
                                          <a:cs typeface="Arial"/>
                                          <a:sym typeface="Arial"/>
                                        </a:rPr>
                                        <m:t>max</m:t>
                                      </m:r>
                                    </m:sub>
                                  </m:sSub>
                                </m:den>
                              </m:f>
                            </m:e>
                          </m:eqArr>
                          <m:r>
                            <a:rPr lang="en-US" sz="1800" b="0" i="1" dirty="0" smtClean="0">
                              <a:latin typeface="Cambria Math" panose="02040503050406030204" pitchFamily="18" charset="0"/>
                              <a:cs typeface="Arial"/>
                              <a:sym typeface="Arial"/>
                            </a:rPr>
                            <m:t>,</m:t>
                          </m:r>
                        </m:e>
                      </m:d>
                    </m:oMath>
                  </m:oMathPara>
                </a14:m>
                <a:endParaRPr lang="en-US" sz="1800" dirty="0">
                  <a:latin typeface="Atkinson Hyperlegible Next"/>
                  <a:ea typeface="Arial"/>
                  <a:cs typeface="Arial"/>
                  <a:sym typeface="Arial"/>
                </a:endParaRPr>
              </a:p>
              <a:p>
                <a:pPr marL="0" indent="0">
                  <a:lnSpc>
                    <a:spcPct val="100000"/>
                  </a:lnSpc>
                  <a:spcBef>
                    <a:spcPts val="0"/>
                  </a:spcBef>
                  <a:buSzPts val="3000"/>
                  <a:buNone/>
                </a:pPr>
                <a14:m>
                  <m:oMathPara xmlns:m="http://schemas.openxmlformats.org/officeDocument/2006/math">
                    <m:oMathParaPr>
                      <m:jc m:val="centerGroup"/>
                    </m:oMathParaPr>
                    <m:oMath xmlns:m="http://schemas.openxmlformats.org/officeDocument/2006/math">
                      <m:r>
                        <m:rPr>
                          <m:sty m:val="p"/>
                        </m:rPr>
                        <a:rPr lang="en-US" sz="1800" b="0" i="1" smtClean="0">
                          <a:latin typeface="Cambria Math" panose="02040503050406030204" pitchFamily="18" charset="0"/>
                          <a:cs typeface="Arial"/>
                          <a:sym typeface="Arial"/>
                        </a:rPr>
                        <m:t>H</m:t>
                      </m:r>
                      <m:r>
                        <a:rPr lang="en-US" sz="1800" b="0" i="1" smtClean="0">
                          <a:latin typeface="Cambria Math" panose="02040503050406030204" pitchFamily="18" charset="0"/>
                          <a:cs typeface="Arial"/>
                          <a:sym typeface="Arial"/>
                        </a:rPr>
                        <m:t> = </m:t>
                      </m:r>
                      <m:sSup>
                        <m:sSupPr>
                          <m:ctrlPr>
                            <a:rPr lang="en-US" sz="1800" b="0" i="1" smtClean="0">
                              <a:latin typeface="Cambria Math" panose="02040503050406030204" pitchFamily="18" charset="0"/>
                              <a:cs typeface="Arial"/>
                              <a:sym typeface="Arial"/>
                            </a:rPr>
                          </m:ctrlPr>
                        </m:sSupPr>
                        <m:e>
                          <m:r>
                            <a:rPr lang="en-US" sz="1800" b="0" i="1" smtClean="0">
                              <a:latin typeface="Cambria Math" panose="02040503050406030204" pitchFamily="18" charset="0"/>
                              <a:cs typeface="Arial"/>
                              <a:sym typeface="Arial"/>
                            </a:rPr>
                            <m:t>60</m:t>
                          </m:r>
                        </m:e>
                        <m:sup>
                          <m:r>
                            <a:rPr lang="en-US" sz="1800" b="0" i="1" smtClean="0">
                              <a:latin typeface="Cambria Math" panose="02040503050406030204" pitchFamily="18" charset="0"/>
                              <a:cs typeface="Arial"/>
                              <a:sym typeface="Arial"/>
                            </a:rPr>
                            <m:t>∘</m:t>
                          </m:r>
                        </m:sup>
                      </m:sSup>
                      <m:r>
                        <a:rPr lang="en-US" sz="1800" b="0" i="1" smtClean="0">
                          <a:latin typeface="Cambria Math" panose="02040503050406030204" pitchFamily="18" charset="0"/>
                          <a:cs typeface="Arial"/>
                          <a:sym typeface="Arial"/>
                        </a:rPr>
                        <m:t> ×</m:t>
                      </m:r>
                      <m:d>
                        <m:dPr>
                          <m:begChr m:val="{"/>
                          <m:endChr m:val=""/>
                          <m:ctrlPr>
                            <a:rPr lang="en-US" sz="1800" i="1" smtClean="0">
                              <a:latin typeface="Cambria Math" panose="02040503050406030204" pitchFamily="18" charset="0"/>
                              <a:cs typeface="Arial"/>
                              <a:sym typeface="Arial"/>
                            </a:rPr>
                          </m:ctrlPr>
                        </m:dPr>
                        <m:e>
                          <m:eqArr>
                            <m:eqArrPr>
                              <m:ctrlPr>
                                <a:rPr lang="en-US" sz="1800" i="1" smtClean="0">
                                  <a:latin typeface="Cambria Math" panose="02040503050406030204" pitchFamily="18" charset="0"/>
                                  <a:cs typeface="Arial"/>
                                  <a:sym typeface="Arial"/>
                                </a:rPr>
                              </m:ctrlPr>
                            </m:eqArrPr>
                            <m:e>
                              <m:f>
                                <m:fPr>
                                  <m:ctrlPr>
                                    <a:rPr lang="en-US" sz="1800" i="1" smtClean="0">
                                      <a:latin typeface="Cambria Math" panose="02040503050406030204" pitchFamily="18" charset="0"/>
                                      <a:cs typeface="Arial"/>
                                      <a:sym typeface="Arial"/>
                                    </a:rPr>
                                  </m:ctrlPr>
                                </m:fPr>
                                <m:num>
                                  <m:r>
                                    <m:rPr>
                                      <m:sty m:val="p"/>
                                    </m:rPr>
                                    <a:rPr lang="en-US" sz="1800" b="0" i="1" smtClean="0">
                                      <a:latin typeface="Cambria Math" panose="02040503050406030204" pitchFamily="18" charset="0"/>
                                      <a:cs typeface="Arial"/>
                                      <a:sym typeface="Arial"/>
                                    </a:rPr>
                                    <m:t>G</m:t>
                                  </m:r>
                                  <m:r>
                                    <a:rPr lang="en-US" sz="1800" b="0" i="1" smtClean="0">
                                      <a:latin typeface="Cambria Math" panose="02040503050406030204" pitchFamily="18" charset="0"/>
                                      <a:cs typeface="Arial"/>
                                      <a:sym typeface="Arial"/>
                                    </a:rPr>
                                    <m:t> − </m:t>
                                  </m:r>
                                  <m:r>
                                    <m:rPr>
                                      <m:sty m:val="p"/>
                                    </m:rPr>
                                    <a:rPr lang="en-US" sz="1800" b="0" i="1" smtClean="0">
                                      <a:latin typeface="Cambria Math" panose="02040503050406030204" pitchFamily="18" charset="0"/>
                                      <a:cs typeface="Arial"/>
                                      <a:sym typeface="Arial"/>
                                    </a:rPr>
                                    <m:t>B</m:t>
                                  </m:r>
                                </m:num>
                                <m:den>
                                  <m:r>
                                    <m:rPr>
                                      <m:sty m:val="p"/>
                                    </m:rPr>
                                    <a:rPr lang="en-US" sz="1800" b="0" i="1" smtClean="0">
                                      <a:latin typeface="Cambria Math" panose="02040503050406030204" pitchFamily="18" charset="0"/>
                                      <a:cs typeface="Arial"/>
                                      <a:sym typeface="Arial"/>
                                    </a:rPr>
                                    <m:t>Δ</m:t>
                                  </m:r>
                                </m:den>
                              </m:f>
                              <m:r>
                                <a:rPr lang="en-US" sz="1800" b="0" i="1" smtClean="0">
                                  <a:latin typeface="Cambria Math" panose="02040503050406030204" pitchFamily="18" charset="0"/>
                                  <a:cs typeface="Arial"/>
                                  <a:sym typeface="Arial"/>
                                </a:rPr>
                                <m:t> % 6, </m:t>
                              </m:r>
                              <m:sSub>
                                <m:sSubPr>
                                  <m:ctrlPr>
                                    <a:rPr lang="en-US" sz="1800" b="0" i="1" smtClean="0">
                                      <a:latin typeface="Cambria Math" panose="02040503050406030204" pitchFamily="18" charset="0"/>
                                      <a:cs typeface="Arial"/>
                                      <a:sym typeface="Arial"/>
                                    </a:rPr>
                                  </m:ctrlPr>
                                </m:sSubPr>
                                <m:e>
                                  <m:r>
                                    <a:rPr lang="en-US" sz="1800" b="0" i="1" smtClean="0">
                                      <a:latin typeface="Cambria Math" panose="02040503050406030204" pitchFamily="18" charset="0"/>
                                      <a:cs typeface="Arial"/>
                                      <a:sym typeface="Arial"/>
                                    </a:rPr>
                                    <m:t>𝐶</m:t>
                                  </m:r>
                                </m:e>
                                <m:sub>
                                  <m:r>
                                    <a:rPr lang="en-US" sz="1800" b="0" i="1" smtClean="0">
                                      <a:latin typeface="Cambria Math" panose="02040503050406030204" pitchFamily="18" charset="0"/>
                                      <a:cs typeface="Arial"/>
                                      <a:sym typeface="Arial"/>
                                    </a:rPr>
                                    <m:t>𝑚𝑎𝑥</m:t>
                                  </m:r>
                                </m:sub>
                              </m:sSub>
                              <m:r>
                                <a:rPr lang="en-US" sz="1800" b="0" i="1" smtClean="0">
                                  <a:latin typeface="Cambria Math" panose="02040503050406030204" pitchFamily="18" charset="0"/>
                                  <a:cs typeface="Arial"/>
                                  <a:sym typeface="Arial"/>
                                </a:rPr>
                                <m:t>= </m:t>
                              </m:r>
                              <m:r>
                                <m:rPr>
                                  <m:sty m:val="p"/>
                                </m:rPr>
                                <a:rPr lang="en-US" sz="1800" b="0" i="1" smtClean="0">
                                  <a:latin typeface="Cambria Math" panose="02040503050406030204" pitchFamily="18" charset="0"/>
                                  <a:cs typeface="Arial"/>
                                  <a:sym typeface="Arial"/>
                                </a:rPr>
                                <m:t>R</m:t>
                              </m:r>
                            </m:e>
                            <m:e>
                              <m:f>
                                <m:fPr>
                                  <m:ctrlPr>
                                    <a:rPr lang="en-US" sz="1800" i="1">
                                      <a:latin typeface="Cambria Math" panose="02040503050406030204" pitchFamily="18" charset="0"/>
                                      <a:cs typeface="Arial"/>
                                      <a:sym typeface="Arial"/>
                                    </a:rPr>
                                  </m:ctrlPr>
                                </m:fPr>
                                <m:num>
                                  <m:r>
                                    <m:rPr>
                                      <m:sty m:val="p"/>
                                    </m:rPr>
                                    <a:rPr lang="en-US" sz="1800" i="1">
                                      <a:latin typeface="Cambria Math" panose="02040503050406030204" pitchFamily="18" charset="0"/>
                                      <a:cs typeface="Arial"/>
                                      <a:sym typeface="Arial"/>
                                    </a:rPr>
                                    <m:t>B</m:t>
                                  </m:r>
                                  <m:r>
                                    <a:rPr lang="en-US" sz="1800" i="1">
                                      <a:latin typeface="Cambria Math" panose="02040503050406030204" pitchFamily="18" charset="0"/>
                                      <a:cs typeface="Arial"/>
                                      <a:sym typeface="Arial"/>
                                    </a:rPr>
                                    <m:t> − </m:t>
                                  </m:r>
                                  <m:r>
                                    <m:rPr>
                                      <m:sty m:val="p"/>
                                    </m:rPr>
                                    <a:rPr lang="en-US" sz="1800" i="1">
                                      <a:latin typeface="Cambria Math" panose="02040503050406030204" pitchFamily="18" charset="0"/>
                                      <a:cs typeface="Arial"/>
                                      <a:sym typeface="Arial"/>
                                    </a:rPr>
                                    <m:t>R</m:t>
                                  </m:r>
                                </m:num>
                                <m:den>
                                  <m:r>
                                    <m:rPr>
                                      <m:sty m:val="p"/>
                                    </m:rPr>
                                    <a:rPr lang="en-US" sz="1800" i="1">
                                      <a:latin typeface="Cambria Math" panose="02040503050406030204" pitchFamily="18" charset="0"/>
                                      <a:cs typeface="Arial"/>
                                      <a:sym typeface="Arial"/>
                                    </a:rPr>
                                    <m:t>Δ</m:t>
                                  </m:r>
                                </m:den>
                              </m:f>
                              <m:r>
                                <a:rPr lang="en-US" sz="1800" b="0" i="1" smtClean="0">
                                  <a:latin typeface="Cambria Math" panose="02040503050406030204" pitchFamily="18" charset="0"/>
                                  <a:cs typeface="Arial"/>
                                  <a:sym typeface="Arial"/>
                                </a:rPr>
                                <m:t>+2</m:t>
                              </m:r>
                              <m:r>
                                <a:rPr lang="en-US" sz="1800" i="1">
                                  <a:latin typeface="Cambria Math" panose="02040503050406030204" pitchFamily="18" charset="0"/>
                                  <a:cs typeface="Arial"/>
                                  <a:sym typeface="Arial"/>
                                </a:rPr>
                                <m:t>, </m:t>
                              </m:r>
                              <m:sSub>
                                <m:sSubPr>
                                  <m:ctrlPr>
                                    <a:rPr lang="en-US" sz="1800" i="1">
                                      <a:latin typeface="Cambria Math" panose="02040503050406030204" pitchFamily="18" charset="0"/>
                                      <a:cs typeface="Arial"/>
                                      <a:sym typeface="Arial"/>
                                    </a:rPr>
                                  </m:ctrlPr>
                                </m:sSubPr>
                                <m:e>
                                  <m:r>
                                    <a:rPr lang="en-US" sz="1800" i="1">
                                      <a:latin typeface="Cambria Math" panose="02040503050406030204" pitchFamily="18" charset="0"/>
                                      <a:cs typeface="Arial"/>
                                      <a:sym typeface="Arial"/>
                                    </a:rPr>
                                    <m:t>𝐶</m:t>
                                  </m:r>
                                </m:e>
                                <m:sub>
                                  <m:r>
                                    <a:rPr lang="en-US" sz="1800" i="1">
                                      <a:latin typeface="Cambria Math" panose="02040503050406030204" pitchFamily="18" charset="0"/>
                                      <a:cs typeface="Arial"/>
                                      <a:sym typeface="Arial"/>
                                    </a:rPr>
                                    <m:t>𝑚𝑎𝑥</m:t>
                                  </m:r>
                                </m:sub>
                              </m:sSub>
                              <m:r>
                                <a:rPr lang="en-US" sz="1800" i="1">
                                  <a:latin typeface="Cambria Math" panose="02040503050406030204" pitchFamily="18" charset="0"/>
                                  <a:cs typeface="Arial"/>
                                  <a:sym typeface="Arial"/>
                                </a:rPr>
                                <m:t>= </m:t>
                              </m:r>
                              <m:r>
                                <m:rPr>
                                  <m:sty m:val="p"/>
                                </m:rPr>
                                <a:rPr lang="en-US" sz="1800" b="0" i="1" smtClean="0">
                                  <a:latin typeface="Cambria Math" panose="02040503050406030204" pitchFamily="18" charset="0"/>
                                  <a:cs typeface="Arial"/>
                                  <a:sym typeface="Arial"/>
                                </a:rPr>
                                <m:t>G</m:t>
                              </m:r>
                            </m:e>
                            <m:e>
                              <m:f>
                                <m:fPr>
                                  <m:ctrlPr>
                                    <a:rPr lang="en-US" sz="1800" i="1">
                                      <a:latin typeface="Cambria Math" panose="02040503050406030204" pitchFamily="18" charset="0"/>
                                      <a:cs typeface="Arial"/>
                                      <a:sym typeface="Arial"/>
                                    </a:rPr>
                                  </m:ctrlPr>
                                </m:fPr>
                                <m:num>
                                  <m:r>
                                    <m:rPr>
                                      <m:sty m:val="p"/>
                                    </m:rPr>
                                    <a:rPr lang="en-US" sz="1800" i="1">
                                      <a:latin typeface="Cambria Math" panose="02040503050406030204" pitchFamily="18" charset="0"/>
                                      <a:cs typeface="Arial"/>
                                      <a:sym typeface="Arial"/>
                                    </a:rPr>
                                    <m:t>R</m:t>
                                  </m:r>
                                  <m:r>
                                    <a:rPr lang="en-US" sz="1800" i="1">
                                      <a:latin typeface="Cambria Math" panose="02040503050406030204" pitchFamily="18" charset="0"/>
                                      <a:cs typeface="Arial"/>
                                      <a:sym typeface="Arial"/>
                                    </a:rPr>
                                    <m:t> − </m:t>
                                  </m:r>
                                  <m:r>
                                    <m:rPr>
                                      <m:sty m:val="p"/>
                                    </m:rPr>
                                    <a:rPr lang="en-US" sz="1800" i="1">
                                      <a:latin typeface="Cambria Math" panose="02040503050406030204" pitchFamily="18" charset="0"/>
                                      <a:cs typeface="Arial"/>
                                      <a:sym typeface="Arial"/>
                                    </a:rPr>
                                    <m:t>G</m:t>
                                  </m:r>
                                </m:num>
                                <m:den>
                                  <m:r>
                                    <m:rPr>
                                      <m:sty m:val="p"/>
                                    </m:rPr>
                                    <a:rPr lang="en-US" sz="1800" i="1">
                                      <a:latin typeface="Cambria Math" panose="02040503050406030204" pitchFamily="18" charset="0"/>
                                      <a:cs typeface="Arial"/>
                                      <a:sym typeface="Arial"/>
                                    </a:rPr>
                                    <m:t>Δ</m:t>
                                  </m:r>
                                </m:den>
                              </m:f>
                              <m:r>
                                <a:rPr lang="en-US" sz="1800" i="1">
                                  <a:latin typeface="Cambria Math" panose="02040503050406030204" pitchFamily="18" charset="0"/>
                                  <a:cs typeface="Arial"/>
                                  <a:sym typeface="Arial"/>
                                </a:rPr>
                                <m:t> </m:t>
                              </m:r>
                              <m:r>
                                <a:rPr lang="en-US" sz="1800" b="0" i="1" smtClean="0">
                                  <a:latin typeface="Cambria Math" panose="02040503050406030204" pitchFamily="18" charset="0"/>
                                  <a:cs typeface="Arial"/>
                                  <a:sym typeface="Arial"/>
                                </a:rPr>
                                <m:t>+4</m:t>
                              </m:r>
                              <m:r>
                                <a:rPr lang="en-US" sz="1800" i="1">
                                  <a:latin typeface="Cambria Math" panose="02040503050406030204" pitchFamily="18" charset="0"/>
                                  <a:cs typeface="Arial"/>
                                  <a:sym typeface="Arial"/>
                                </a:rPr>
                                <m:t>, </m:t>
                              </m:r>
                              <m:sSub>
                                <m:sSubPr>
                                  <m:ctrlPr>
                                    <a:rPr lang="en-US" sz="1800" i="1">
                                      <a:latin typeface="Cambria Math" panose="02040503050406030204" pitchFamily="18" charset="0"/>
                                      <a:cs typeface="Arial"/>
                                      <a:sym typeface="Arial"/>
                                    </a:rPr>
                                  </m:ctrlPr>
                                </m:sSubPr>
                                <m:e>
                                  <m:r>
                                    <a:rPr lang="en-US" sz="1800" i="1">
                                      <a:latin typeface="Cambria Math" panose="02040503050406030204" pitchFamily="18" charset="0"/>
                                      <a:cs typeface="Arial"/>
                                      <a:sym typeface="Arial"/>
                                    </a:rPr>
                                    <m:t>𝐶</m:t>
                                  </m:r>
                                </m:e>
                                <m:sub>
                                  <m:r>
                                    <a:rPr lang="en-US" sz="1800" i="1">
                                      <a:latin typeface="Cambria Math" panose="02040503050406030204" pitchFamily="18" charset="0"/>
                                      <a:cs typeface="Arial"/>
                                      <a:sym typeface="Arial"/>
                                    </a:rPr>
                                    <m:t>𝑚𝑎𝑥</m:t>
                                  </m:r>
                                </m:sub>
                              </m:sSub>
                              <m:r>
                                <a:rPr lang="en-US" sz="1800" i="1">
                                  <a:latin typeface="Cambria Math" panose="02040503050406030204" pitchFamily="18" charset="0"/>
                                  <a:cs typeface="Arial"/>
                                  <a:sym typeface="Arial"/>
                                </a:rPr>
                                <m:t>= </m:t>
                              </m:r>
                              <m:r>
                                <m:rPr>
                                  <m:sty m:val="p"/>
                                </m:rPr>
                                <a:rPr lang="en-US" sz="1800" b="0" i="1" smtClean="0">
                                  <a:latin typeface="Cambria Math" panose="02040503050406030204" pitchFamily="18" charset="0"/>
                                  <a:cs typeface="Arial"/>
                                  <a:sym typeface="Arial"/>
                                </a:rPr>
                                <m:t>B</m:t>
                              </m:r>
                            </m:e>
                          </m:eqArr>
                        </m:e>
                      </m:d>
                    </m:oMath>
                  </m:oMathPara>
                </a14:m>
                <a:endParaRPr lang="en-US" sz="1800" dirty="0">
                  <a:latin typeface="Atkinson Hyperlegible Next"/>
                  <a:ea typeface="Arial"/>
                  <a:cs typeface="Arial"/>
                  <a:sym typeface="Arial"/>
                </a:endParaRPr>
              </a:p>
            </p:txBody>
          </p:sp>
        </mc:Choice>
        <mc:Fallback xmlns="">
          <p:sp>
            <p:nvSpPr>
              <p:cNvPr id="118" name="Google Shape;118;p29">
                <a:extLst>
                  <a:ext uri="{FF2B5EF4-FFF2-40B4-BE49-F238E27FC236}">
                    <a16:creationId xmlns:a16="http://schemas.microsoft.com/office/drawing/2014/main" id="{D4237E1B-545F-69C1-D581-FF9F2476C15A}"/>
                  </a:ext>
                </a:extLst>
              </p:cNvPr>
              <p:cNvSpPr txBox="1">
                <a:spLocks noGrp="1" noRot="1" noChangeAspect="1" noMove="1" noResize="1" noEditPoints="1" noAdjustHandles="1" noChangeArrowheads="1" noChangeShapeType="1" noTextEdit="1"/>
              </p:cNvSpPr>
              <p:nvPr>
                <p:ph type="body" idx="1"/>
              </p:nvPr>
            </p:nvSpPr>
            <p:spPr>
              <a:xfrm>
                <a:off x="376809" y="1334279"/>
                <a:ext cx="6249927" cy="4821102"/>
              </a:xfrm>
              <a:prstGeom prst="rect">
                <a:avLst/>
              </a:prstGeom>
              <a:blipFill>
                <a:blip r:embed="rId3"/>
                <a:stretch>
                  <a:fillRect l="-878" t="-759"/>
                </a:stretch>
              </a:blipFill>
              <a:ln>
                <a:noFill/>
              </a:ln>
            </p:spPr>
            <p:txBody>
              <a:bodyPr/>
              <a:lstStyle/>
              <a:p>
                <a:r>
                  <a:rPr lang="en-US">
                    <a:noFill/>
                  </a:rPr>
                  <a:t> </a:t>
                </a:r>
              </a:p>
            </p:txBody>
          </p:sp>
        </mc:Fallback>
      </mc:AlternateContent>
      <p:sp>
        <p:nvSpPr>
          <p:cNvPr id="119" name="Google Shape;119;p29">
            <a:extLst>
              <a:ext uri="{FF2B5EF4-FFF2-40B4-BE49-F238E27FC236}">
                <a16:creationId xmlns:a16="http://schemas.microsoft.com/office/drawing/2014/main" id="{6A38134D-BC05-A9E4-964E-41BF74069AA6}"/>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15893D9E-85E5-0A36-3430-5D37940B908E}"/>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tkinson Hyperlegible Next"/>
                <a:ea typeface="Arial"/>
                <a:cs typeface="Arial"/>
                <a:sym typeface="Arial"/>
              </a:rPr>
              <a:t>Camera Vision</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C183D7F6-B498-43B3-948B-1728B52AA6E4}">
                <adec:decorative xmlns:adec="http://schemas.microsoft.com/office/drawing/2017/decorative" val="1"/>
              </a:ext>
              <a:ext uri="{FF2B5EF4-FFF2-40B4-BE49-F238E27FC236}">
                <a16:creationId xmlns:a16="http://schemas.microsoft.com/office/drawing/2014/main" id="{2D0718D8-30AD-D7C5-8A68-6F81DC2D4935}"/>
              </a:ext>
            </a:extLst>
          </p:cNvPr>
          <p:cNvPicPr preferRelativeResize="0"/>
          <p:nvPr/>
        </p:nvPicPr>
        <p:blipFill rotWithShape="1">
          <a:blip r:embed="rId4">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585DADCC-EC8A-1D0D-F508-F1D41C0A3EF3}"/>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7BBB4DD0-56A2-02E0-C285-A85954AA5667}"/>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A481610D-F709-493A-DE83-2F286BC82D59}"/>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543D08E5-5038-2959-A5E9-10CCA2FFF284}"/>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9A86E03F-C716-315F-46CF-58C1165A4BC0}"/>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pic>
        <p:nvPicPr>
          <p:cNvPr id="8194" name="Picture 2">
            <a:extLst>
              <a:ext uri="{FF2B5EF4-FFF2-40B4-BE49-F238E27FC236}">
                <a16:creationId xmlns:a16="http://schemas.microsoft.com/office/drawing/2014/main" id="{AF6EB6C2-AADA-A0B4-39C7-4724DBFA9211}"/>
              </a:ext>
            </a:extLst>
          </p:cNvPr>
          <p:cNvPicPr>
            <a:picLocks noChangeAspect="1" noChangeArrowheads="1"/>
          </p:cNvPicPr>
          <p:nvPr/>
        </p:nvPicPr>
        <p:blipFill>
          <a:blip r:embed="rId5">
            <a:extLst>
              <a:ext uri="{28A0092B-C50C-407E-A947-70E740481C1C}">
                <a14:useLocalDpi xmlns:a14="http://schemas.microsoft.com/office/drawing/2010/main" val="0"/>
              </a:ext>
            </a:extLst>
          </a:blip>
          <a:srcRect/>
          <a:stretch>
            <a:fillRect/>
          </a:stretch>
        </p:blipFill>
        <p:spPr bwMode="auto">
          <a:xfrm>
            <a:off x="6626736" y="1666939"/>
            <a:ext cx="5565264" cy="4173948"/>
          </a:xfrm>
          <a:prstGeom prst="rect">
            <a:avLst/>
          </a:prstGeom>
          <a:noFill/>
          <a:extLst>
            <a:ext uri="{909E8E84-426E-40DD-AFC4-6F175D3DCCD1}">
              <a14:hiddenFill xmlns:a14="http://schemas.microsoft.com/office/drawing/2010/main">
                <a:solidFill>
                  <a:srgbClr val="FFFFFF"/>
                </a:solidFill>
              </a14:hiddenFill>
            </a:ext>
          </a:extLst>
        </p:spPr>
      </p:pic>
      <p:sp>
        <p:nvSpPr>
          <p:cNvPr id="3" name="TextBox 2">
            <a:extLst>
              <a:ext uri="{FF2B5EF4-FFF2-40B4-BE49-F238E27FC236}">
                <a16:creationId xmlns:a16="http://schemas.microsoft.com/office/drawing/2014/main" id="{1A82E01D-94DB-6D53-F0E0-6228D008EAEE}"/>
              </a:ext>
            </a:extLst>
          </p:cNvPr>
          <p:cNvSpPr txBox="1"/>
          <p:nvPr/>
        </p:nvSpPr>
        <p:spPr>
          <a:xfrm>
            <a:off x="7547437" y="5913434"/>
            <a:ext cx="3739399" cy="307777"/>
          </a:xfrm>
          <a:prstGeom prst="rect">
            <a:avLst/>
          </a:prstGeom>
          <a:noFill/>
        </p:spPr>
        <p:txBody>
          <a:bodyPr wrap="square">
            <a:spAutoFit/>
          </a:bodyPr>
          <a:lstStyle/>
          <a:p>
            <a:pPr algn="ctr"/>
            <a:r>
              <a:rPr lang="en-US" dirty="0">
                <a:hlinkClick r:id="rId6"/>
              </a:rPr>
              <a:t>https://en.wikipedia.org/wiki/HSL_and_HSV</a:t>
            </a:r>
            <a:r>
              <a:rPr lang="en-US" dirty="0"/>
              <a:t> </a:t>
            </a:r>
          </a:p>
        </p:txBody>
      </p:sp>
    </p:spTree>
    <p:extLst>
      <p:ext uri="{BB962C8B-B14F-4D97-AF65-F5344CB8AC3E}">
        <p14:creationId xmlns:p14="http://schemas.microsoft.com/office/powerpoint/2010/main" val="3160164167"/>
      </p:ext>
    </p:extLst>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E2F9F57E-2DBD-44F8-8454-D286105C1476}"/>
            </a:ext>
          </a:extLst>
        </p:cNvPr>
        <p:cNvGrpSpPr/>
        <p:nvPr/>
      </p:nvGrpSpPr>
      <p:grpSpPr>
        <a:xfrm>
          <a:off x="0" y="0"/>
          <a:ext cx="0" cy="0"/>
          <a:chOff x="0" y="0"/>
          <a:chExt cx="0" cy="0"/>
        </a:xfrm>
      </p:grpSpPr>
      <p:sp>
        <p:nvSpPr>
          <p:cNvPr id="119" name="Google Shape;119;p29">
            <a:extLst>
              <a:ext uri="{FF2B5EF4-FFF2-40B4-BE49-F238E27FC236}">
                <a16:creationId xmlns:a16="http://schemas.microsoft.com/office/drawing/2014/main" id="{2CEE6F7A-EC74-30A2-88E8-6C2427A9A215}"/>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ECA6D7FB-FAB6-5B85-592C-72EDA4E0B2CD}"/>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tkinson Hyperlegible Next"/>
                <a:ea typeface="Arial"/>
                <a:cs typeface="Arial"/>
                <a:sym typeface="Arial"/>
              </a:rPr>
              <a:t>Camera Vision</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C183D7F6-B498-43B3-948B-1728B52AA6E4}">
                <adec:decorative xmlns:adec="http://schemas.microsoft.com/office/drawing/2017/decorative" val="1"/>
              </a:ext>
              <a:ext uri="{FF2B5EF4-FFF2-40B4-BE49-F238E27FC236}">
                <a16:creationId xmlns:a16="http://schemas.microsoft.com/office/drawing/2014/main" id="{3902F8BE-39BA-002E-8EBC-E0225562B693}"/>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D823CAA6-5617-F536-1F8F-11AFDE6EF47E}"/>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39B43056-5636-DB67-E22A-40AF11E76898}"/>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F4240060-6A6A-CBED-E1EF-756E6234479C}"/>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A96B047D-03B1-4247-6D6A-E18F7315C416}"/>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01C0499F-EC99-EB26-DA17-3704012B28ED}"/>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pic>
        <p:nvPicPr>
          <p:cNvPr id="10242" name="Picture 2">
            <a:extLst>
              <a:ext uri="{FF2B5EF4-FFF2-40B4-BE49-F238E27FC236}">
                <a16:creationId xmlns:a16="http://schemas.microsoft.com/office/drawing/2014/main" id="{41A7A60A-73DC-DEC4-0C5F-CF88DBAF0420}"/>
              </a:ext>
            </a:extLst>
          </p:cNvPr>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4221374" y="889027"/>
            <a:ext cx="3749252" cy="2753357"/>
          </a:xfrm>
          <a:prstGeom prst="rect">
            <a:avLst/>
          </a:prstGeom>
          <a:noFill/>
          <a:extLst>
            <a:ext uri="{909E8E84-426E-40DD-AFC4-6F175D3DCCD1}">
              <a14:hiddenFill xmlns:a14="http://schemas.microsoft.com/office/drawing/2010/main">
                <a:solidFill>
                  <a:srgbClr val="FFFFFF"/>
                </a:solidFill>
              </a14:hiddenFill>
            </a:ext>
          </a:extLst>
        </p:spPr>
      </p:pic>
      <p:pic>
        <p:nvPicPr>
          <p:cNvPr id="10244" name="Picture 4">
            <a:extLst>
              <a:ext uri="{FF2B5EF4-FFF2-40B4-BE49-F238E27FC236}">
                <a16:creationId xmlns:a16="http://schemas.microsoft.com/office/drawing/2014/main" id="{CB2095BA-9684-22C8-ADC8-E825ADD54885}"/>
              </a:ext>
            </a:extLst>
          </p:cNvPr>
          <p:cNvPicPr>
            <a:picLocks noChangeAspect="1" noChangeArrowheads="1"/>
          </p:cNvPicPr>
          <p:nvPr/>
        </p:nvPicPr>
        <p:blipFill>
          <a:blip r:embed="rId5">
            <a:extLst>
              <a:ext uri="{28A0092B-C50C-407E-A947-70E740481C1C}">
                <a14:useLocalDpi xmlns:a14="http://schemas.microsoft.com/office/drawing/2010/main" val="0"/>
              </a:ext>
            </a:extLst>
          </a:blip>
          <a:srcRect/>
          <a:stretch>
            <a:fillRect/>
          </a:stretch>
        </p:blipFill>
        <p:spPr bwMode="auto">
          <a:xfrm>
            <a:off x="4178484" y="3707347"/>
            <a:ext cx="3835032" cy="2816352"/>
          </a:xfrm>
          <a:prstGeom prst="rect">
            <a:avLst/>
          </a:prstGeom>
          <a:noFill/>
          <a:extLst>
            <a:ext uri="{909E8E84-426E-40DD-AFC4-6F175D3DCCD1}">
              <a14:hiddenFill xmlns:a14="http://schemas.microsoft.com/office/drawing/2010/main">
                <a:solidFill>
                  <a:srgbClr val="FFFFFF"/>
                </a:solidFill>
              </a14:hiddenFill>
            </a:ext>
          </a:extLst>
        </p:spPr>
      </p:pic>
      <p:pic>
        <p:nvPicPr>
          <p:cNvPr id="10246" name="Picture 6">
            <a:extLst>
              <a:ext uri="{FF2B5EF4-FFF2-40B4-BE49-F238E27FC236}">
                <a16:creationId xmlns:a16="http://schemas.microsoft.com/office/drawing/2014/main" id="{391BBE52-D58B-65EA-4C1E-6779ABB764E2}"/>
              </a:ext>
            </a:extLst>
          </p:cNvPr>
          <p:cNvPicPr>
            <a:picLocks noChangeAspect="1" noChangeArrowheads="1"/>
          </p:cNvPicPr>
          <p:nvPr/>
        </p:nvPicPr>
        <p:blipFill>
          <a:blip r:embed="rId6">
            <a:extLst>
              <a:ext uri="{28A0092B-C50C-407E-A947-70E740481C1C}">
                <a14:useLocalDpi xmlns:a14="http://schemas.microsoft.com/office/drawing/2010/main" val="0"/>
              </a:ext>
            </a:extLst>
          </a:blip>
          <a:srcRect/>
          <a:stretch>
            <a:fillRect/>
          </a:stretch>
        </p:blipFill>
        <p:spPr bwMode="auto">
          <a:xfrm>
            <a:off x="236428" y="3710862"/>
            <a:ext cx="3830246" cy="2812837"/>
          </a:xfrm>
          <a:prstGeom prst="rect">
            <a:avLst/>
          </a:prstGeom>
          <a:noFill/>
          <a:extLst>
            <a:ext uri="{909E8E84-426E-40DD-AFC4-6F175D3DCCD1}">
              <a14:hiddenFill xmlns:a14="http://schemas.microsoft.com/office/drawing/2010/main">
                <a:solidFill>
                  <a:srgbClr val="FFFFFF"/>
                </a:solidFill>
              </a14:hiddenFill>
            </a:ext>
          </a:extLst>
        </p:spPr>
      </p:pic>
      <p:pic>
        <p:nvPicPr>
          <p:cNvPr id="10248" name="Picture 8">
            <a:extLst>
              <a:ext uri="{FF2B5EF4-FFF2-40B4-BE49-F238E27FC236}">
                <a16:creationId xmlns:a16="http://schemas.microsoft.com/office/drawing/2014/main" id="{DCF6C397-C9DD-3CAF-C0CA-D5D1CDA95204}"/>
              </a:ext>
            </a:extLst>
          </p:cNvPr>
          <p:cNvPicPr>
            <a:picLocks noChangeAspect="1" noChangeArrowheads="1"/>
          </p:cNvPicPr>
          <p:nvPr/>
        </p:nvPicPr>
        <p:blipFill>
          <a:blip r:embed="rId7">
            <a:extLst>
              <a:ext uri="{28A0092B-C50C-407E-A947-70E740481C1C}">
                <a14:useLocalDpi xmlns:a14="http://schemas.microsoft.com/office/drawing/2010/main" val="0"/>
              </a:ext>
            </a:extLst>
          </a:blip>
          <a:srcRect/>
          <a:stretch>
            <a:fillRect/>
          </a:stretch>
        </p:blipFill>
        <p:spPr bwMode="auto">
          <a:xfrm>
            <a:off x="8120540" y="3707347"/>
            <a:ext cx="3835032" cy="2816352"/>
          </a:xfrm>
          <a:prstGeom prst="rect">
            <a:avLst/>
          </a:prstGeom>
          <a:noFill/>
          <a:extLst>
            <a:ext uri="{909E8E84-426E-40DD-AFC4-6F175D3DCCD1}">
              <a14:hiddenFill xmlns:a14="http://schemas.microsoft.com/office/drawing/2010/main">
                <a:solidFill>
                  <a:srgbClr val="FFFFFF"/>
                </a:solidFill>
              </a14:hiddenFill>
            </a:ext>
          </a:extLst>
        </p:spPr>
      </p:pic>
      <p:sp>
        <p:nvSpPr>
          <p:cNvPr id="4" name="TextBox 3">
            <a:extLst>
              <a:ext uri="{FF2B5EF4-FFF2-40B4-BE49-F238E27FC236}">
                <a16:creationId xmlns:a16="http://schemas.microsoft.com/office/drawing/2014/main" id="{E502BDC6-4AA3-8F50-3C1A-4232B526CCD7}"/>
              </a:ext>
            </a:extLst>
          </p:cNvPr>
          <p:cNvSpPr txBox="1"/>
          <p:nvPr/>
        </p:nvSpPr>
        <p:spPr>
          <a:xfrm>
            <a:off x="485975" y="1164204"/>
            <a:ext cx="2423480" cy="307777"/>
          </a:xfrm>
          <a:prstGeom prst="rect">
            <a:avLst/>
          </a:prstGeom>
          <a:noFill/>
        </p:spPr>
        <p:txBody>
          <a:bodyPr wrap="square" rtlCol="0">
            <a:spAutoFit/>
          </a:bodyPr>
          <a:lstStyle/>
          <a:p>
            <a:r>
              <a:rPr lang="en-US" dirty="0"/>
              <a:t>Which one looks the nicest?</a:t>
            </a:r>
          </a:p>
        </p:txBody>
      </p:sp>
      <p:sp>
        <p:nvSpPr>
          <p:cNvPr id="5" name="TextBox 4">
            <a:extLst>
              <a:ext uri="{FF2B5EF4-FFF2-40B4-BE49-F238E27FC236}">
                <a16:creationId xmlns:a16="http://schemas.microsoft.com/office/drawing/2014/main" id="{0DB40B51-D24E-456A-3FC5-8F2F506542F6}"/>
              </a:ext>
            </a:extLst>
          </p:cNvPr>
          <p:cNvSpPr txBox="1"/>
          <p:nvPr/>
        </p:nvSpPr>
        <p:spPr>
          <a:xfrm>
            <a:off x="939811" y="3368442"/>
            <a:ext cx="2423480" cy="307777"/>
          </a:xfrm>
          <a:prstGeom prst="rect">
            <a:avLst/>
          </a:prstGeom>
          <a:noFill/>
        </p:spPr>
        <p:txBody>
          <a:bodyPr wrap="square" rtlCol="0">
            <a:spAutoFit/>
          </a:bodyPr>
          <a:lstStyle/>
          <a:p>
            <a:pPr algn="ctr"/>
            <a:r>
              <a:rPr lang="en-US" dirty="0"/>
              <a:t>HSV value V</a:t>
            </a:r>
          </a:p>
        </p:txBody>
      </p:sp>
      <p:sp>
        <p:nvSpPr>
          <p:cNvPr id="6" name="TextBox 5">
            <a:extLst>
              <a:ext uri="{FF2B5EF4-FFF2-40B4-BE49-F238E27FC236}">
                <a16:creationId xmlns:a16="http://schemas.microsoft.com/office/drawing/2014/main" id="{D9162660-7C23-8A31-2498-AE252E8517AB}"/>
              </a:ext>
            </a:extLst>
          </p:cNvPr>
          <p:cNvSpPr txBox="1"/>
          <p:nvPr/>
        </p:nvSpPr>
        <p:spPr>
          <a:xfrm>
            <a:off x="8826316" y="3360651"/>
            <a:ext cx="2423480" cy="307777"/>
          </a:xfrm>
          <a:prstGeom prst="rect">
            <a:avLst/>
          </a:prstGeom>
          <a:noFill/>
        </p:spPr>
        <p:txBody>
          <a:bodyPr wrap="square" rtlCol="0">
            <a:spAutoFit/>
          </a:bodyPr>
          <a:lstStyle/>
          <a:p>
            <a:pPr algn="ctr"/>
            <a:r>
              <a:rPr lang="en-US" dirty="0"/>
              <a:t>HSL value L</a:t>
            </a:r>
          </a:p>
        </p:txBody>
      </p:sp>
      <p:sp>
        <p:nvSpPr>
          <p:cNvPr id="7" name="TextBox 6">
            <a:extLst>
              <a:ext uri="{FF2B5EF4-FFF2-40B4-BE49-F238E27FC236}">
                <a16:creationId xmlns:a16="http://schemas.microsoft.com/office/drawing/2014/main" id="{B81FD8A4-9737-503E-F429-C3A056C627A6}"/>
              </a:ext>
            </a:extLst>
          </p:cNvPr>
          <p:cNvSpPr txBox="1"/>
          <p:nvPr/>
        </p:nvSpPr>
        <p:spPr>
          <a:xfrm>
            <a:off x="8013516" y="1010315"/>
            <a:ext cx="1358740" cy="307777"/>
          </a:xfrm>
          <a:prstGeom prst="rect">
            <a:avLst/>
          </a:prstGeom>
          <a:noFill/>
        </p:spPr>
        <p:txBody>
          <a:bodyPr wrap="square" rtlCol="0">
            <a:spAutoFit/>
          </a:bodyPr>
          <a:lstStyle/>
          <a:p>
            <a:pPr algn="ctr"/>
            <a:r>
              <a:rPr lang="en-US" dirty="0"/>
              <a:t>Original Color</a:t>
            </a:r>
          </a:p>
        </p:txBody>
      </p:sp>
      <p:sp>
        <p:nvSpPr>
          <p:cNvPr id="8" name="TextBox 7">
            <a:extLst>
              <a:ext uri="{FF2B5EF4-FFF2-40B4-BE49-F238E27FC236}">
                <a16:creationId xmlns:a16="http://schemas.microsoft.com/office/drawing/2014/main" id="{096DC7E9-FD26-0163-DE3C-886619DDA3A2}"/>
              </a:ext>
            </a:extLst>
          </p:cNvPr>
          <p:cNvSpPr txBox="1"/>
          <p:nvPr/>
        </p:nvSpPr>
        <p:spPr>
          <a:xfrm>
            <a:off x="8013516" y="3360651"/>
            <a:ext cx="1047357" cy="307777"/>
          </a:xfrm>
          <a:prstGeom prst="rect">
            <a:avLst/>
          </a:prstGeom>
          <a:noFill/>
        </p:spPr>
        <p:txBody>
          <a:bodyPr wrap="square" rtlCol="0">
            <a:spAutoFit/>
          </a:bodyPr>
          <a:lstStyle/>
          <a:p>
            <a:pPr algn="ctr"/>
            <a:r>
              <a:rPr lang="en-US" dirty="0"/>
              <a:t>CIELAB L*</a:t>
            </a:r>
          </a:p>
        </p:txBody>
      </p:sp>
      <p:sp>
        <p:nvSpPr>
          <p:cNvPr id="10" name="TextBox 9">
            <a:extLst>
              <a:ext uri="{FF2B5EF4-FFF2-40B4-BE49-F238E27FC236}">
                <a16:creationId xmlns:a16="http://schemas.microsoft.com/office/drawing/2014/main" id="{D3EED8F6-F9E3-FF3A-3C2B-1AFB500DCCE2}"/>
              </a:ext>
            </a:extLst>
          </p:cNvPr>
          <p:cNvSpPr txBox="1"/>
          <p:nvPr/>
        </p:nvSpPr>
        <p:spPr>
          <a:xfrm>
            <a:off x="8169919" y="1275577"/>
            <a:ext cx="3536106" cy="246221"/>
          </a:xfrm>
          <a:prstGeom prst="rect">
            <a:avLst/>
          </a:prstGeom>
          <a:noFill/>
        </p:spPr>
        <p:txBody>
          <a:bodyPr wrap="square">
            <a:spAutoFit/>
          </a:bodyPr>
          <a:lstStyle/>
          <a:p>
            <a:pPr algn="ctr"/>
            <a:r>
              <a:rPr lang="en-US" sz="1000" dirty="0">
                <a:hlinkClick r:id="rId8"/>
              </a:rPr>
              <a:t>https://en.wikipedia.org/wiki/HSL_and_HSV#Disadvantages</a:t>
            </a:r>
            <a:r>
              <a:rPr lang="en-US" sz="1000" dirty="0"/>
              <a:t> </a:t>
            </a:r>
          </a:p>
        </p:txBody>
      </p:sp>
    </p:spTree>
    <p:extLst>
      <p:ext uri="{BB962C8B-B14F-4D97-AF65-F5344CB8AC3E}">
        <p14:creationId xmlns:p14="http://schemas.microsoft.com/office/powerpoint/2010/main" val="250741336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5"/>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8"/>
                                        </p:tgtEl>
                                        <p:attrNameLst>
                                          <p:attrName>style.visibility</p:attrName>
                                        </p:attrNameLst>
                                      </p:cBhvr>
                                      <p:to>
                                        <p:strVal val="visible"/>
                                      </p:to>
                                    </p:set>
                                  </p:childTnLst>
                                </p:cTn>
                              </p:par>
                              <p:par>
                                <p:cTn id="9" presetID="1" presetClass="entr" presetSubtype="0" fill="hold" grpId="0" nodeType="withEffect">
                                  <p:stCondLst>
                                    <p:cond delay="0"/>
                                  </p:stCondLst>
                                  <p:childTnLst>
                                    <p:set>
                                      <p:cBhvr>
                                        <p:cTn id="10" dur="1" fill="hold">
                                          <p:stCondLst>
                                            <p:cond delay="0"/>
                                          </p:stCondLst>
                                        </p:cTn>
                                        <p:tgtEl>
                                          <p:spTgt spid="6"/>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p:bldP spid="6" grpId="0"/>
      <p:bldP spid="8" grpId="0"/>
    </p:bldLst>
  </p:timing>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AADC26FD-BE90-A194-5416-EC1A40F45DD7}"/>
            </a:ext>
          </a:extLst>
        </p:cNvPr>
        <p:cNvGrpSpPr/>
        <p:nvPr/>
      </p:nvGrpSpPr>
      <p:grpSpPr>
        <a:xfrm>
          <a:off x="0" y="0"/>
          <a:ext cx="0" cy="0"/>
          <a:chOff x="0" y="0"/>
          <a:chExt cx="0" cy="0"/>
        </a:xfrm>
      </p:grpSpPr>
      <p:sp>
        <p:nvSpPr>
          <p:cNvPr id="118" name="Google Shape;118;p29">
            <a:extLst>
              <a:ext uri="{FF2B5EF4-FFF2-40B4-BE49-F238E27FC236}">
                <a16:creationId xmlns:a16="http://schemas.microsoft.com/office/drawing/2014/main" id="{CF32F094-B864-91E5-4C3A-BC5767FE48BD}"/>
              </a:ext>
            </a:extLst>
          </p:cNvPr>
          <p:cNvSpPr txBox="1">
            <a:spLocks noGrp="1"/>
          </p:cNvSpPr>
          <p:nvPr>
            <p:ph type="body" idx="1"/>
          </p:nvPr>
        </p:nvSpPr>
        <p:spPr>
          <a:xfrm>
            <a:off x="376809" y="1334279"/>
            <a:ext cx="11593518" cy="4821102"/>
          </a:xfrm>
          <a:prstGeom prst="rect">
            <a:avLst/>
          </a:prstGeom>
          <a:noFill/>
          <a:ln>
            <a:noFill/>
          </a:ln>
        </p:spPr>
        <p:txBody>
          <a:bodyPr spcFirstLastPara="1" wrap="square" lIns="91425" tIns="45700" rIns="91425" bIns="45700" anchor="t" anchorCtr="0">
            <a:noAutofit/>
          </a:bodyPr>
          <a:lstStyle/>
          <a:p>
            <a:pPr marL="0" indent="0">
              <a:lnSpc>
                <a:spcPct val="100000"/>
              </a:lnSpc>
              <a:spcBef>
                <a:spcPts val="0"/>
              </a:spcBef>
              <a:buSzPts val="3000"/>
              <a:buNone/>
            </a:pPr>
            <a:r>
              <a:rPr lang="en-US" sz="2000" dirty="0">
                <a:latin typeface="Atkinson Hyperlegible Next"/>
                <a:ea typeface="Arial"/>
                <a:cs typeface="Arial"/>
                <a:sym typeface="Arial"/>
              </a:rPr>
              <a:t>While HSL, HSV, and related spaces serve well enough to, for instance, choose a single color, they ignore much of the complexity of color appearance. </a:t>
            </a:r>
          </a:p>
          <a:p>
            <a:pPr marL="0" indent="0">
              <a:lnSpc>
                <a:spcPct val="100000"/>
              </a:lnSpc>
              <a:spcBef>
                <a:spcPts val="0"/>
              </a:spcBef>
              <a:buSzPts val="3000"/>
              <a:buNone/>
            </a:pPr>
            <a:endParaRPr lang="en-US" sz="2000" dirty="0">
              <a:latin typeface="Atkinson Hyperlegible Next"/>
              <a:ea typeface="Arial"/>
              <a:cs typeface="Arial"/>
              <a:sym typeface="Arial"/>
            </a:endParaRPr>
          </a:p>
          <a:p>
            <a:pPr marL="0" indent="0">
              <a:lnSpc>
                <a:spcPct val="100000"/>
              </a:lnSpc>
              <a:spcBef>
                <a:spcPts val="0"/>
              </a:spcBef>
              <a:buSzPts val="3000"/>
              <a:buNone/>
            </a:pPr>
            <a:r>
              <a:rPr lang="en-US" sz="2000" dirty="0">
                <a:latin typeface="Atkinson Hyperlegible Next"/>
                <a:ea typeface="Arial"/>
                <a:cs typeface="Arial"/>
                <a:sym typeface="Arial"/>
              </a:rPr>
              <a:t>Essentially, they trade off </a:t>
            </a:r>
            <a:r>
              <a:rPr lang="en-US" sz="2000" b="1" dirty="0">
                <a:latin typeface="Atkinson Hyperlegible Next"/>
                <a:ea typeface="Arial"/>
                <a:cs typeface="Arial"/>
                <a:sym typeface="Arial"/>
              </a:rPr>
              <a:t>perceptual relevance </a:t>
            </a:r>
            <a:r>
              <a:rPr lang="en-US" sz="2000" dirty="0">
                <a:latin typeface="Atkinson Hyperlegible Next"/>
                <a:ea typeface="Arial"/>
                <a:cs typeface="Arial"/>
                <a:sym typeface="Arial"/>
              </a:rPr>
              <a:t>for computation speed.</a:t>
            </a:r>
          </a:p>
          <a:p>
            <a:pPr marL="0" indent="0">
              <a:lnSpc>
                <a:spcPct val="100000"/>
              </a:lnSpc>
              <a:spcBef>
                <a:spcPts val="0"/>
              </a:spcBef>
              <a:buSzPts val="3000"/>
              <a:buNone/>
            </a:pPr>
            <a:endParaRPr lang="en-US" sz="2000" dirty="0">
              <a:latin typeface="Atkinson Hyperlegible Next"/>
              <a:ea typeface="Arial"/>
              <a:cs typeface="Arial"/>
              <a:sym typeface="Arial"/>
            </a:endParaRPr>
          </a:p>
          <a:p>
            <a:pPr marL="0" indent="0">
              <a:lnSpc>
                <a:spcPct val="100000"/>
              </a:lnSpc>
              <a:spcBef>
                <a:spcPts val="0"/>
              </a:spcBef>
              <a:buSzPts val="3000"/>
              <a:buNone/>
            </a:pPr>
            <a:r>
              <a:rPr lang="en-US" sz="2000" dirty="0">
                <a:latin typeface="Atkinson Hyperlegible Next"/>
                <a:ea typeface="Arial"/>
                <a:cs typeface="Arial"/>
                <a:sym typeface="Arial"/>
              </a:rPr>
              <a:t>HSL and HSV are simple transformations of RGB which preserve symmetries in the RGB cube unrelated to human perception. </a:t>
            </a:r>
          </a:p>
          <a:p>
            <a:pPr marL="0" indent="0">
              <a:lnSpc>
                <a:spcPct val="100000"/>
              </a:lnSpc>
              <a:spcBef>
                <a:spcPts val="0"/>
              </a:spcBef>
              <a:buSzPts val="3000"/>
              <a:buNone/>
            </a:pPr>
            <a:endParaRPr lang="en-US" sz="2000" dirty="0">
              <a:latin typeface="Atkinson Hyperlegible Next"/>
              <a:ea typeface="Arial"/>
              <a:cs typeface="Arial"/>
              <a:sym typeface="Arial"/>
            </a:endParaRPr>
          </a:p>
          <a:p>
            <a:pPr marL="0" indent="0">
              <a:lnSpc>
                <a:spcPct val="100000"/>
              </a:lnSpc>
              <a:spcBef>
                <a:spcPts val="0"/>
              </a:spcBef>
              <a:buSzPts val="3000"/>
              <a:buNone/>
            </a:pPr>
            <a:r>
              <a:rPr lang="en-US" sz="2000" dirty="0">
                <a:latin typeface="Atkinson Hyperlegible Next"/>
                <a:ea typeface="Arial"/>
                <a:cs typeface="Arial"/>
                <a:sym typeface="Arial"/>
              </a:rPr>
              <a:t>If we plot the RGB gamut in a more </a:t>
            </a:r>
            <a:r>
              <a:rPr lang="en-US" sz="2000" b="1" dirty="0">
                <a:latin typeface="Atkinson Hyperlegible Next"/>
                <a:ea typeface="Arial"/>
                <a:cs typeface="Arial"/>
                <a:sym typeface="Arial"/>
              </a:rPr>
              <a:t>perceptually-uniform space</a:t>
            </a:r>
            <a:r>
              <a:rPr lang="en-US" sz="2000" dirty="0">
                <a:latin typeface="Atkinson Hyperlegible Next"/>
                <a:ea typeface="Arial"/>
                <a:cs typeface="Arial"/>
                <a:sym typeface="Arial"/>
              </a:rPr>
              <a:t>, such as CIELAB, it becomes immediately clear that the red, green, and blue primaries do not have the same lightness or chroma, or evenly spaced hues.</a:t>
            </a:r>
          </a:p>
          <a:p>
            <a:pPr marL="0" indent="0">
              <a:lnSpc>
                <a:spcPct val="100000"/>
              </a:lnSpc>
              <a:spcBef>
                <a:spcPts val="0"/>
              </a:spcBef>
              <a:buSzPts val="3000"/>
              <a:buNone/>
            </a:pPr>
            <a:endParaRPr lang="en-US" sz="2000" dirty="0">
              <a:latin typeface="Atkinson Hyperlegible Next"/>
              <a:ea typeface="Arial"/>
              <a:cs typeface="Arial"/>
              <a:sym typeface="Arial"/>
            </a:endParaRPr>
          </a:p>
          <a:p>
            <a:pPr marL="0" indent="0">
              <a:lnSpc>
                <a:spcPct val="100000"/>
              </a:lnSpc>
              <a:spcBef>
                <a:spcPts val="0"/>
              </a:spcBef>
              <a:buSzPts val="3000"/>
              <a:buNone/>
            </a:pPr>
            <a:r>
              <a:rPr lang="en-US" sz="2000" dirty="0">
                <a:latin typeface="Atkinson Hyperlegible Next"/>
                <a:ea typeface="Arial"/>
                <a:cs typeface="Arial"/>
                <a:sym typeface="Arial"/>
              </a:rPr>
              <a:t>Because HSL and HSV are defined purely with reference to some RGB space, they are not absolute color spaces: to specify a color precisely requires reporting not only HSL or HSV values, but also the characteristics of the RGB space they are based on, including the gamma correction in use.</a:t>
            </a:r>
          </a:p>
          <a:p>
            <a:pPr marL="0" indent="0">
              <a:lnSpc>
                <a:spcPct val="100000"/>
              </a:lnSpc>
              <a:spcBef>
                <a:spcPts val="0"/>
              </a:spcBef>
              <a:buSzPts val="3000"/>
              <a:buNone/>
            </a:pPr>
            <a:endParaRPr lang="en-US" sz="2000" dirty="0">
              <a:latin typeface="Atkinson Hyperlegible Next"/>
              <a:ea typeface="Arial"/>
              <a:cs typeface="Arial"/>
              <a:sym typeface="Arial"/>
            </a:endParaRPr>
          </a:p>
          <a:p>
            <a:pPr marL="0" indent="0">
              <a:lnSpc>
                <a:spcPct val="100000"/>
              </a:lnSpc>
              <a:spcBef>
                <a:spcPts val="0"/>
              </a:spcBef>
              <a:buSzPts val="3000"/>
              <a:buNone/>
            </a:pPr>
            <a:endParaRPr lang="en-US" sz="2000" dirty="0">
              <a:latin typeface="Atkinson Hyperlegible Next"/>
              <a:ea typeface="Arial"/>
              <a:cs typeface="Arial"/>
              <a:sym typeface="Arial"/>
            </a:endParaRPr>
          </a:p>
        </p:txBody>
      </p:sp>
      <p:sp>
        <p:nvSpPr>
          <p:cNvPr id="119" name="Google Shape;119;p29">
            <a:extLst>
              <a:ext uri="{FF2B5EF4-FFF2-40B4-BE49-F238E27FC236}">
                <a16:creationId xmlns:a16="http://schemas.microsoft.com/office/drawing/2014/main" id="{F8B5D63E-8A1B-A94E-DBD1-37B0B750FC3C}"/>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9238C76F-C589-4D4D-78EB-D87E62151076}"/>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tkinson Hyperlegible Next"/>
                <a:ea typeface="Arial"/>
                <a:cs typeface="Arial"/>
                <a:sym typeface="Arial"/>
              </a:rPr>
              <a:t>Camera Vision</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C183D7F6-B498-43B3-948B-1728B52AA6E4}">
                <adec:decorative xmlns:adec="http://schemas.microsoft.com/office/drawing/2017/decorative" val="1"/>
              </a:ext>
              <a:ext uri="{FF2B5EF4-FFF2-40B4-BE49-F238E27FC236}">
                <a16:creationId xmlns:a16="http://schemas.microsoft.com/office/drawing/2014/main" id="{F426FD96-823B-DBBC-9E77-D2C54AFC2B23}"/>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21C276AA-35F8-F3A2-42A4-1E319E10D65A}"/>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3D15A9D4-5AA6-6E3B-203D-ED4CEF06AEF0}"/>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13D3136E-F26E-C1E9-6FFD-F2896793FCD1}"/>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3E406811-0793-6F49-D62C-27BCA074287E}"/>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9B3C04C7-A328-7814-79E6-BC1910C1E5D7}"/>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spTree>
    <p:extLst>
      <p:ext uri="{BB962C8B-B14F-4D97-AF65-F5344CB8AC3E}">
        <p14:creationId xmlns:p14="http://schemas.microsoft.com/office/powerpoint/2010/main" val="334768432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18">
                                            <p:txEl>
                                              <p:pRg st="2" end="2"/>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118">
                                            <p:txEl>
                                              <p:pRg st="4" end="4"/>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118">
                                            <p:txEl>
                                              <p:pRg st="6" end="6"/>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118">
                                            <p:txEl>
                                              <p:pRg st="8" end="8"/>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18" grpId="0" uiExpand="1" build="p"/>
    </p:bldLst>
  </p:timing>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CC445765-83BA-A583-E0CC-0178C5E75438}"/>
            </a:ext>
          </a:extLst>
        </p:cNvPr>
        <p:cNvGrpSpPr/>
        <p:nvPr/>
      </p:nvGrpSpPr>
      <p:grpSpPr>
        <a:xfrm>
          <a:off x="0" y="0"/>
          <a:ext cx="0" cy="0"/>
          <a:chOff x="0" y="0"/>
          <a:chExt cx="0" cy="0"/>
        </a:xfrm>
      </p:grpSpPr>
      <p:sp>
        <p:nvSpPr>
          <p:cNvPr id="118" name="Google Shape;118;p29">
            <a:extLst>
              <a:ext uri="{FF2B5EF4-FFF2-40B4-BE49-F238E27FC236}">
                <a16:creationId xmlns:a16="http://schemas.microsoft.com/office/drawing/2014/main" id="{1080A7C0-8A39-FB91-8EB4-DF753F93FC7C}"/>
              </a:ext>
            </a:extLst>
          </p:cNvPr>
          <p:cNvSpPr txBox="1">
            <a:spLocks noGrp="1"/>
          </p:cNvSpPr>
          <p:nvPr>
            <p:ph type="body" idx="1"/>
          </p:nvPr>
        </p:nvSpPr>
        <p:spPr>
          <a:xfrm>
            <a:off x="376809" y="1334279"/>
            <a:ext cx="6249927" cy="4821102"/>
          </a:xfrm>
          <a:prstGeom prst="rect">
            <a:avLst/>
          </a:prstGeom>
          <a:noFill/>
          <a:ln>
            <a:noFill/>
          </a:ln>
        </p:spPr>
        <p:txBody>
          <a:bodyPr spcFirstLastPara="1" wrap="square" lIns="91425" tIns="45700" rIns="91425" bIns="45700" anchor="t" anchorCtr="0">
            <a:noAutofit/>
          </a:bodyPr>
          <a:lstStyle/>
          <a:p>
            <a:pPr marL="0" indent="0">
              <a:lnSpc>
                <a:spcPct val="100000"/>
              </a:lnSpc>
              <a:spcBef>
                <a:spcPts val="0"/>
              </a:spcBef>
              <a:buSzPts val="3000"/>
              <a:buNone/>
            </a:pPr>
            <a:r>
              <a:rPr lang="en-US" sz="1800" dirty="0">
                <a:latin typeface="Atkinson Hyperlegible Next"/>
                <a:ea typeface="Arial"/>
                <a:cs typeface="Arial"/>
                <a:sym typeface="Arial"/>
              </a:rPr>
              <a:t>The </a:t>
            </a:r>
            <a:r>
              <a:rPr lang="en-US" sz="1800" b="1" dirty="0">
                <a:latin typeface="Atkinson Hyperlegible Next"/>
                <a:ea typeface="Arial"/>
                <a:cs typeface="Arial"/>
                <a:sym typeface="Arial"/>
              </a:rPr>
              <a:t>CIELAB</a:t>
            </a:r>
            <a:r>
              <a:rPr lang="en-US" sz="1800" dirty="0">
                <a:latin typeface="Atkinson Hyperlegible Next"/>
                <a:ea typeface="Arial"/>
                <a:cs typeface="Arial"/>
                <a:sym typeface="Arial"/>
              </a:rPr>
              <a:t> space is three-dimensional and covers the entire gamut (range) of human color perception. </a:t>
            </a:r>
          </a:p>
          <a:p>
            <a:pPr marL="0" indent="0">
              <a:lnSpc>
                <a:spcPct val="100000"/>
              </a:lnSpc>
              <a:spcBef>
                <a:spcPts val="0"/>
              </a:spcBef>
              <a:buSzPts val="3000"/>
              <a:buNone/>
            </a:pPr>
            <a:endParaRPr lang="en-US" sz="1800" dirty="0">
              <a:latin typeface="Atkinson Hyperlegible Next"/>
              <a:ea typeface="Arial"/>
              <a:cs typeface="Arial"/>
              <a:sym typeface="Arial"/>
            </a:endParaRPr>
          </a:p>
          <a:p>
            <a:pPr marL="0" indent="0">
              <a:lnSpc>
                <a:spcPct val="100000"/>
              </a:lnSpc>
              <a:spcBef>
                <a:spcPts val="0"/>
              </a:spcBef>
              <a:buSzPts val="3000"/>
              <a:buNone/>
            </a:pPr>
            <a:r>
              <a:rPr lang="en-US" sz="1800" dirty="0">
                <a:latin typeface="Atkinson Hyperlegible Next"/>
                <a:ea typeface="Arial"/>
                <a:cs typeface="Arial"/>
                <a:sym typeface="Arial"/>
              </a:rPr>
              <a:t>It is based on the opponent model of human vision, where red and green form an opponent pair and blue and yellow form an opponent pair. </a:t>
            </a:r>
          </a:p>
          <a:p>
            <a:pPr marL="0" indent="0">
              <a:lnSpc>
                <a:spcPct val="100000"/>
              </a:lnSpc>
              <a:spcBef>
                <a:spcPts val="0"/>
              </a:spcBef>
              <a:buSzPts val="3000"/>
              <a:buNone/>
            </a:pPr>
            <a:endParaRPr lang="en-US" sz="1800" dirty="0">
              <a:latin typeface="Atkinson Hyperlegible Next"/>
              <a:ea typeface="Arial"/>
              <a:cs typeface="Arial"/>
              <a:sym typeface="Arial"/>
            </a:endParaRPr>
          </a:p>
          <a:p>
            <a:pPr marL="0" indent="0">
              <a:lnSpc>
                <a:spcPct val="100000"/>
              </a:lnSpc>
              <a:spcBef>
                <a:spcPts val="0"/>
              </a:spcBef>
              <a:buSzPts val="3000"/>
              <a:buNone/>
            </a:pPr>
            <a:r>
              <a:rPr lang="en-US" sz="1800" dirty="0">
                <a:latin typeface="Atkinson Hyperlegible Next"/>
                <a:ea typeface="Arial"/>
                <a:cs typeface="Arial"/>
                <a:sym typeface="Arial"/>
              </a:rPr>
              <a:t>The </a:t>
            </a:r>
            <a:r>
              <a:rPr lang="en-US" sz="1800" b="1" dirty="0">
                <a:latin typeface="Atkinson Hyperlegible Next"/>
                <a:ea typeface="Arial"/>
                <a:cs typeface="Arial"/>
                <a:sym typeface="Arial"/>
              </a:rPr>
              <a:t>lightness value</a:t>
            </a:r>
            <a:r>
              <a:rPr lang="en-US" sz="1800" dirty="0">
                <a:latin typeface="Atkinson Hyperlegible Next"/>
                <a:ea typeface="Arial"/>
                <a:cs typeface="Arial"/>
                <a:sym typeface="Arial"/>
              </a:rPr>
              <a:t>, L* (pronounced "L star"), defines </a:t>
            </a:r>
            <a:r>
              <a:rPr lang="en-US" sz="1800" b="1" dirty="0">
                <a:latin typeface="Atkinson Hyperlegible Next"/>
                <a:ea typeface="Arial"/>
                <a:cs typeface="Arial"/>
                <a:sym typeface="Arial"/>
              </a:rPr>
              <a:t>black</a:t>
            </a:r>
            <a:r>
              <a:rPr lang="en-US" sz="1800" dirty="0">
                <a:latin typeface="Atkinson Hyperlegible Next"/>
                <a:ea typeface="Arial"/>
                <a:cs typeface="Arial"/>
                <a:sym typeface="Arial"/>
              </a:rPr>
              <a:t> at 0 and </a:t>
            </a:r>
            <a:r>
              <a:rPr lang="en-US" sz="1800" b="1" dirty="0">
                <a:latin typeface="Atkinson Hyperlegible Next"/>
                <a:ea typeface="Arial"/>
                <a:cs typeface="Arial"/>
                <a:sym typeface="Arial"/>
              </a:rPr>
              <a:t>white</a:t>
            </a:r>
            <a:r>
              <a:rPr lang="en-US" sz="1800" dirty="0">
                <a:latin typeface="Atkinson Hyperlegible Next"/>
                <a:ea typeface="Arial"/>
                <a:cs typeface="Arial"/>
                <a:sym typeface="Arial"/>
              </a:rPr>
              <a:t> at 100. </a:t>
            </a:r>
          </a:p>
          <a:p>
            <a:pPr marL="0" indent="0">
              <a:lnSpc>
                <a:spcPct val="100000"/>
              </a:lnSpc>
              <a:spcBef>
                <a:spcPts val="0"/>
              </a:spcBef>
              <a:buSzPts val="3000"/>
              <a:buNone/>
            </a:pPr>
            <a:r>
              <a:rPr lang="en-US" sz="1800" dirty="0">
                <a:latin typeface="Atkinson Hyperlegible Next"/>
                <a:ea typeface="Arial"/>
                <a:cs typeface="Arial"/>
                <a:sym typeface="Arial"/>
              </a:rPr>
              <a:t>The </a:t>
            </a:r>
            <a:r>
              <a:rPr lang="en-US" sz="1800" b="1" dirty="0">
                <a:latin typeface="Atkinson Hyperlegible Next"/>
                <a:ea typeface="Arial"/>
                <a:cs typeface="Arial"/>
                <a:sym typeface="Arial"/>
              </a:rPr>
              <a:t>a* axis </a:t>
            </a:r>
            <a:r>
              <a:rPr lang="en-US" sz="1800" dirty="0">
                <a:latin typeface="Atkinson Hyperlegible Next"/>
                <a:ea typeface="Arial"/>
                <a:cs typeface="Arial"/>
                <a:sym typeface="Arial"/>
              </a:rPr>
              <a:t>is relative to the </a:t>
            </a:r>
            <a:r>
              <a:rPr lang="en-US" sz="1800" b="1" dirty="0">
                <a:latin typeface="Atkinson Hyperlegible Next"/>
                <a:ea typeface="Arial"/>
                <a:cs typeface="Arial"/>
                <a:sym typeface="Arial"/>
              </a:rPr>
              <a:t>green–red </a:t>
            </a:r>
            <a:r>
              <a:rPr lang="en-US" sz="1800" dirty="0">
                <a:latin typeface="Atkinson Hyperlegible Next"/>
                <a:ea typeface="Arial"/>
                <a:cs typeface="Arial"/>
                <a:sym typeface="Arial"/>
              </a:rPr>
              <a:t>opponent colors, with negative values toward green and positive values toward red. </a:t>
            </a:r>
          </a:p>
          <a:p>
            <a:pPr marL="0" indent="0">
              <a:lnSpc>
                <a:spcPct val="100000"/>
              </a:lnSpc>
              <a:spcBef>
                <a:spcPts val="0"/>
              </a:spcBef>
              <a:buSzPts val="3000"/>
              <a:buNone/>
            </a:pPr>
            <a:r>
              <a:rPr lang="en-US" sz="1800" dirty="0">
                <a:latin typeface="Atkinson Hyperlegible Next"/>
                <a:ea typeface="Arial"/>
                <a:cs typeface="Arial"/>
                <a:sym typeface="Arial"/>
              </a:rPr>
              <a:t>The </a:t>
            </a:r>
            <a:r>
              <a:rPr lang="en-US" sz="1800" b="1" dirty="0">
                <a:latin typeface="Atkinson Hyperlegible Next"/>
                <a:ea typeface="Arial"/>
                <a:cs typeface="Arial"/>
                <a:sym typeface="Arial"/>
              </a:rPr>
              <a:t>b* axis </a:t>
            </a:r>
            <a:r>
              <a:rPr lang="en-US" sz="1800" dirty="0">
                <a:latin typeface="Atkinson Hyperlegible Next"/>
                <a:ea typeface="Arial"/>
                <a:cs typeface="Arial"/>
                <a:sym typeface="Arial"/>
              </a:rPr>
              <a:t>represents the </a:t>
            </a:r>
            <a:r>
              <a:rPr lang="en-US" sz="1800" b="1" dirty="0">
                <a:latin typeface="Atkinson Hyperlegible Next"/>
                <a:ea typeface="Arial"/>
                <a:cs typeface="Arial"/>
                <a:sym typeface="Arial"/>
              </a:rPr>
              <a:t>blue–yellow </a:t>
            </a:r>
            <a:r>
              <a:rPr lang="en-US" sz="1800" dirty="0">
                <a:latin typeface="Atkinson Hyperlegible Next"/>
                <a:ea typeface="Arial"/>
                <a:cs typeface="Arial"/>
                <a:sym typeface="Arial"/>
              </a:rPr>
              <a:t>opponents, with negative numbers toward blue and positive toward yellow.</a:t>
            </a:r>
          </a:p>
        </p:txBody>
      </p:sp>
      <p:sp>
        <p:nvSpPr>
          <p:cNvPr id="119" name="Google Shape;119;p29">
            <a:extLst>
              <a:ext uri="{FF2B5EF4-FFF2-40B4-BE49-F238E27FC236}">
                <a16:creationId xmlns:a16="http://schemas.microsoft.com/office/drawing/2014/main" id="{1049A639-4B4E-6835-C81D-AAA2225CAF0F}"/>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A5D081E5-54B3-3924-2B74-D0DDD38B409D}"/>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tkinson Hyperlegible Next"/>
                <a:ea typeface="Arial"/>
                <a:cs typeface="Arial"/>
                <a:sym typeface="Arial"/>
              </a:rPr>
              <a:t>Camera Vision</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C183D7F6-B498-43B3-948B-1728B52AA6E4}">
                <adec:decorative xmlns:adec="http://schemas.microsoft.com/office/drawing/2017/decorative" val="1"/>
              </a:ext>
              <a:ext uri="{FF2B5EF4-FFF2-40B4-BE49-F238E27FC236}">
                <a16:creationId xmlns:a16="http://schemas.microsoft.com/office/drawing/2014/main" id="{DE3E7D70-05DD-75EF-5681-1F62D3A776FB}"/>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D67139E9-E9E6-7966-915D-2F6A20977F16}"/>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7E6FEE00-556A-76D8-1B1A-8031D3A41D0E}"/>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AACBBBC5-5731-C6AA-4D88-A3E66C67FA45}"/>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9DFF90A8-8E09-D66E-B790-A9D334309640}"/>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A35C59DE-AF37-EC18-B6DD-EB5012A9D749}"/>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sp>
        <p:nvSpPr>
          <p:cNvPr id="3" name="TextBox 2">
            <a:extLst>
              <a:ext uri="{FF2B5EF4-FFF2-40B4-BE49-F238E27FC236}">
                <a16:creationId xmlns:a16="http://schemas.microsoft.com/office/drawing/2014/main" id="{976D4B0A-9C3F-129F-D0B9-7788788EAC79}"/>
              </a:ext>
            </a:extLst>
          </p:cNvPr>
          <p:cNvSpPr txBox="1"/>
          <p:nvPr/>
        </p:nvSpPr>
        <p:spPr>
          <a:xfrm>
            <a:off x="8124955" y="6355316"/>
            <a:ext cx="2965959" cy="246221"/>
          </a:xfrm>
          <a:prstGeom prst="rect">
            <a:avLst/>
          </a:prstGeom>
          <a:noFill/>
        </p:spPr>
        <p:txBody>
          <a:bodyPr wrap="square">
            <a:spAutoFit/>
          </a:bodyPr>
          <a:lstStyle/>
          <a:p>
            <a:pPr algn="ctr"/>
            <a:r>
              <a:rPr lang="en-US" sz="1000" dirty="0">
                <a:hlinkClick r:id="rId4"/>
              </a:rPr>
              <a:t>https://en.wikipedia.org/wiki/CIELAB_color_space</a:t>
            </a:r>
            <a:r>
              <a:rPr lang="en-US" sz="1000" dirty="0"/>
              <a:t> </a:t>
            </a:r>
          </a:p>
        </p:txBody>
      </p:sp>
      <p:pic>
        <p:nvPicPr>
          <p:cNvPr id="12" name="Picture 11">
            <a:extLst>
              <a:ext uri="{FF2B5EF4-FFF2-40B4-BE49-F238E27FC236}">
                <a16:creationId xmlns:a16="http://schemas.microsoft.com/office/drawing/2014/main" id="{C26F9AA7-B35C-8A6F-B8EB-91A4578A80E6}"/>
              </a:ext>
            </a:extLst>
          </p:cNvPr>
          <p:cNvPicPr>
            <a:picLocks noChangeAspect="1"/>
          </p:cNvPicPr>
          <p:nvPr/>
        </p:nvPicPr>
        <p:blipFill>
          <a:blip r:embed="rId5"/>
          <a:stretch>
            <a:fillRect/>
          </a:stretch>
        </p:blipFill>
        <p:spPr>
          <a:xfrm>
            <a:off x="8124955" y="3624695"/>
            <a:ext cx="2688336" cy="2688336"/>
          </a:xfrm>
          <a:prstGeom prst="rect">
            <a:avLst/>
          </a:prstGeom>
        </p:spPr>
      </p:pic>
      <p:pic>
        <p:nvPicPr>
          <p:cNvPr id="14" name="Picture 13">
            <a:extLst>
              <a:ext uri="{FF2B5EF4-FFF2-40B4-BE49-F238E27FC236}">
                <a16:creationId xmlns:a16="http://schemas.microsoft.com/office/drawing/2014/main" id="{D2AA05EC-F333-E110-32DC-1E4D05FF14F6}"/>
              </a:ext>
            </a:extLst>
          </p:cNvPr>
          <p:cNvPicPr>
            <a:picLocks noChangeAspect="1"/>
          </p:cNvPicPr>
          <p:nvPr/>
        </p:nvPicPr>
        <p:blipFill>
          <a:blip r:embed="rId6"/>
          <a:stretch>
            <a:fillRect/>
          </a:stretch>
        </p:blipFill>
        <p:spPr>
          <a:xfrm>
            <a:off x="8122207" y="900916"/>
            <a:ext cx="2691084" cy="2691084"/>
          </a:xfrm>
          <a:prstGeom prst="rect">
            <a:avLst/>
          </a:prstGeom>
        </p:spPr>
      </p:pic>
    </p:spTree>
    <p:extLst>
      <p:ext uri="{BB962C8B-B14F-4D97-AF65-F5344CB8AC3E}">
        <p14:creationId xmlns:p14="http://schemas.microsoft.com/office/powerpoint/2010/main" val="3562306366"/>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118">
                                            <p:txEl>
                                              <p:pRg st="5" end="5"/>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118">
                                            <p:txEl>
                                              <p:pRg st="6" end="6"/>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61E4BC80-07CC-3006-2306-FDFB1C932CE6}"/>
            </a:ext>
          </a:extLst>
        </p:cNvPr>
        <p:cNvGrpSpPr/>
        <p:nvPr/>
      </p:nvGrpSpPr>
      <p:grpSpPr>
        <a:xfrm>
          <a:off x="0" y="0"/>
          <a:ext cx="0" cy="0"/>
          <a:chOff x="0" y="0"/>
          <a:chExt cx="0" cy="0"/>
        </a:xfrm>
      </p:grpSpPr>
      <p:sp>
        <p:nvSpPr>
          <p:cNvPr id="118" name="Google Shape;118;p29">
            <a:extLst>
              <a:ext uri="{FF2B5EF4-FFF2-40B4-BE49-F238E27FC236}">
                <a16:creationId xmlns:a16="http://schemas.microsoft.com/office/drawing/2014/main" id="{2FF36F9C-EB6F-317D-91F6-71C5664D8F4C}"/>
              </a:ext>
            </a:extLst>
          </p:cNvPr>
          <p:cNvSpPr txBox="1">
            <a:spLocks noGrp="1"/>
          </p:cNvSpPr>
          <p:nvPr>
            <p:ph type="body" idx="1"/>
          </p:nvPr>
        </p:nvSpPr>
        <p:spPr>
          <a:xfrm>
            <a:off x="376809" y="1334279"/>
            <a:ext cx="6249927" cy="4821102"/>
          </a:xfrm>
          <a:prstGeom prst="rect">
            <a:avLst/>
          </a:prstGeom>
          <a:noFill/>
          <a:ln>
            <a:noFill/>
          </a:ln>
        </p:spPr>
        <p:txBody>
          <a:bodyPr spcFirstLastPara="1" wrap="square" lIns="91425" tIns="45700" rIns="91425" bIns="45700" anchor="t" anchorCtr="0">
            <a:noAutofit/>
          </a:bodyPr>
          <a:lstStyle/>
          <a:p>
            <a:pPr marL="0" indent="0">
              <a:lnSpc>
                <a:spcPct val="100000"/>
              </a:lnSpc>
              <a:spcBef>
                <a:spcPts val="0"/>
              </a:spcBef>
              <a:buSzPts val="3000"/>
              <a:buNone/>
            </a:pPr>
            <a:r>
              <a:rPr lang="en-US" sz="1800" dirty="0">
                <a:latin typeface="Atkinson Hyperlegible Next"/>
                <a:ea typeface="Arial"/>
                <a:cs typeface="Arial"/>
                <a:sym typeface="Arial"/>
              </a:rPr>
              <a:t>The lightness value, L* in CIELAB is calculated using the cube root of the relative luminance with an offset near black. </a:t>
            </a:r>
          </a:p>
          <a:p>
            <a:pPr marL="0" indent="0">
              <a:lnSpc>
                <a:spcPct val="100000"/>
              </a:lnSpc>
              <a:spcBef>
                <a:spcPts val="0"/>
              </a:spcBef>
              <a:buSzPts val="3000"/>
              <a:buNone/>
            </a:pPr>
            <a:endParaRPr lang="en-US" sz="1800" dirty="0">
              <a:latin typeface="Atkinson Hyperlegible Next"/>
              <a:ea typeface="Arial"/>
              <a:cs typeface="Arial"/>
              <a:sym typeface="Arial"/>
            </a:endParaRPr>
          </a:p>
          <a:p>
            <a:pPr marL="0" indent="0">
              <a:lnSpc>
                <a:spcPct val="100000"/>
              </a:lnSpc>
              <a:spcBef>
                <a:spcPts val="0"/>
              </a:spcBef>
              <a:buSzPts val="3000"/>
              <a:buNone/>
            </a:pPr>
            <a:r>
              <a:rPr lang="en-US" sz="1800" dirty="0">
                <a:latin typeface="Atkinson Hyperlegible Next"/>
                <a:ea typeface="Arial"/>
                <a:cs typeface="Arial"/>
                <a:sym typeface="Arial"/>
              </a:rPr>
              <a:t>This results in an effective power curve with an exponent of approximately 0.43 which represents the human eye's response to light under daylight (photopic) conditions.</a:t>
            </a:r>
          </a:p>
          <a:p>
            <a:pPr marL="0" indent="0">
              <a:lnSpc>
                <a:spcPct val="100000"/>
              </a:lnSpc>
              <a:spcBef>
                <a:spcPts val="0"/>
              </a:spcBef>
              <a:buSzPts val="3000"/>
              <a:buNone/>
            </a:pPr>
            <a:endParaRPr lang="en-US" sz="1800" dirty="0">
              <a:latin typeface="Atkinson Hyperlegible Next"/>
              <a:ea typeface="Arial"/>
              <a:cs typeface="Arial"/>
              <a:sym typeface="Arial"/>
            </a:endParaRPr>
          </a:p>
          <a:p>
            <a:pPr marL="0" indent="0">
              <a:lnSpc>
                <a:spcPct val="100000"/>
              </a:lnSpc>
              <a:spcBef>
                <a:spcPts val="0"/>
              </a:spcBef>
              <a:buSzPts val="3000"/>
              <a:buNone/>
            </a:pPr>
            <a:r>
              <a:rPr lang="en-US" sz="1800" dirty="0">
                <a:latin typeface="Atkinson Hyperlegible Next"/>
                <a:ea typeface="Arial"/>
                <a:cs typeface="Arial"/>
                <a:sym typeface="Arial"/>
              </a:rPr>
              <a:t>The a* and b* axes are unbounded and depending on the reference white they can easily exceed ±150 to cover the human gamut (range).</a:t>
            </a:r>
          </a:p>
          <a:p>
            <a:pPr marL="0" indent="0">
              <a:lnSpc>
                <a:spcPct val="100000"/>
              </a:lnSpc>
              <a:spcBef>
                <a:spcPts val="0"/>
              </a:spcBef>
              <a:buSzPts val="3000"/>
              <a:buNone/>
            </a:pPr>
            <a:r>
              <a:rPr lang="en-US" sz="1800" dirty="0">
                <a:latin typeface="Atkinson Hyperlegible Next"/>
                <a:ea typeface="Arial"/>
                <a:cs typeface="Arial"/>
                <a:sym typeface="Arial"/>
              </a:rPr>
              <a:t> </a:t>
            </a:r>
          </a:p>
          <a:p>
            <a:pPr marL="0" indent="0">
              <a:lnSpc>
                <a:spcPct val="100000"/>
              </a:lnSpc>
              <a:spcBef>
                <a:spcPts val="0"/>
              </a:spcBef>
              <a:buSzPts val="3000"/>
              <a:buNone/>
            </a:pPr>
            <a:r>
              <a:rPr lang="en-US" sz="1800" dirty="0">
                <a:latin typeface="Atkinson Hyperlegible Next"/>
                <a:ea typeface="Arial"/>
                <a:cs typeface="Arial"/>
                <a:sym typeface="Arial"/>
              </a:rPr>
              <a:t>Nevertheless, software implementations often clamp these values for practical reasons. For instance, if integer math is being used it is common to clamp a* and b* in the range of −128 to 127.</a:t>
            </a:r>
          </a:p>
        </p:txBody>
      </p:sp>
      <p:sp>
        <p:nvSpPr>
          <p:cNvPr id="119" name="Google Shape;119;p29">
            <a:extLst>
              <a:ext uri="{FF2B5EF4-FFF2-40B4-BE49-F238E27FC236}">
                <a16:creationId xmlns:a16="http://schemas.microsoft.com/office/drawing/2014/main" id="{1BDB5FEE-EADD-86EE-04E3-5C2FFB60B66A}"/>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6119C998-B051-71F2-9F86-5C079A60300B}"/>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tkinson Hyperlegible Next"/>
                <a:ea typeface="Arial"/>
                <a:cs typeface="Arial"/>
                <a:sym typeface="Arial"/>
              </a:rPr>
              <a:t>Camera Vision</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C183D7F6-B498-43B3-948B-1728B52AA6E4}">
                <adec:decorative xmlns:adec="http://schemas.microsoft.com/office/drawing/2017/decorative" val="1"/>
              </a:ext>
              <a:ext uri="{FF2B5EF4-FFF2-40B4-BE49-F238E27FC236}">
                <a16:creationId xmlns:a16="http://schemas.microsoft.com/office/drawing/2014/main" id="{54DAAE4B-7CB3-E009-7E41-A17D3B4F2ECF}"/>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E596A8F0-CF2E-F349-4A33-C66DCFE6FCCB}"/>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4964B9FF-C05C-49AA-B8DD-13F6EEAF2B1A}"/>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3D993EDC-87B0-721D-9C78-8B323BE725CA}"/>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59C7DFC9-FE6A-A3FB-4A90-169EE060F43E}"/>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64BE4DE2-9BB4-3AD5-B456-CC3D775BF579}"/>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pic>
        <p:nvPicPr>
          <p:cNvPr id="2" name="Picture 1">
            <a:extLst>
              <a:ext uri="{FF2B5EF4-FFF2-40B4-BE49-F238E27FC236}">
                <a16:creationId xmlns:a16="http://schemas.microsoft.com/office/drawing/2014/main" id="{65C38C90-2230-46A9-529F-C754AA363B8E}"/>
              </a:ext>
            </a:extLst>
          </p:cNvPr>
          <p:cNvPicPr>
            <a:picLocks noChangeAspect="1"/>
          </p:cNvPicPr>
          <p:nvPr/>
        </p:nvPicPr>
        <p:blipFill>
          <a:blip r:embed="rId4"/>
          <a:stretch>
            <a:fillRect/>
          </a:stretch>
        </p:blipFill>
        <p:spPr>
          <a:xfrm>
            <a:off x="8124955" y="3624695"/>
            <a:ext cx="2688336" cy="2688336"/>
          </a:xfrm>
          <a:prstGeom prst="rect">
            <a:avLst/>
          </a:prstGeom>
        </p:spPr>
      </p:pic>
      <p:pic>
        <p:nvPicPr>
          <p:cNvPr id="4" name="Picture 3">
            <a:extLst>
              <a:ext uri="{FF2B5EF4-FFF2-40B4-BE49-F238E27FC236}">
                <a16:creationId xmlns:a16="http://schemas.microsoft.com/office/drawing/2014/main" id="{D1FD9546-DC56-C2E1-82B5-993921386BDC}"/>
              </a:ext>
            </a:extLst>
          </p:cNvPr>
          <p:cNvPicPr>
            <a:picLocks noChangeAspect="1"/>
          </p:cNvPicPr>
          <p:nvPr/>
        </p:nvPicPr>
        <p:blipFill>
          <a:blip r:embed="rId5"/>
          <a:stretch>
            <a:fillRect/>
          </a:stretch>
        </p:blipFill>
        <p:spPr>
          <a:xfrm>
            <a:off x="8122207" y="900916"/>
            <a:ext cx="2691084" cy="2691084"/>
          </a:xfrm>
          <a:prstGeom prst="rect">
            <a:avLst/>
          </a:prstGeom>
        </p:spPr>
      </p:pic>
      <p:sp>
        <p:nvSpPr>
          <p:cNvPr id="5" name="TextBox 4">
            <a:extLst>
              <a:ext uri="{FF2B5EF4-FFF2-40B4-BE49-F238E27FC236}">
                <a16:creationId xmlns:a16="http://schemas.microsoft.com/office/drawing/2014/main" id="{60A72866-12CA-4B31-C655-22FCDED7F17B}"/>
              </a:ext>
            </a:extLst>
          </p:cNvPr>
          <p:cNvSpPr txBox="1"/>
          <p:nvPr/>
        </p:nvSpPr>
        <p:spPr>
          <a:xfrm>
            <a:off x="8124955" y="6355316"/>
            <a:ext cx="2965959" cy="246221"/>
          </a:xfrm>
          <a:prstGeom prst="rect">
            <a:avLst/>
          </a:prstGeom>
          <a:noFill/>
        </p:spPr>
        <p:txBody>
          <a:bodyPr wrap="square">
            <a:spAutoFit/>
          </a:bodyPr>
          <a:lstStyle/>
          <a:p>
            <a:pPr algn="ctr"/>
            <a:r>
              <a:rPr lang="en-US" sz="1000" dirty="0">
                <a:hlinkClick r:id="rId6"/>
              </a:rPr>
              <a:t>https://en.wikipedia.org/wiki/CIELAB_color_space</a:t>
            </a:r>
            <a:r>
              <a:rPr lang="en-US" sz="1000" dirty="0"/>
              <a:t> </a:t>
            </a:r>
          </a:p>
        </p:txBody>
      </p:sp>
    </p:spTree>
    <p:extLst>
      <p:ext uri="{BB962C8B-B14F-4D97-AF65-F5344CB8AC3E}">
        <p14:creationId xmlns:p14="http://schemas.microsoft.com/office/powerpoint/2010/main" val="1005032556"/>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18">
                                            <p:txEl>
                                              <p:pRg st="2" end="2"/>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118">
                                            <p:txEl>
                                              <p:pRg st="4" end="4"/>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118">
                                            <p:txEl>
                                              <p:pRg st="6" end="6"/>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18" grpId="0" uiExpand="1" build="p"/>
    </p:bldLst>
  </p:timing>
</p:sld>
</file>

<file path=ppt/slides/slide33.xml><?xml version="1.0" encoding="utf-8"?>
<p:sld xmlns:a="http://schemas.openxmlformats.org/drawingml/2006/main" xmlns:r="http://schemas.openxmlformats.org/officeDocument/2006/relationships" xmlns:p="http://schemas.openxmlformats.org/presentationml/2006/main">
  <p:cSld>
    <p:bg>
      <p:bgPr>
        <a:blipFill>
          <a:blip r:embed="rId3">
            <a:alphaModFix/>
          </a:blip>
          <a:stretch>
            <a:fillRect/>
          </a:stretch>
        </a:blipFill>
        <a:effectLst/>
      </p:bgPr>
    </p:bg>
    <p:spTree>
      <p:nvGrpSpPr>
        <p:cNvPr id="1" name="Shape 103">
          <a:extLst>
            <a:ext uri="{FF2B5EF4-FFF2-40B4-BE49-F238E27FC236}">
              <a16:creationId xmlns:a16="http://schemas.microsoft.com/office/drawing/2014/main" id="{DB484AAD-6462-0D61-8ADB-BFA994E47AEB}"/>
            </a:ext>
          </a:extLst>
        </p:cNvPr>
        <p:cNvGrpSpPr/>
        <p:nvPr/>
      </p:nvGrpSpPr>
      <p:grpSpPr>
        <a:xfrm>
          <a:off x="0" y="0"/>
          <a:ext cx="0" cy="0"/>
          <a:chOff x="0" y="0"/>
          <a:chExt cx="0" cy="0"/>
        </a:xfrm>
      </p:grpSpPr>
      <p:sp>
        <p:nvSpPr>
          <p:cNvPr id="104" name="Google Shape;104;p28">
            <a:extLst>
              <a:ext uri="{FF2B5EF4-FFF2-40B4-BE49-F238E27FC236}">
                <a16:creationId xmlns:a16="http://schemas.microsoft.com/office/drawing/2014/main" id="{E790E130-4B81-C660-34AD-8BBC83AD20AA}"/>
              </a:ext>
            </a:extLst>
          </p:cNvPr>
          <p:cNvSpPr/>
          <p:nvPr>
            <p:ph type="title"/>
          </p:nvPr>
        </p:nvSpPr>
        <p:spPr>
          <a:xfrm>
            <a:off x="1295400" y="3225489"/>
            <a:ext cx="9601200" cy="784790"/>
          </a:xfrm>
          <a:prstGeom prst="rect">
            <a:avLst/>
          </a:prstGeom>
          <a:noFill/>
          <a:ln>
            <a:noFill/>
          </a:ln>
        </p:spPr>
        <p:txBody>
          <a:bodyPr spcFirstLastPara="1" wrap="square" lIns="91425" tIns="45700" rIns="91425" bIns="45700" anchor="ctr" anchorCtr="0">
            <a:spAutoFit/>
          </a:bodyPr>
          <a:lstStyle/>
          <a:p>
            <a:pPr marL="0" marR="0" lvl="0" indent="0" algn="ctr" rtl="0">
              <a:lnSpc>
                <a:spcPct val="100000"/>
              </a:lnSpc>
              <a:spcBef>
                <a:spcPts val="0"/>
              </a:spcBef>
              <a:spcAft>
                <a:spcPts val="0"/>
              </a:spcAft>
              <a:buClr>
                <a:srgbClr val="000000"/>
              </a:buClr>
              <a:buSzPts val="4500"/>
              <a:buFont typeface="Arial"/>
              <a:buNone/>
            </a:pPr>
            <a:r>
              <a:rPr lang="en-US" sz="4500" b="1" i="0" u="none" strike="noStrike" cap="none" dirty="0">
                <a:solidFill>
                  <a:srgbClr val="15264B"/>
                </a:solidFill>
                <a:latin typeface="Atkinson Hyperlegible Next"/>
                <a:ea typeface="Arial"/>
                <a:cs typeface="Arial"/>
                <a:sym typeface="Arial"/>
              </a:rPr>
              <a:t>Blob detection</a:t>
            </a:r>
            <a:endParaRPr sz="1800" b="0" i="0" u="none" strike="noStrike" cap="none" dirty="0">
              <a:solidFill>
                <a:srgbClr val="15264B"/>
              </a:solidFill>
              <a:latin typeface="Atkinson Hyperlegible Next"/>
              <a:ea typeface="Arial"/>
              <a:cs typeface="Arial"/>
              <a:sym typeface="Arial"/>
            </a:endParaRPr>
          </a:p>
        </p:txBody>
      </p:sp>
      <p:grpSp>
        <p:nvGrpSpPr>
          <p:cNvPr id="105" name="Google Shape;105;p28">
            <a:extLst>
              <a:ext uri="{FF2B5EF4-FFF2-40B4-BE49-F238E27FC236}">
                <a16:creationId xmlns:a16="http://schemas.microsoft.com/office/drawing/2014/main" id="{73379A89-A450-3CEB-99CD-B1E64AEF2217}"/>
              </a:ext>
            </a:extLst>
          </p:cNvPr>
          <p:cNvGrpSpPr/>
          <p:nvPr/>
        </p:nvGrpSpPr>
        <p:grpSpPr>
          <a:xfrm>
            <a:off x="3943790" y="2676939"/>
            <a:ext cx="3861740" cy="322845"/>
            <a:chOff x="3943790" y="2676939"/>
            <a:chExt cx="3861740" cy="322845"/>
          </a:xfrm>
        </p:grpSpPr>
        <p:cxnSp>
          <p:nvCxnSpPr>
            <p:cNvPr id="106" name="Google Shape;106;p28">
              <a:extLst>
                <a:ext uri="{FF2B5EF4-FFF2-40B4-BE49-F238E27FC236}">
                  <a16:creationId xmlns:a16="http://schemas.microsoft.com/office/drawing/2014/main" id="{2780018A-F4DE-87B2-9957-973EE8C3272C}"/>
                </a:ext>
              </a:extLst>
            </p:cNvPr>
            <p:cNvCxnSpPr/>
            <p:nvPr/>
          </p:nvCxnSpPr>
          <p:spPr>
            <a:xfrm>
              <a:off x="4426226" y="2676939"/>
              <a:ext cx="3379304" cy="0"/>
            </a:xfrm>
            <a:prstGeom prst="straightConnector1">
              <a:avLst/>
            </a:prstGeom>
            <a:noFill/>
            <a:ln w="19050" cap="flat" cmpd="sng">
              <a:solidFill>
                <a:schemeClr val="lt1"/>
              </a:solidFill>
              <a:prstDash val="solid"/>
              <a:round/>
              <a:headEnd type="none" w="sm" len="sm"/>
              <a:tailEnd type="none" w="sm" len="sm"/>
            </a:ln>
          </p:spPr>
        </p:cxnSp>
        <p:cxnSp>
          <p:nvCxnSpPr>
            <p:cNvPr id="107" name="Google Shape;107;p28">
              <a:extLst>
                <a:ext uri="{FF2B5EF4-FFF2-40B4-BE49-F238E27FC236}">
                  <a16:creationId xmlns:a16="http://schemas.microsoft.com/office/drawing/2014/main" id="{C1315027-83A9-996B-3680-7B9C72490DAC}"/>
                </a:ext>
              </a:extLst>
            </p:cNvPr>
            <p:cNvCxnSpPr/>
            <p:nvPr/>
          </p:nvCxnSpPr>
          <p:spPr>
            <a:xfrm rot="10800000" flipH="1">
              <a:off x="3943790" y="2676939"/>
              <a:ext cx="482436" cy="322845"/>
            </a:xfrm>
            <a:prstGeom prst="straightConnector1">
              <a:avLst/>
            </a:prstGeom>
            <a:noFill/>
            <a:ln w="19050" cap="flat" cmpd="sng">
              <a:solidFill>
                <a:schemeClr val="lt1"/>
              </a:solidFill>
              <a:prstDash val="solid"/>
              <a:round/>
              <a:headEnd type="none" w="sm" len="sm"/>
              <a:tailEnd type="none" w="sm" len="sm"/>
            </a:ln>
          </p:spPr>
        </p:cxnSp>
      </p:grpSp>
      <p:pic>
        <p:nvPicPr>
          <p:cNvPr id="108" name="Google Shape;108;p28">
            <a:extLst>
              <a:ext uri="{C183D7F6-B498-43B3-948B-1728B52AA6E4}">
                <adec:decorative xmlns:adec="http://schemas.microsoft.com/office/drawing/2017/decorative" val="1"/>
              </a:ext>
              <a:ext uri="{FF2B5EF4-FFF2-40B4-BE49-F238E27FC236}">
                <a16:creationId xmlns:a16="http://schemas.microsoft.com/office/drawing/2014/main" id="{DC547E27-F7EF-DBFE-646A-4FF75CB10A93}"/>
              </a:ext>
            </a:extLst>
          </p:cNvPr>
          <p:cNvPicPr preferRelativeResize="0"/>
          <p:nvPr/>
        </p:nvPicPr>
        <p:blipFill rotWithShape="1">
          <a:blip r:embed="rId4">
            <a:alphaModFix/>
          </a:blip>
          <a:srcRect/>
          <a:stretch/>
        </p:blipFill>
        <p:spPr>
          <a:xfrm>
            <a:off x="11557509" y="233819"/>
            <a:ext cx="271308" cy="389811"/>
          </a:xfrm>
          <a:prstGeom prst="rect">
            <a:avLst/>
          </a:prstGeom>
          <a:noFill/>
          <a:ln>
            <a:noFill/>
          </a:ln>
        </p:spPr>
      </p:pic>
      <p:sp>
        <p:nvSpPr>
          <p:cNvPr id="109" name="Google Shape;109;p28">
            <a:extLst>
              <a:ext uri="{FF2B5EF4-FFF2-40B4-BE49-F238E27FC236}">
                <a16:creationId xmlns:a16="http://schemas.microsoft.com/office/drawing/2014/main" id="{D738CAC0-9803-C5F1-AC0B-623965C769B8}"/>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10" name="Google Shape;110;p28">
            <a:extLst>
              <a:ext uri="{FF2B5EF4-FFF2-40B4-BE49-F238E27FC236}">
                <a16:creationId xmlns:a16="http://schemas.microsoft.com/office/drawing/2014/main" id="{209EA818-0007-440F-B530-158F2ADFDBA2}"/>
              </a:ext>
            </a:extLst>
          </p:cNvPr>
          <p:cNvSpPr txBox="1"/>
          <p:nvPr/>
        </p:nvSpPr>
        <p:spPr>
          <a:xfrm>
            <a:off x="376807" y="6524381"/>
            <a:ext cx="7991400" cy="230700"/>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a:t>
            </a:r>
            <a:endParaRPr dirty="0"/>
          </a:p>
        </p:txBody>
      </p:sp>
      <p:grpSp>
        <p:nvGrpSpPr>
          <p:cNvPr id="111" name="Google Shape;111;p28">
            <a:extLst>
              <a:ext uri="{FF2B5EF4-FFF2-40B4-BE49-F238E27FC236}">
                <a16:creationId xmlns:a16="http://schemas.microsoft.com/office/drawing/2014/main" id="{CEB08EFC-8792-FED2-E5EB-0C0F02CD5721}"/>
              </a:ext>
            </a:extLst>
          </p:cNvPr>
          <p:cNvGrpSpPr/>
          <p:nvPr/>
        </p:nvGrpSpPr>
        <p:grpSpPr>
          <a:xfrm>
            <a:off x="4066674" y="6601537"/>
            <a:ext cx="5233412" cy="70446"/>
            <a:chOff x="4033424" y="6601537"/>
            <a:chExt cx="5233412" cy="70446"/>
          </a:xfrm>
        </p:grpSpPr>
        <p:cxnSp>
          <p:nvCxnSpPr>
            <p:cNvPr id="112" name="Google Shape;112;p28">
              <a:extLst>
                <a:ext uri="{FF2B5EF4-FFF2-40B4-BE49-F238E27FC236}">
                  <a16:creationId xmlns:a16="http://schemas.microsoft.com/office/drawing/2014/main" id="{64ADE775-37AD-CBE1-1E73-E282F7273B69}"/>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13" name="Google Shape;113;p28">
              <a:extLst>
                <a:ext uri="{FF2B5EF4-FFF2-40B4-BE49-F238E27FC236}">
                  <a16:creationId xmlns:a16="http://schemas.microsoft.com/office/drawing/2014/main" id="{54AC5CBA-58A8-512D-3552-64B7E48495E1}"/>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spTree>
    <p:extLst>
      <p:ext uri="{BB962C8B-B14F-4D97-AF65-F5344CB8AC3E}">
        <p14:creationId xmlns:p14="http://schemas.microsoft.com/office/powerpoint/2010/main" val="3466090727"/>
      </p:ext>
    </p:extLst>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24DBAAC9-CCB4-0CF3-4701-6CB8DB392D1E}"/>
            </a:ext>
          </a:extLst>
        </p:cNvPr>
        <p:cNvGrpSpPr/>
        <p:nvPr/>
      </p:nvGrpSpPr>
      <p:grpSpPr>
        <a:xfrm>
          <a:off x="0" y="0"/>
          <a:ext cx="0" cy="0"/>
          <a:chOff x="0" y="0"/>
          <a:chExt cx="0" cy="0"/>
        </a:xfrm>
      </p:grpSpPr>
      <p:sp>
        <p:nvSpPr>
          <p:cNvPr id="119" name="Google Shape;119;p29">
            <a:extLst>
              <a:ext uri="{FF2B5EF4-FFF2-40B4-BE49-F238E27FC236}">
                <a16:creationId xmlns:a16="http://schemas.microsoft.com/office/drawing/2014/main" id="{B983E7DB-1916-A4B9-AE29-357DBA6131FD}"/>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2372B080-4D5A-132E-6F00-D991F577AFFE}"/>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tkinson Hyperlegible Next"/>
                <a:ea typeface="Arial"/>
                <a:cs typeface="Arial"/>
                <a:sym typeface="Arial"/>
              </a:rPr>
              <a:t>Camera Vision</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C183D7F6-B498-43B3-948B-1728B52AA6E4}">
                <adec:decorative xmlns:adec="http://schemas.microsoft.com/office/drawing/2017/decorative" val="1"/>
              </a:ext>
              <a:ext uri="{FF2B5EF4-FFF2-40B4-BE49-F238E27FC236}">
                <a16:creationId xmlns:a16="http://schemas.microsoft.com/office/drawing/2014/main" id="{CA3B06F3-8B75-3470-1D0F-94BFD0EF570F}"/>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C55C6AAD-CB43-BAD1-BF97-3E1702FF2A71}"/>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2C0F60F8-11F1-2EEB-5B69-2D43999DA379}"/>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198C5C3E-079C-A4A8-6F6C-DC3FCC9ADF71}"/>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3AB9D8A8-242F-CC71-411E-C45167766C68}"/>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B7F2C249-3295-6AD0-36D1-9BA7DB44C7BF}"/>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pic>
        <p:nvPicPr>
          <p:cNvPr id="3" name="Graphic 2">
            <a:extLst>
              <a:ext uri="{FF2B5EF4-FFF2-40B4-BE49-F238E27FC236}">
                <a16:creationId xmlns:a16="http://schemas.microsoft.com/office/drawing/2014/main" id="{AE05105A-68F1-3D08-DB16-EBFF7C585996}"/>
              </a:ext>
            </a:extLst>
          </p:cNvPr>
          <p:cNvPicPr>
            <a:picLocks noChangeAspect="1"/>
          </p:cNvPicPr>
          <p:nvPr/>
        </p:nvPicPr>
        <p:blipFill>
          <a:blip r:embed="rId4">
            <a:extLst>
              <a:ext uri="{96DAC541-7B7A-43D3-8B79-37D633B846F1}">
                <asvg:svgBlip xmlns:asvg="http://schemas.microsoft.com/office/drawing/2016/SVG/main" r:embed="rId5"/>
              </a:ext>
            </a:extLst>
          </a:blip>
          <a:stretch>
            <a:fillRect/>
          </a:stretch>
        </p:blipFill>
        <p:spPr>
          <a:xfrm>
            <a:off x="897117" y="1032005"/>
            <a:ext cx="10397766" cy="5405055"/>
          </a:xfrm>
          <a:prstGeom prst="rect">
            <a:avLst/>
          </a:prstGeom>
        </p:spPr>
      </p:pic>
      <p:sp>
        <p:nvSpPr>
          <p:cNvPr id="2" name="Rectangle 1">
            <a:extLst>
              <a:ext uri="{FF2B5EF4-FFF2-40B4-BE49-F238E27FC236}">
                <a16:creationId xmlns:a16="http://schemas.microsoft.com/office/drawing/2014/main" id="{8AEF13F9-05C9-6C5F-2244-88C424AB71D8}"/>
              </a:ext>
            </a:extLst>
          </p:cNvPr>
          <p:cNvSpPr/>
          <p:nvPr/>
        </p:nvSpPr>
        <p:spPr>
          <a:xfrm>
            <a:off x="6437033" y="1527729"/>
            <a:ext cx="1931111" cy="4732926"/>
          </a:xfrm>
          <a:prstGeom prst="rect">
            <a:avLst/>
          </a:prstGeom>
          <a:noFill/>
          <a:ln w="38100">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1832329772"/>
      </p:ext>
    </p:extLst>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99A98158-B07D-286E-4E45-98FB552FCFD5}"/>
            </a:ext>
          </a:extLst>
        </p:cNvPr>
        <p:cNvGrpSpPr/>
        <p:nvPr/>
      </p:nvGrpSpPr>
      <p:grpSpPr>
        <a:xfrm>
          <a:off x="0" y="0"/>
          <a:ext cx="0" cy="0"/>
          <a:chOff x="0" y="0"/>
          <a:chExt cx="0" cy="0"/>
        </a:xfrm>
      </p:grpSpPr>
      <p:sp>
        <p:nvSpPr>
          <p:cNvPr id="118" name="Google Shape;118;p29">
            <a:extLst>
              <a:ext uri="{FF2B5EF4-FFF2-40B4-BE49-F238E27FC236}">
                <a16:creationId xmlns:a16="http://schemas.microsoft.com/office/drawing/2014/main" id="{B9524A58-95AB-F400-2140-E123DC71BFA7}"/>
              </a:ext>
            </a:extLst>
          </p:cNvPr>
          <p:cNvSpPr txBox="1">
            <a:spLocks noGrp="1"/>
          </p:cNvSpPr>
          <p:nvPr>
            <p:ph type="body" idx="1"/>
          </p:nvPr>
        </p:nvSpPr>
        <p:spPr>
          <a:xfrm>
            <a:off x="376809" y="1334279"/>
            <a:ext cx="11593518" cy="4821102"/>
          </a:xfrm>
          <a:prstGeom prst="rect">
            <a:avLst/>
          </a:prstGeom>
          <a:noFill/>
          <a:ln>
            <a:noFill/>
          </a:ln>
        </p:spPr>
        <p:txBody>
          <a:bodyPr spcFirstLastPara="1" wrap="square" lIns="91425" tIns="45700" rIns="91425" bIns="45700" anchor="t" anchorCtr="0">
            <a:noAutofit/>
          </a:bodyPr>
          <a:lstStyle/>
          <a:p>
            <a:pPr marL="0" indent="0">
              <a:lnSpc>
                <a:spcPct val="100000"/>
              </a:lnSpc>
              <a:spcBef>
                <a:spcPts val="0"/>
              </a:spcBef>
              <a:buSzPts val="3000"/>
              <a:buNone/>
            </a:pPr>
            <a:r>
              <a:rPr lang="en-US" sz="2400" dirty="0">
                <a:latin typeface="Atkinson Hyperlegible Next"/>
                <a:ea typeface="Arial"/>
                <a:cs typeface="Arial"/>
                <a:sym typeface="Arial"/>
              </a:rPr>
              <a:t>Once we convert our image to HSV, we apply a </a:t>
            </a:r>
            <a:r>
              <a:rPr lang="en-US" sz="2400" b="1" dirty="0">
                <a:latin typeface="Atkinson Hyperlegible Next"/>
                <a:ea typeface="Arial"/>
                <a:cs typeface="Arial"/>
                <a:sym typeface="Arial"/>
              </a:rPr>
              <a:t>Threshold. </a:t>
            </a:r>
          </a:p>
          <a:p>
            <a:pPr marL="0" indent="0">
              <a:lnSpc>
                <a:spcPct val="100000"/>
              </a:lnSpc>
              <a:spcBef>
                <a:spcPts val="0"/>
              </a:spcBef>
              <a:buSzPts val="3000"/>
              <a:buNone/>
            </a:pPr>
            <a:endParaRPr lang="en-US" sz="2400" b="1" dirty="0">
              <a:latin typeface="Atkinson Hyperlegible Next"/>
              <a:ea typeface="Arial"/>
              <a:cs typeface="Arial"/>
              <a:sym typeface="Arial"/>
            </a:endParaRPr>
          </a:p>
          <a:p>
            <a:pPr marL="0" indent="0">
              <a:lnSpc>
                <a:spcPct val="100000"/>
              </a:lnSpc>
              <a:spcBef>
                <a:spcPts val="0"/>
              </a:spcBef>
              <a:buSzPts val="3000"/>
              <a:buNone/>
            </a:pPr>
            <a:r>
              <a:rPr lang="en-US" sz="2400" dirty="0">
                <a:latin typeface="Atkinson Hyperlegible Next"/>
                <a:ea typeface="Arial"/>
                <a:cs typeface="Arial"/>
                <a:sym typeface="Arial"/>
              </a:rPr>
              <a:t>We evaluate at every single pixel: “Does this pixel’s CIELAB fall within my target red range?”</a:t>
            </a:r>
          </a:p>
          <a:p>
            <a:pPr marL="0" indent="0">
              <a:lnSpc>
                <a:spcPct val="100000"/>
              </a:lnSpc>
              <a:spcBef>
                <a:spcPts val="0"/>
              </a:spcBef>
              <a:buSzPts val="3000"/>
              <a:buNone/>
            </a:pPr>
            <a:endParaRPr lang="en-US" sz="2400" dirty="0">
              <a:latin typeface="Atkinson Hyperlegible Next"/>
              <a:ea typeface="Arial"/>
              <a:cs typeface="Arial"/>
              <a:sym typeface="Arial"/>
            </a:endParaRPr>
          </a:p>
          <a:p>
            <a:pPr marL="0" indent="0">
              <a:lnSpc>
                <a:spcPct val="100000"/>
              </a:lnSpc>
              <a:spcBef>
                <a:spcPts val="0"/>
              </a:spcBef>
              <a:buSzPts val="3000"/>
              <a:buNone/>
            </a:pPr>
            <a:r>
              <a:rPr lang="en-US" sz="2400" dirty="0">
                <a:latin typeface="Atkinson Hyperlegible Next"/>
                <a:ea typeface="Arial"/>
                <a:cs typeface="Arial"/>
                <a:sym typeface="Arial"/>
              </a:rPr>
              <a:t>If YES -&gt; Pixel becomes 1 ( Whites)</a:t>
            </a:r>
          </a:p>
          <a:p>
            <a:pPr marL="0" indent="0">
              <a:lnSpc>
                <a:spcPct val="100000"/>
              </a:lnSpc>
              <a:spcBef>
                <a:spcPts val="0"/>
              </a:spcBef>
              <a:buSzPts val="3000"/>
              <a:buNone/>
            </a:pPr>
            <a:r>
              <a:rPr lang="en-US" sz="2400" dirty="0">
                <a:latin typeface="Atkinson Hyperlegible Next"/>
                <a:ea typeface="Arial"/>
                <a:cs typeface="Arial"/>
                <a:sym typeface="Arial"/>
              </a:rPr>
              <a:t>If NO -&gt; Pixel becomes 0 (Black).</a:t>
            </a:r>
          </a:p>
          <a:p>
            <a:pPr marL="0" indent="0">
              <a:lnSpc>
                <a:spcPct val="100000"/>
              </a:lnSpc>
              <a:spcBef>
                <a:spcPts val="0"/>
              </a:spcBef>
              <a:buSzPts val="3000"/>
              <a:buNone/>
            </a:pPr>
            <a:endParaRPr lang="en-US" sz="2400" dirty="0">
              <a:latin typeface="Atkinson Hyperlegible Next"/>
              <a:ea typeface="Arial"/>
              <a:cs typeface="Arial"/>
              <a:sym typeface="Arial"/>
            </a:endParaRPr>
          </a:p>
          <a:p>
            <a:pPr marL="0" indent="0">
              <a:lnSpc>
                <a:spcPct val="100000"/>
              </a:lnSpc>
              <a:spcBef>
                <a:spcPts val="0"/>
              </a:spcBef>
              <a:buSzPts val="3000"/>
              <a:buNone/>
            </a:pPr>
            <a:r>
              <a:rPr lang="en-US" sz="2400" dirty="0">
                <a:latin typeface="Atkinson Hyperlegible Next"/>
                <a:ea typeface="Arial"/>
                <a:cs typeface="Arial"/>
                <a:sym typeface="Arial"/>
              </a:rPr>
              <a:t>The result is a </a:t>
            </a:r>
            <a:r>
              <a:rPr lang="en-US" sz="2400" b="1" dirty="0">
                <a:latin typeface="Atkinson Hyperlegible Next"/>
                <a:ea typeface="Arial"/>
                <a:cs typeface="Arial"/>
                <a:sym typeface="Arial"/>
              </a:rPr>
              <a:t>Binary Mask</a:t>
            </a:r>
            <a:r>
              <a:rPr lang="en-US" sz="2400" dirty="0">
                <a:latin typeface="Atkinson Hyperlegible Next"/>
                <a:ea typeface="Arial"/>
                <a:cs typeface="Arial"/>
                <a:sym typeface="Arial"/>
              </a:rPr>
              <a:t>.</a:t>
            </a:r>
          </a:p>
          <a:p>
            <a:pPr marL="0" indent="0">
              <a:lnSpc>
                <a:spcPct val="100000"/>
              </a:lnSpc>
              <a:spcBef>
                <a:spcPts val="0"/>
              </a:spcBef>
              <a:buSzPts val="3000"/>
              <a:buNone/>
            </a:pPr>
            <a:endParaRPr lang="en-US" sz="2400" dirty="0">
              <a:latin typeface="Atkinson Hyperlegible Next"/>
              <a:ea typeface="Arial"/>
              <a:cs typeface="Arial"/>
              <a:sym typeface="Arial"/>
            </a:endParaRPr>
          </a:p>
          <a:p>
            <a:pPr marL="0" indent="0">
              <a:lnSpc>
                <a:spcPct val="100000"/>
              </a:lnSpc>
              <a:spcBef>
                <a:spcPts val="0"/>
              </a:spcBef>
              <a:buSzPts val="3000"/>
              <a:buNone/>
            </a:pPr>
            <a:r>
              <a:rPr lang="en-US" sz="2400" dirty="0">
                <a:latin typeface="Atkinson Hyperlegible Next"/>
                <a:ea typeface="Arial"/>
                <a:cs typeface="Arial"/>
                <a:sym typeface="Arial"/>
              </a:rPr>
              <a:t>We have thrown away all useless data and kept only the target representation. </a:t>
            </a:r>
          </a:p>
          <a:p>
            <a:pPr marL="0" indent="0">
              <a:lnSpc>
                <a:spcPct val="100000"/>
              </a:lnSpc>
              <a:spcBef>
                <a:spcPts val="0"/>
              </a:spcBef>
              <a:buSzPts val="3000"/>
              <a:buNone/>
            </a:pPr>
            <a:endParaRPr lang="en-US" sz="2400" dirty="0">
              <a:latin typeface="Atkinson Hyperlegible Next"/>
              <a:ea typeface="Arial"/>
              <a:cs typeface="Arial"/>
              <a:sym typeface="Arial"/>
            </a:endParaRPr>
          </a:p>
          <a:p>
            <a:pPr marL="0" indent="0">
              <a:lnSpc>
                <a:spcPct val="100000"/>
              </a:lnSpc>
              <a:spcBef>
                <a:spcPts val="0"/>
              </a:spcBef>
              <a:buSzPts val="3000"/>
              <a:buNone/>
            </a:pPr>
            <a:r>
              <a:rPr lang="en-US" sz="2400" dirty="0">
                <a:latin typeface="Atkinson Hyperlegible Next"/>
                <a:ea typeface="Arial"/>
                <a:cs typeface="Arial"/>
                <a:sym typeface="Arial"/>
              </a:rPr>
              <a:t>Does thresholding tell us exactly where the ball is?</a:t>
            </a:r>
          </a:p>
        </p:txBody>
      </p:sp>
      <p:sp>
        <p:nvSpPr>
          <p:cNvPr id="119" name="Google Shape;119;p29">
            <a:extLst>
              <a:ext uri="{FF2B5EF4-FFF2-40B4-BE49-F238E27FC236}">
                <a16:creationId xmlns:a16="http://schemas.microsoft.com/office/drawing/2014/main" id="{7F3FCBFC-C24D-0C34-1898-BDC3577E1D10}"/>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B624727E-10EE-2ED1-48D1-5D7468BB28AE}"/>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tkinson Hyperlegible Next"/>
                <a:ea typeface="Arial"/>
                <a:cs typeface="Arial"/>
                <a:sym typeface="Arial"/>
              </a:rPr>
              <a:t>Camera Vision</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C183D7F6-B498-43B3-948B-1728B52AA6E4}">
                <adec:decorative xmlns:adec="http://schemas.microsoft.com/office/drawing/2017/decorative" val="1"/>
              </a:ext>
              <a:ext uri="{FF2B5EF4-FFF2-40B4-BE49-F238E27FC236}">
                <a16:creationId xmlns:a16="http://schemas.microsoft.com/office/drawing/2014/main" id="{F234DBF2-9F6A-9983-D94B-AAACC9D6F1B3}"/>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9286C32D-8AFB-9C10-256F-D38D45ECA812}"/>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52F63F3A-7EE7-41EB-8055-F58B3E8BA31A}"/>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ED62D6B3-EF47-9C98-7C3A-74C42A74B8BD}"/>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DE6BDBFA-5368-453B-8298-EA04443157BB}"/>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6923AE2A-562F-5A3A-6A9F-2ACF19174D9F}"/>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spTree>
    <p:extLst>
      <p:ext uri="{BB962C8B-B14F-4D97-AF65-F5344CB8AC3E}">
        <p14:creationId xmlns:p14="http://schemas.microsoft.com/office/powerpoint/2010/main" val="2065809652"/>
      </p:ext>
    </p:extLst>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64316482-13BC-80BE-A0AE-5D5B7256183B}"/>
            </a:ext>
          </a:extLst>
        </p:cNvPr>
        <p:cNvGrpSpPr/>
        <p:nvPr/>
      </p:nvGrpSpPr>
      <p:grpSpPr>
        <a:xfrm>
          <a:off x="0" y="0"/>
          <a:ext cx="0" cy="0"/>
          <a:chOff x="0" y="0"/>
          <a:chExt cx="0" cy="0"/>
        </a:xfrm>
      </p:grpSpPr>
      <p:sp>
        <p:nvSpPr>
          <p:cNvPr id="118" name="Google Shape;118;p29">
            <a:extLst>
              <a:ext uri="{FF2B5EF4-FFF2-40B4-BE49-F238E27FC236}">
                <a16:creationId xmlns:a16="http://schemas.microsoft.com/office/drawing/2014/main" id="{E08B1A1D-904C-8EAA-F960-A5865176E883}"/>
              </a:ext>
            </a:extLst>
          </p:cNvPr>
          <p:cNvSpPr txBox="1">
            <a:spLocks noGrp="1"/>
          </p:cNvSpPr>
          <p:nvPr>
            <p:ph type="body" idx="1"/>
          </p:nvPr>
        </p:nvSpPr>
        <p:spPr>
          <a:xfrm>
            <a:off x="376809" y="1334279"/>
            <a:ext cx="11593518" cy="4821102"/>
          </a:xfrm>
          <a:prstGeom prst="rect">
            <a:avLst/>
          </a:prstGeom>
          <a:noFill/>
          <a:ln>
            <a:noFill/>
          </a:ln>
        </p:spPr>
        <p:txBody>
          <a:bodyPr spcFirstLastPara="1" wrap="square" lIns="91425" tIns="45700" rIns="91425" bIns="45700" anchor="t" anchorCtr="0">
            <a:noAutofit/>
          </a:bodyPr>
          <a:lstStyle/>
          <a:p>
            <a:pPr marL="0" indent="0">
              <a:lnSpc>
                <a:spcPct val="100000"/>
              </a:lnSpc>
              <a:spcBef>
                <a:spcPts val="0"/>
              </a:spcBef>
              <a:buSzPts val="3000"/>
              <a:buNone/>
            </a:pPr>
            <a:r>
              <a:rPr lang="en-US" sz="2400" dirty="0">
                <a:latin typeface="Atkinson Hyperlegible Next"/>
                <a:ea typeface="Arial"/>
                <a:cs typeface="Arial"/>
                <a:sym typeface="Arial"/>
              </a:rPr>
              <a:t>A "Blob" (Binary Large Object) is a contiguous group of connected white pixels in our binary mask.</a:t>
            </a:r>
          </a:p>
          <a:p>
            <a:pPr marL="0" indent="0">
              <a:lnSpc>
                <a:spcPct val="100000"/>
              </a:lnSpc>
              <a:spcBef>
                <a:spcPts val="0"/>
              </a:spcBef>
              <a:buSzPts val="3000"/>
              <a:buNone/>
            </a:pPr>
            <a:endParaRPr lang="en-US" sz="2400" dirty="0">
              <a:latin typeface="Atkinson Hyperlegible Next"/>
              <a:ea typeface="Arial"/>
              <a:cs typeface="Arial"/>
              <a:sym typeface="Arial"/>
            </a:endParaRPr>
          </a:p>
          <a:p>
            <a:pPr marL="0" indent="0">
              <a:lnSpc>
                <a:spcPct val="100000"/>
              </a:lnSpc>
              <a:spcBef>
                <a:spcPts val="0"/>
              </a:spcBef>
              <a:buSzPts val="3000"/>
              <a:buNone/>
            </a:pPr>
            <a:r>
              <a:rPr lang="en-US" sz="2400" dirty="0">
                <a:latin typeface="Atkinson Hyperlegible Next"/>
                <a:ea typeface="Arial"/>
                <a:cs typeface="Arial"/>
                <a:sym typeface="Arial"/>
              </a:rPr>
              <a:t>Blob detection algorithms scan the image to find these groupings and label them as distinct physical objects.</a:t>
            </a:r>
          </a:p>
          <a:p>
            <a:pPr marL="0" indent="0">
              <a:lnSpc>
                <a:spcPct val="100000"/>
              </a:lnSpc>
              <a:spcBef>
                <a:spcPts val="0"/>
              </a:spcBef>
              <a:buSzPts val="3000"/>
              <a:buNone/>
            </a:pPr>
            <a:endParaRPr lang="en-US" sz="2400" dirty="0">
              <a:latin typeface="Atkinson Hyperlegible Next"/>
              <a:ea typeface="Arial"/>
              <a:cs typeface="Arial"/>
              <a:sym typeface="Arial"/>
            </a:endParaRPr>
          </a:p>
          <a:p>
            <a:pPr marL="0" indent="0">
              <a:lnSpc>
                <a:spcPct val="100000"/>
              </a:lnSpc>
              <a:spcBef>
                <a:spcPts val="0"/>
              </a:spcBef>
              <a:buSzPts val="3000"/>
              <a:buNone/>
            </a:pPr>
            <a:r>
              <a:rPr lang="en-US" sz="2400" dirty="0">
                <a:latin typeface="Atkinson Hyperlegible Next"/>
                <a:ea typeface="Arial"/>
                <a:cs typeface="Arial"/>
                <a:sym typeface="Arial"/>
              </a:rPr>
              <a:t>This is known computationally as </a:t>
            </a:r>
            <a:r>
              <a:rPr lang="en-US" sz="2400" b="1" dirty="0">
                <a:latin typeface="Atkinson Hyperlegible Next"/>
                <a:ea typeface="Arial"/>
                <a:cs typeface="Arial"/>
                <a:sym typeface="Arial"/>
              </a:rPr>
              <a:t>Connected Component Labeling (CCL)</a:t>
            </a:r>
            <a:r>
              <a:rPr lang="en-US" sz="2400" dirty="0">
                <a:latin typeface="Atkinson Hyperlegible Next"/>
                <a:ea typeface="Arial"/>
                <a:cs typeface="Arial"/>
                <a:sym typeface="Arial"/>
              </a:rPr>
              <a:t>.</a:t>
            </a:r>
          </a:p>
          <a:p>
            <a:pPr marL="0" indent="0">
              <a:lnSpc>
                <a:spcPct val="100000"/>
              </a:lnSpc>
              <a:spcBef>
                <a:spcPts val="0"/>
              </a:spcBef>
              <a:buSzPts val="3000"/>
              <a:buNone/>
            </a:pPr>
            <a:endParaRPr lang="en-US" sz="2400" dirty="0">
              <a:latin typeface="Atkinson Hyperlegible Next"/>
              <a:ea typeface="Arial"/>
              <a:cs typeface="Arial"/>
              <a:sym typeface="Arial"/>
            </a:endParaRPr>
          </a:p>
          <a:p>
            <a:pPr marL="0" indent="0">
              <a:lnSpc>
                <a:spcPct val="100000"/>
              </a:lnSpc>
              <a:spcBef>
                <a:spcPts val="0"/>
              </a:spcBef>
              <a:buSzPts val="3000"/>
              <a:buNone/>
            </a:pPr>
            <a:r>
              <a:rPr lang="en-US" sz="2400" dirty="0">
                <a:latin typeface="Atkinson Hyperlegible Next"/>
                <a:ea typeface="Arial"/>
                <a:cs typeface="Arial"/>
                <a:sym typeface="Arial"/>
              </a:rPr>
              <a:t>What simple graph algorithm can you think of could potentially help us?</a:t>
            </a:r>
          </a:p>
        </p:txBody>
      </p:sp>
      <p:sp>
        <p:nvSpPr>
          <p:cNvPr id="119" name="Google Shape;119;p29">
            <a:extLst>
              <a:ext uri="{FF2B5EF4-FFF2-40B4-BE49-F238E27FC236}">
                <a16:creationId xmlns:a16="http://schemas.microsoft.com/office/drawing/2014/main" id="{92CB5E11-4190-944A-9BD4-ABFFE5EED12A}"/>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05057BBB-CD8B-BCA1-728B-A1F56E78568F}"/>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tkinson Hyperlegible Next"/>
                <a:ea typeface="Arial"/>
                <a:cs typeface="Arial"/>
                <a:sym typeface="Arial"/>
              </a:rPr>
              <a:t>Camera Vision</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C183D7F6-B498-43B3-948B-1728B52AA6E4}">
                <adec:decorative xmlns:adec="http://schemas.microsoft.com/office/drawing/2017/decorative" val="1"/>
              </a:ext>
              <a:ext uri="{FF2B5EF4-FFF2-40B4-BE49-F238E27FC236}">
                <a16:creationId xmlns:a16="http://schemas.microsoft.com/office/drawing/2014/main" id="{68619173-5BF3-BAA6-AF67-CD80AEB0BA49}"/>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D0DC7947-F6E7-801F-13B7-AD37CB487DE5}"/>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09A1E7A1-AB23-2BBD-DB63-219C596310F5}"/>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CF01FE3E-3D2A-A546-C9F3-CEC67C382F7D}"/>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4C2319C3-103A-9FA2-6F07-6F1D00197C35}"/>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4897934A-01C2-047F-8CAB-7C272834A87E}"/>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spTree>
    <p:extLst>
      <p:ext uri="{BB962C8B-B14F-4D97-AF65-F5344CB8AC3E}">
        <p14:creationId xmlns:p14="http://schemas.microsoft.com/office/powerpoint/2010/main" val="3984129548"/>
      </p:ext>
    </p:extLst>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AB4AEF3C-325B-5939-1225-7EAFAD9DDCEA}"/>
            </a:ext>
          </a:extLst>
        </p:cNvPr>
        <p:cNvGrpSpPr/>
        <p:nvPr/>
      </p:nvGrpSpPr>
      <p:grpSpPr>
        <a:xfrm>
          <a:off x="0" y="0"/>
          <a:ext cx="0" cy="0"/>
          <a:chOff x="0" y="0"/>
          <a:chExt cx="0" cy="0"/>
        </a:xfrm>
      </p:grpSpPr>
      <p:sp>
        <p:nvSpPr>
          <p:cNvPr id="118" name="Google Shape;118;p29">
            <a:extLst>
              <a:ext uri="{FF2B5EF4-FFF2-40B4-BE49-F238E27FC236}">
                <a16:creationId xmlns:a16="http://schemas.microsoft.com/office/drawing/2014/main" id="{DA0C34BE-74E1-9C48-EDCB-632207F540F3}"/>
              </a:ext>
            </a:extLst>
          </p:cNvPr>
          <p:cNvSpPr txBox="1">
            <a:spLocks noGrp="1"/>
          </p:cNvSpPr>
          <p:nvPr>
            <p:ph type="body" idx="1"/>
          </p:nvPr>
        </p:nvSpPr>
        <p:spPr>
          <a:xfrm>
            <a:off x="376809" y="1334279"/>
            <a:ext cx="11593518" cy="4821102"/>
          </a:xfrm>
          <a:prstGeom prst="rect">
            <a:avLst/>
          </a:prstGeom>
          <a:noFill/>
          <a:ln>
            <a:noFill/>
          </a:ln>
        </p:spPr>
        <p:txBody>
          <a:bodyPr spcFirstLastPara="1" wrap="square" lIns="91425" tIns="45700" rIns="91425" bIns="45700" anchor="t" anchorCtr="0">
            <a:noAutofit/>
          </a:bodyPr>
          <a:lstStyle/>
          <a:p>
            <a:pPr marL="0" indent="0">
              <a:lnSpc>
                <a:spcPct val="100000"/>
              </a:lnSpc>
              <a:spcBef>
                <a:spcPts val="0"/>
              </a:spcBef>
              <a:buSzPts val="3000"/>
              <a:buNone/>
            </a:pPr>
            <a:r>
              <a:rPr lang="en-US" sz="2400" dirty="0">
                <a:latin typeface="Atkinson Hyperlegible Next"/>
                <a:ea typeface="Arial"/>
                <a:cs typeface="Arial"/>
                <a:sym typeface="Arial"/>
              </a:rPr>
              <a:t>The simplest implementation of the algorithm for the Connected Components work is as following:</a:t>
            </a:r>
          </a:p>
          <a:p>
            <a:pPr marL="0" indent="0">
              <a:lnSpc>
                <a:spcPct val="100000"/>
              </a:lnSpc>
              <a:spcBef>
                <a:spcPts val="0"/>
              </a:spcBef>
              <a:buSzPts val="3000"/>
              <a:buNone/>
            </a:pPr>
            <a:endParaRPr lang="en-US" sz="2400" dirty="0">
              <a:latin typeface="Atkinson Hyperlegible Next"/>
              <a:ea typeface="Arial"/>
              <a:cs typeface="Arial"/>
              <a:sym typeface="Arial"/>
            </a:endParaRPr>
          </a:p>
          <a:p>
            <a:pPr indent="-457200">
              <a:lnSpc>
                <a:spcPct val="100000"/>
              </a:lnSpc>
              <a:spcBef>
                <a:spcPts val="0"/>
              </a:spcBef>
              <a:buSzPts val="3000"/>
              <a:buFont typeface="+mj-lt"/>
              <a:buAutoNum type="arabicPeriod"/>
            </a:pPr>
            <a:r>
              <a:rPr lang="en-US" sz="2400" dirty="0">
                <a:latin typeface="Atkinson Hyperlegible Next"/>
                <a:ea typeface="Arial"/>
                <a:cs typeface="Arial"/>
                <a:sym typeface="Arial"/>
              </a:rPr>
              <a:t>The algorithm scans the image pixel by pixel (raster scan).</a:t>
            </a:r>
          </a:p>
          <a:p>
            <a:pPr indent="-457200">
              <a:lnSpc>
                <a:spcPct val="100000"/>
              </a:lnSpc>
              <a:spcBef>
                <a:spcPts val="0"/>
              </a:spcBef>
              <a:buSzPts val="3000"/>
              <a:buFont typeface="+mj-lt"/>
              <a:buAutoNum type="arabicPeriod"/>
            </a:pPr>
            <a:r>
              <a:rPr lang="en-US" sz="2400" dirty="0">
                <a:latin typeface="Atkinson Hyperlegible Next"/>
                <a:ea typeface="Arial"/>
                <a:cs typeface="Arial"/>
                <a:sym typeface="Arial"/>
              </a:rPr>
              <a:t>When it finds a '1', it checks the neighboring pixels (usually 4-connectivity or 8-connectivity).</a:t>
            </a:r>
          </a:p>
          <a:p>
            <a:pPr indent="-457200">
              <a:lnSpc>
                <a:spcPct val="100000"/>
              </a:lnSpc>
              <a:spcBef>
                <a:spcPts val="0"/>
              </a:spcBef>
              <a:buSzPts val="3000"/>
              <a:buFont typeface="+mj-lt"/>
              <a:buAutoNum type="arabicPeriod"/>
            </a:pPr>
            <a:r>
              <a:rPr lang="en-US" sz="2400" dirty="0">
                <a:latin typeface="Atkinson Hyperlegible Next"/>
                <a:ea typeface="Arial"/>
                <a:cs typeface="Arial"/>
                <a:sym typeface="Arial"/>
              </a:rPr>
              <a:t>If a neighbor is also a '1', it assigns them the same "Label" (e.g., Object A).</a:t>
            </a:r>
          </a:p>
          <a:p>
            <a:pPr indent="-457200">
              <a:lnSpc>
                <a:spcPct val="100000"/>
              </a:lnSpc>
              <a:spcBef>
                <a:spcPts val="0"/>
              </a:spcBef>
              <a:buSzPts val="3000"/>
              <a:buFont typeface="+mj-lt"/>
              <a:buAutoNum type="arabicPeriod"/>
            </a:pPr>
            <a:r>
              <a:rPr lang="en-US" sz="2400" dirty="0">
                <a:latin typeface="Atkinson Hyperlegible Next"/>
                <a:ea typeface="Arial"/>
                <a:cs typeface="Arial"/>
                <a:sym typeface="Arial"/>
              </a:rPr>
              <a:t>It uses a "Union-Find" data structure to merge labels if two separate groups eventually connect.</a:t>
            </a:r>
          </a:p>
          <a:p>
            <a:pPr indent="-457200">
              <a:lnSpc>
                <a:spcPct val="100000"/>
              </a:lnSpc>
              <a:spcBef>
                <a:spcPts val="0"/>
              </a:spcBef>
              <a:buSzPts val="3000"/>
              <a:buFont typeface="+mj-lt"/>
              <a:buAutoNum type="arabicPeriod"/>
            </a:pPr>
            <a:endParaRPr lang="en-US" sz="2400" dirty="0">
              <a:latin typeface="Atkinson Hyperlegible Next"/>
              <a:ea typeface="Arial"/>
              <a:cs typeface="Arial"/>
              <a:sym typeface="Arial"/>
            </a:endParaRPr>
          </a:p>
          <a:p>
            <a:pPr marL="0" indent="0">
              <a:lnSpc>
                <a:spcPct val="100000"/>
              </a:lnSpc>
              <a:spcBef>
                <a:spcPts val="0"/>
              </a:spcBef>
              <a:buSzPts val="3000"/>
              <a:buNone/>
            </a:pPr>
            <a:r>
              <a:rPr lang="en-US" sz="2400" dirty="0">
                <a:latin typeface="Atkinson Hyperlegible Next"/>
                <a:ea typeface="Arial"/>
                <a:cs typeface="Arial"/>
                <a:sym typeface="Arial"/>
              </a:rPr>
              <a:t>Otherwise, you can think of this as doing BFS (Breadth-First-Search) on every pixel! (The best algorithms do not do this exactly, but this is the simples way to explain)</a:t>
            </a:r>
          </a:p>
        </p:txBody>
      </p:sp>
      <p:sp>
        <p:nvSpPr>
          <p:cNvPr id="119" name="Google Shape;119;p29">
            <a:extLst>
              <a:ext uri="{FF2B5EF4-FFF2-40B4-BE49-F238E27FC236}">
                <a16:creationId xmlns:a16="http://schemas.microsoft.com/office/drawing/2014/main" id="{9087FFCA-7454-0452-CA71-7021B9DC0957}"/>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7F5516C5-528C-8A8C-7C77-023792ABCDF3}"/>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tkinson Hyperlegible Next"/>
                <a:ea typeface="Arial"/>
                <a:cs typeface="Arial"/>
                <a:sym typeface="Arial"/>
              </a:rPr>
              <a:t>Camera Vision</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C183D7F6-B498-43B3-948B-1728B52AA6E4}">
                <adec:decorative xmlns:adec="http://schemas.microsoft.com/office/drawing/2017/decorative" val="1"/>
              </a:ext>
              <a:ext uri="{FF2B5EF4-FFF2-40B4-BE49-F238E27FC236}">
                <a16:creationId xmlns:a16="http://schemas.microsoft.com/office/drawing/2014/main" id="{68BB73C9-D2A5-706C-EAB0-5D68D899A914}"/>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E8B72B2A-D6D9-7409-B741-39DE066A3D15}"/>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1762ABA9-4768-AF8A-5E61-304446AAAAF7}"/>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1A23AFC3-DC9C-5C87-2D1F-D3E5A2967AE7}"/>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9A63B3BE-44A9-C26C-45C2-0B8AAE3461FB}"/>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4BFD8FC5-F1B4-F678-404C-72EAF1165946}"/>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spTree>
    <p:extLst>
      <p:ext uri="{BB962C8B-B14F-4D97-AF65-F5344CB8AC3E}">
        <p14:creationId xmlns:p14="http://schemas.microsoft.com/office/powerpoint/2010/main" val="226999935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18">
                                            <p:txEl>
                                              <p:pRg st="2" end="2"/>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118">
                                            <p:txEl>
                                              <p:pRg st="3" end="3"/>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118">
                                            <p:txEl>
                                              <p:pRg st="4" end="4"/>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118">
                                            <p:txEl>
                                              <p:pRg st="5" end="5"/>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118">
                                            <p:txEl>
                                              <p:pRg st="7" end="7"/>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18" grpId="0" uiExpand="1" build="p"/>
    </p:bldLst>
  </p:timing>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2D56F10E-8B77-A367-66D0-785A223E79A0}"/>
            </a:ext>
          </a:extLst>
        </p:cNvPr>
        <p:cNvGrpSpPr/>
        <p:nvPr/>
      </p:nvGrpSpPr>
      <p:grpSpPr>
        <a:xfrm>
          <a:off x="0" y="0"/>
          <a:ext cx="0" cy="0"/>
          <a:chOff x="0" y="0"/>
          <a:chExt cx="0" cy="0"/>
        </a:xfrm>
      </p:grpSpPr>
      <p:sp>
        <p:nvSpPr>
          <p:cNvPr id="118" name="Google Shape;118;p29">
            <a:extLst>
              <a:ext uri="{FF2B5EF4-FFF2-40B4-BE49-F238E27FC236}">
                <a16:creationId xmlns:a16="http://schemas.microsoft.com/office/drawing/2014/main" id="{4CFF1696-8936-47D3-B2DF-8AE28071FE73}"/>
              </a:ext>
            </a:extLst>
          </p:cNvPr>
          <p:cNvSpPr txBox="1">
            <a:spLocks noGrp="1"/>
          </p:cNvSpPr>
          <p:nvPr>
            <p:ph type="body" idx="1"/>
          </p:nvPr>
        </p:nvSpPr>
        <p:spPr>
          <a:xfrm>
            <a:off x="376809" y="1334279"/>
            <a:ext cx="11593518" cy="4821102"/>
          </a:xfrm>
          <a:prstGeom prst="rect">
            <a:avLst/>
          </a:prstGeom>
          <a:noFill/>
          <a:ln>
            <a:noFill/>
          </a:ln>
        </p:spPr>
        <p:txBody>
          <a:bodyPr spcFirstLastPara="1" wrap="square" lIns="91425" tIns="45700" rIns="91425" bIns="45700" anchor="t" anchorCtr="0">
            <a:noAutofit/>
          </a:bodyPr>
          <a:lstStyle/>
          <a:p>
            <a:pPr marL="0" indent="0">
              <a:lnSpc>
                <a:spcPct val="100000"/>
              </a:lnSpc>
              <a:spcBef>
                <a:spcPts val="0"/>
              </a:spcBef>
              <a:buSzPts val="3000"/>
              <a:buNone/>
            </a:pPr>
            <a:r>
              <a:rPr lang="en-US" sz="2400" dirty="0">
                <a:latin typeface="Atkinson Hyperlegible Next"/>
                <a:ea typeface="Arial"/>
                <a:cs typeface="Arial"/>
                <a:sym typeface="Arial"/>
              </a:rPr>
              <a:t>Even with the color filtering, we can still get random glare or noise in the background that will create small fake blobs.</a:t>
            </a:r>
          </a:p>
          <a:p>
            <a:pPr marL="0" indent="0">
              <a:lnSpc>
                <a:spcPct val="100000"/>
              </a:lnSpc>
              <a:spcBef>
                <a:spcPts val="0"/>
              </a:spcBef>
              <a:buSzPts val="3000"/>
              <a:buNone/>
            </a:pPr>
            <a:endParaRPr lang="en-US" sz="2400" dirty="0">
              <a:latin typeface="Atkinson Hyperlegible Next"/>
              <a:ea typeface="Arial"/>
              <a:cs typeface="Arial"/>
              <a:sym typeface="Arial"/>
            </a:endParaRPr>
          </a:p>
          <a:p>
            <a:pPr marL="0" indent="0">
              <a:lnSpc>
                <a:spcPct val="100000"/>
              </a:lnSpc>
              <a:spcBef>
                <a:spcPts val="0"/>
              </a:spcBef>
              <a:buSzPts val="3000"/>
              <a:buNone/>
            </a:pPr>
            <a:r>
              <a:rPr lang="en-US" sz="2400" dirty="0">
                <a:latin typeface="Atkinson Hyperlegible Next"/>
                <a:ea typeface="Arial"/>
                <a:cs typeface="Arial"/>
                <a:sym typeface="Arial"/>
              </a:rPr>
              <a:t>How do we write a rule t ignore these false positives?</a:t>
            </a:r>
          </a:p>
          <a:p>
            <a:pPr marL="0" indent="0">
              <a:lnSpc>
                <a:spcPct val="100000"/>
              </a:lnSpc>
              <a:spcBef>
                <a:spcPts val="0"/>
              </a:spcBef>
              <a:buSzPts val="3000"/>
              <a:buNone/>
            </a:pPr>
            <a:endParaRPr lang="en-US" sz="2400" dirty="0">
              <a:latin typeface="Atkinson Hyperlegible Next"/>
              <a:ea typeface="Arial"/>
              <a:cs typeface="Arial"/>
              <a:sym typeface="Arial"/>
            </a:endParaRPr>
          </a:p>
          <a:p>
            <a:pPr marL="0" indent="0">
              <a:lnSpc>
                <a:spcPct val="100000"/>
              </a:lnSpc>
              <a:spcBef>
                <a:spcPts val="0"/>
              </a:spcBef>
              <a:buSzPts val="3000"/>
              <a:buNone/>
            </a:pPr>
            <a:r>
              <a:rPr lang="en-US" sz="2400" dirty="0">
                <a:latin typeface="Atkinson Hyperlegible Next"/>
                <a:ea typeface="Arial"/>
                <a:cs typeface="Arial"/>
                <a:sym typeface="Arial"/>
              </a:rPr>
              <a:t>Filter blob by </a:t>
            </a:r>
            <a:r>
              <a:rPr lang="en-US" sz="2400" b="1" dirty="0">
                <a:latin typeface="Atkinson Hyperlegible Next"/>
                <a:ea typeface="Arial"/>
                <a:cs typeface="Arial"/>
                <a:sym typeface="Arial"/>
              </a:rPr>
              <a:t>Area </a:t>
            </a:r>
            <a:r>
              <a:rPr lang="en-US" sz="2400" dirty="0">
                <a:latin typeface="Atkinson Hyperlegible Next"/>
                <a:ea typeface="Arial"/>
                <a:cs typeface="Arial"/>
                <a:sym typeface="Arial"/>
              </a:rPr>
              <a:t>(total pixel count), filter blob by </a:t>
            </a:r>
            <a:r>
              <a:rPr lang="en-US" sz="2400" b="1" dirty="0">
                <a:latin typeface="Atkinson Hyperlegible Next"/>
                <a:ea typeface="Arial"/>
                <a:cs typeface="Arial"/>
                <a:sym typeface="Arial"/>
              </a:rPr>
              <a:t>shape </a:t>
            </a:r>
            <a:r>
              <a:rPr lang="en-US" sz="2400" dirty="0">
                <a:latin typeface="Atkinson Hyperlegible Next"/>
                <a:ea typeface="Arial"/>
                <a:cs typeface="Arial"/>
                <a:sym typeface="Arial"/>
              </a:rPr>
              <a:t>(the more like a circle the more we want to keep it).</a:t>
            </a:r>
          </a:p>
          <a:p>
            <a:pPr marL="0" indent="0">
              <a:lnSpc>
                <a:spcPct val="100000"/>
              </a:lnSpc>
              <a:spcBef>
                <a:spcPts val="0"/>
              </a:spcBef>
              <a:buSzPts val="3000"/>
              <a:buNone/>
            </a:pPr>
            <a:endParaRPr lang="en-US" sz="2400" b="1" dirty="0">
              <a:latin typeface="Atkinson Hyperlegible Next"/>
              <a:ea typeface="Arial"/>
              <a:cs typeface="Arial"/>
              <a:sym typeface="Arial"/>
            </a:endParaRPr>
          </a:p>
          <a:p>
            <a:pPr marL="0" indent="0">
              <a:lnSpc>
                <a:spcPct val="100000"/>
              </a:lnSpc>
              <a:spcBef>
                <a:spcPts val="0"/>
              </a:spcBef>
              <a:buSzPts val="3000"/>
              <a:buNone/>
            </a:pPr>
            <a:r>
              <a:rPr lang="en-US" sz="2400" dirty="0">
                <a:latin typeface="Atkinson Hyperlegible Next"/>
                <a:ea typeface="Arial"/>
                <a:cs typeface="Arial"/>
                <a:sym typeface="Arial"/>
              </a:rPr>
              <a:t>If </a:t>
            </a:r>
            <a:r>
              <a:rPr lang="en-US" sz="2400" dirty="0" err="1">
                <a:latin typeface="Atkinson Hyperlegible Next"/>
                <a:ea typeface="Arial"/>
                <a:cs typeface="Arial"/>
                <a:sym typeface="Arial"/>
              </a:rPr>
              <a:t>Blob.Area</a:t>
            </a:r>
            <a:r>
              <a:rPr lang="en-US" sz="2400" dirty="0">
                <a:latin typeface="Atkinson Hyperlegible Next"/>
                <a:ea typeface="Arial"/>
                <a:cs typeface="Arial"/>
                <a:sym typeface="Arial"/>
              </a:rPr>
              <a:t> &lt; MIN_THRESHOLD, we discard it. </a:t>
            </a:r>
          </a:p>
          <a:p>
            <a:pPr marL="0" indent="0">
              <a:lnSpc>
                <a:spcPct val="100000"/>
              </a:lnSpc>
              <a:spcBef>
                <a:spcPts val="0"/>
              </a:spcBef>
              <a:buSzPts val="3000"/>
              <a:buNone/>
            </a:pPr>
            <a:endParaRPr lang="en-US" sz="2400" dirty="0">
              <a:latin typeface="Atkinson Hyperlegible Next"/>
              <a:ea typeface="Arial"/>
              <a:cs typeface="Arial"/>
              <a:sym typeface="Arial"/>
            </a:endParaRPr>
          </a:p>
          <a:p>
            <a:pPr marL="0" indent="0">
              <a:lnSpc>
                <a:spcPct val="100000"/>
              </a:lnSpc>
              <a:spcBef>
                <a:spcPts val="0"/>
              </a:spcBef>
              <a:buSzPts val="3000"/>
              <a:buNone/>
            </a:pPr>
            <a:r>
              <a:rPr lang="en-US" sz="2400" dirty="0">
                <a:latin typeface="Atkinson Hyperlegible Next"/>
                <a:ea typeface="Arial"/>
                <a:cs typeface="Arial"/>
                <a:sym typeface="Arial"/>
              </a:rPr>
              <a:t>We only pass the largest valid blob to the next step.</a:t>
            </a:r>
          </a:p>
        </p:txBody>
      </p:sp>
      <p:sp>
        <p:nvSpPr>
          <p:cNvPr id="119" name="Google Shape;119;p29">
            <a:extLst>
              <a:ext uri="{FF2B5EF4-FFF2-40B4-BE49-F238E27FC236}">
                <a16:creationId xmlns:a16="http://schemas.microsoft.com/office/drawing/2014/main" id="{EBA4CA92-F4F9-916B-420E-A312232A4EAC}"/>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E24A7935-C3BD-808B-9BCB-FFD0CF3EFEC3}"/>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tkinson Hyperlegible Next"/>
                <a:ea typeface="Arial"/>
                <a:cs typeface="Arial"/>
                <a:sym typeface="Arial"/>
              </a:rPr>
              <a:t>Camera Vision</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C183D7F6-B498-43B3-948B-1728B52AA6E4}">
                <adec:decorative xmlns:adec="http://schemas.microsoft.com/office/drawing/2017/decorative" val="1"/>
              </a:ext>
              <a:ext uri="{FF2B5EF4-FFF2-40B4-BE49-F238E27FC236}">
                <a16:creationId xmlns:a16="http://schemas.microsoft.com/office/drawing/2014/main" id="{F13FB241-1BF8-4B57-8719-EB9F417246A5}"/>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C39A541E-761D-09D7-0F40-0D8BEA8AD172}"/>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12245E14-9E1E-69D0-33D9-3B3B9986D972}"/>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974448E7-ABBC-F6D9-D83A-EF0D97DCD728}"/>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A714D3ED-5AB9-6E1C-C60F-0DD2D7C17B9D}"/>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84C21B61-7E83-7146-5E0F-C6D1FB60F331}"/>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spTree>
    <p:extLst>
      <p:ext uri="{BB962C8B-B14F-4D97-AF65-F5344CB8AC3E}">
        <p14:creationId xmlns:p14="http://schemas.microsoft.com/office/powerpoint/2010/main" val="85883827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118">
                                            <p:txEl>
                                              <p:pRg st="4" end="4"/>
                                            </p:txEl>
                                          </p:spTgt>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118">
                                            <p:txEl>
                                              <p:pRg st="6" end="6"/>
                                            </p:txEl>
                                          </p:spTgt>
                                        </p:tgtEl>
                                        <p:attrNameLst>
                                          <p:attrName>style.visibility</p:attrName>
                                        </p:attrNameLst>
                                      </p:cBhvr>
                                      <p:to>
                                        <p:strVal val="visible"/>
                                      </p:to>
                                    </p:set>
                                  </p:childTnLst>
                                </p:cTn>
                              </p:par>
                              <p:par>
                                <p:cTn id="9" presetID="1" presetClass="entr" presetSubtype="0" fill="hold" nodeType="withEffect">
                                  <p:stCondLst>
                                    <p:cond delay="0"/>
                                  </p:stCondLst>
                                  <p:childTnLst>
                                    <p:set>
                                      <p:cBhvr>
                                        <p:cTn id="10" dur="1" fill="hold">
                                          <p:stCondLst>
                                            <p:cond delay="0"/>
                                          </p:stCondLst>
                                        </p:cTn>
                                        <p:tgtEl>
                                          <p:spTgt spid="118">
                                            <p:txEl>
                                              <p:pRg st="8" end="8"/>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8EDF6DF9-122C-7262-22F2-6C8CDB974FE4}"/>
            </a:ext>
          </a:extLst>
        </p:cNvPr>
        <p:cNvGrpSpPr/>
        <p:nvPr/>
      </p:nvGrpSpPr>
      <p:grpSpPr>
        <a:xfrm>
          <a:off x="0" y="0"/>
          <a:ext cx="0" cy="0"/>
          <a:chOff x="0" y="0"/>
          <a:chExt cx="0" cy="0"/>
        </a:xfrm>
      </p:grpSpPr>
      <mc:AlternateContent xmlns:mc="http://schemas.openxmlformats.org/markup-compatibility/2006" xmlns:a14="http://schemas.microsoft.com/office/drawing/2010/main">
        <mc:Choice Requires="a14">
          <p:sp>
            <p:nvSpPr>
              <p:cNvPr id="118" name="Google Shape;118;p29">
                <a:extLst>
                  <a:ext uri="{FF2B5EF4-FFF2-40B4-BE49-F238E27FC236}">
                    <a16:creationId xmlns:a16="http://schemas.microsoft.com/office/drawing/2014/main" id="{E8A61CA5-8E51-95E1-8492-071964A72525}"/>
                  </a:ext>
                </a:extLst>
              </p:cNvPr>
              <p:cNvSpPr txBox="1">
                <a:spLocks noGrp="1"/>
              </p:cNvSpPr>
              <p:nvPr>
                <p:ph type="body" idx="1"/>
              </p:nvPr>
            </p:nvSpPr>
            <p:spPr>
              <a:xfrm>
                <a:off x="376809" y="1334279"/>
                <a:ext cx="11593518" cy="4821102"/>
              </a:xfrm>
              <a:prstGeom prst="rect">
                <a:avLst/>
              </a:prstGeom>
              <a:noFill/>
              <a:ln>
                <a:noFill/>
              </a:ln>
            </p:spPr>
            <p:txBody>
              <a:bodyPr spcFirstLastPara="1" wrap="square" lIns="91425" tIns="45700" rIns="91425" bIns="45700" anchor="t" anchorCtr="0">
                <a:noAutofit/>
              </a:bodyPr>
              <a:lstStyle/>
              <a:p>
                <a:pPr marL="0" indent="0">
                  <a:lnSpc>
                    <a:spcPct val="100000"/>
                  </a:lnSpc>
                  <a:spcBef>
                    <a:spcPts val="0"/>
                  </a:spcBef>
                  <a:buSzPts val="3000"/>
                  <a:buNone/>
                </a:pPr>
                <a:r>
                  <a:rPr lang="en-US" sz="2000" dirty="0">
                    <a:latin typeface="Atkinson Hyperlegible Next"/>
                    <a:ea typeface="Arial"/>
                    <a:cs typeface="Arial"/>
                    <a:sym typeface="Arial"/>
                  </a:rPr>
                  <a:t>We have found the blob representing our red ball, now where is it?</a:t>
                </a:r>
              </a:p>
              <a:p>
                <a:pPr marL="0" indent="0">
                  <a:lnSpc>
                    <a:spcPct val="100000"/>
                  </a:lnSpc>
                  <a:spcBef>
                    <a:spcPts val="0"/>
                  </a:spcBef>
                  <a:buSzPts val="3000"/>
                  <a:buNone/>
                </a:pPr>
                <a:endParaRPr lang="en-US" sz="2000" dirty="0">
                  <a:latin typeface="Atkinson Hyperlegible Next"/>
                  <a:ea typeface="Arial"/>
                  <a:cs typeface="Arial"/>
                  <a:sym typeface="Arial"/>
                </a:endParaRPr>
              </a:p>
              <a:p>
                <a:pPr marL="0" indent="0">
                  <a:lnSpc>
                    <a:spcPct val="100000"/>
                  </a:lnSpc>
                  <a:spcBef>
                    <a:spcPts val="0"/>
                  </a:spcBef>
                  <a:buSzPts val="3000"/>
                  <a:buNone/>
                </a:pPr>
                <a:r>
                  <a:rPr lang="en-US" sz="2000" dirty="0">
                    <a:latin typeface="Atkinson Hyperlegible Next"/>
                    <a:ea typeface="Arial"/>
                    <a:cs typeface="Arial"/>
                    <a:sym typeface="Arial"/>
                  </a:rPr>
                  <a:t>We need its (X, Y) coordinate in the camera frame to steer the robot. We do this by calculating the </a:t>
                </a:r>
                <a:r>
                  <a:rPr lang="en-US" sz="2000" b="1" dirty="0">
                    <a:latin typeface="Atkinson Hyperlegible Next"/>
                    <a:ea typeface="Arial"/>
                    <a:cs typeface="Arial"/>
                    <a:sym typeface="Arial"/>
                  </a:rPr>
                  <a:t>Centroid </a:t>
                </a:r>
                <a:r>
                  <a:rPr lang="en-US" sz="2000" dirty="0">
                    <a:latin typeface="Atkinson Hyperlegible Next"/>
                    <a:ea typeface="Arial"/>
                    <a:cs typeface="Arial"/>
                    <a:sym typeface="Arial"/>
                  </a:rPr>
                  <a:t>(Center of Mass ) of the blob.</a:t>
                </a:r>
              </a:p>
              <a:p>
                <a:pPr marL="0" indent="0">
                  <a:lnSpc>
                    <a:spcPct val="100000"/>
                  </a:lnSpc>
                  <a:spcBef>
                    <a:spcPts val="0"/>
                  </a:spcBef>
                  <a:buSzPts val="3000"/>
                  <a:buNone/>
                </a:pPr>
                <a:endParaRPr lang="en-US" sz="2000" b="1" dirty="0">
                  <a:latin typeface="Atkinson Hyperlegible Next"/>
                  <a:ea typeface="Arial"/>
                  <a:cs typeface="Arial"/>
                  <a:sym typeface="Arial"/>
                </a:endParaRPr>
              </a:p>
              <a:p>
                <a:pPr marL="0" indent="0">
                  <a:lnSpc>
                    <a:spcPct val="100000"/>
                  </a:lnSpc>
                  <a:spcBef>
                    <a:spcPts val="0"/>
                  </a:spcBef>
                  <a:buSzPts val="3000"/>
                  <a:buNone/>
                </a:pPr>
                <a:r>
                  <a:rPr lang="en-US" sz="2000" dirty="0">
                    <a:latin typeface="Atkinson Hyperlegible Next"/>
                    <a:ea typeface="Arial"/>
                    <a:cs typeface="Arial"/>
                    <a:sym typeface="Arial"/>
                  </a:rPr>
                  <a:t>We compute this using </a:t>
                </a:r>
                <a:r>
                  <a:rPr lang="en-US" sz="2000" b="1" dirty="0">
                    <a:latin typeface="Atkinson Hyperlegible Next"/>
                    <a:ea typeface="Arial"/>
                    <a:cs typeface="Arial"/>
                    <a:sym typeface="Arial"/>
                  </a:rPr>
                  <a:t>Image Moments</a:t>
                </a:r>
                <a:r>
                  <a:rPr lang="en-US" sz="2000" dirty="0">
                    <a:latin typeface="Atkinson Hyperlegible Next"/>
                    <a:ea typeface="Arial"/>
                    <a:cs typeface="Arial"/>
                    <a:sym typeface="Arial"/>
                  </a:rPr>
                  <a:t>.</a:t>
                </a:r>
              </a:p>
              <a:p>
                <a:pPr marL="0" indent="0">
                  <a:lnSpc>
                    <a:spcPct val="100000"/>
                  </a:lnSpc>
                  <a:spcBef>
                    <a:spcPts val="0"/>
                  </a:spcBef>
                  <a:buSzPts val="3000"/>
                  <a:buNone/>
                </a:pPr>
                <a:r>
                  <a:rPr lang="en-US" sz="2000" dirty="0">
                    <a:latin typeface="Atkinson Hyperlegible Next"/>
                    <a:ea typeface="Arial"/>
                    <a:cs typeface="Arial"/>
                    <a:sym typeface="Arial"/>
                  </a:rPr>
                  <a:t>In computer vision, a discrete image moment </a:t>
                </a:r>
                <a14:m>
                  <m:oMath xmlns:m="http://schemas.openxmlformats.org/officeDocument/2006/math">
                    <m:sSub>
                      <m:sSubPr>
                        <m:ctrlPr>
                          <a:rPr lang="en-US" sz="2000" i="1" dirty="0" smtClean="0">
                            <a:latin typeface="Cambria Math" panose="02040503050406030204" pitchFamily="18" charset="0"/>
                            <a:ea typeface="Arial"/>
                            <a:cs typeface="Arial"/>
                            <a:sym typeface="Arial"/>
                          </a:rPr>
                        </m:ctrlPr>
                      </m:sSubPr>
                      <m:e>
                        <m:r>
                          <a:rPr lang="en-US" sz="2000" i="1" dirty="0" smtClean="0">
                            <a:latin typeface="Cambria Math" panose="02040503050406030204" pitchFamily="18" charset="0"/>
                            <a:ea typeface="Arial"/>
                            <a:cs typeface="Arial"/>
                            <a:sym typeface="Arial"/>
                          </a:rPr>
                          <m:t>𝑀</m:t>
                        </m:r>
                      </m:e>
                      <m:sub>
                        <m:r>
                          <a:rPr lang="en-US" sz="2000" i="1" dirty="0" err="1" smtClean="0">
                            <a:latin typeface="Cambria Math" panose="02040503050406030204" pitchFamily="18" charset="0"/>
                            <a:ea typeface="Arial"/>
                            <a:cs typeface="Arial"/>
                            <a:sym typeface="Arial"/>
                          </a:rPr>
                          <m:t>𝑖𝑗</m:t>
                        </m:r>
                      </m:sub>
                    </m:sSub>
                  </m:oMath>
                </a14:m>
                <a:r>
                  <a:rPr lang="en-US" sz="2000" dirty="0">
                    <a:latin typeface="Atkinson Hyperlegible Next"/>
                    <a:ea typeface="Arial"/>
                    <a:cs typeface="Arial"/>
                    <a:sym typeface="Arial"/>
                  </a:rPr>
                  <a:t> for a binary image </a:t>
                </a:r>
                <a14:m>
                  <m:oMath xmlns:m="http://schemas.openxmlformats.org/officeDocument/2006/math">
                    <m:r>
                      <a:rPr lang="en-US" sz="2000" i="1" dirty="0" smtClean="0">
                        <a:latin typeface="Cambria Math" panose="02040503050406030204" pitchFamily="18" charset="0"/>
                        <a:ea typeface="Arial"/>
                        <a:cs typeface="Arial"/>
                        <a:sym typeface="Arial"/>
                      </a:rPr>
                      <m:t>𝐼</m:t>
                    </m:r>
                    <m:d>
                      <m:dPr>
                        <m:ctrlPr>
                          <a:rPr lang="en-US" sz="2000" i="1" dirty="0" smtClean="0">
                            <a:latin typeface="Cambria Math" panose="02040503050406030204" pitchFamily="18" charset="0"/>
                            <a:ea typeface="Arial"/>
                            <a:cs typeface="Arial"/>
                            <a:sym typeface="Arial"/>
                          </a:rPr>
                        </m:ctrlPr>
                      </m:dPr>
                      <m:e>
                        <m:r>
                          <a:rPr lang="en-US" sz="2000" i="1" dirty="0" err="1" smtClean="0">
                            <a:latin typeface="Cambria Math" panose="02040503050406030204" pitchFamily="18" charset="0"/>
                            <a:ea typeface="Arial"/>
                            <a:cs typeface="Arial"/>
                            <a:sym typeface="Arial"/>
                          </a:rPr>
                          <m:t>𝑥</m:t>
                        </m:r>
                        <m:r>
                          <a:rPr lang="en-US" sz="2000" i="1" dirty="0" err="1" smtClean="0">
                            <a:latin typeface="Cambria Math" panose="02040503050406030204" pitchFamily="18" charset="0"/>
                            <a:ea typeface="Arial"/>
                            <a:cs typeface="Arial"/>
                            <a:sym typeface="Arial"/>
                          </a:rPr>
                          <m:t>,</m:t>
                        </m:r>
                        <m:r>
                          <a:rPr lang="en-US" sz="2000" i="1" dirty="0" err="1" smtClean="0">
                            <a:latin typeface="Cambria Math" panose="02040503050406030204" pitchFamily="18" charset="0"/>
                            <a:ea typeface="Arial"/>
                            <a:cs typeface="Arial"/>
                            <a:sym typeface="Arial"/>
                          </a:rPr>
                          <m:t>𝑦</m:t>
                        </m:r>
                      </m:e>
                    </m:d>
                  </m:oMath>
                </a14:m>
                <a:r>
                  <a:rPr lang="en-US" sz="2000" dirty="0">
                    <a:latin typeface="Atkinson Hyperlegible Next"/>
                    <a:ea typeface="Arial"/>
                    <a:cs typeface="Arial"/>
                    <a:sym typeface="Arial"/>
                  </a:rPr>
                  <a:t> is defined as:</a:t>
                </a:r>
                <a:endParaRPr lang="en-US" sz="2000" i="1" dirty="0">
                  <a:latin typeface="Cambria Math" panose="02040503050406030204" pitchFamily="18" charset="0"/>
                  <a:ea typeface="Arial"/>
                  <a:cs typeface="Arial"/>
                  <a:sym typeface="Arial"/>
                </a:endParaRPr>
              </a:p>
              <a:p>
                <a:pPr marL="0" indent="0">
                  <a:lnSpc>
                    <a:spcPct val="100000"/>
                  </a:lnSpc>
                  <a:spcBef>
                    <a:spcPts val="0"/>
                  </a:spcBef>
                  <a:buSzPts val="3000"/>
                  <a:buNone/>
                </a:pPr>
                <a14:m>
                  <m:oMathPara xmlns:m="http://schemas.openxmlformats.org/officeDocument/2006/math">
                    <m:oMathParaPr>
                      <m:jc m:val="centerGroup"/>
                    </m:oMathParaPr>
                    <m:oMath xmlns:m="http://schemas.openxmlformats.org/officeDocument/2006/math">
                      <m:sSub>
                        <m:sSubPr>
                          <m:ctrlPr>
                            <a:rPr lang="en-US" sz="2000" i="1" dirty="0" smtClean="0">
                              <a:latin typeface="Cambria Math" panose="02040503050406030204" pitchFamily="18" charset="0"/>
                              <a:ea typeface="Arial"/>
                              <a:cs typeface="Arial"/>
                              <a:sym typeface="Arial"/>
                            </a:rPr>
                          </m:ctrlPr>
                        </m:sSubPr>
                        <m:e>
                          <m:r>
                            <a:rPr lang="en-US" sz="2000" i="1" dirty="0" smtClean="0">
                              <a:latin typeface="Cambria Math" panose="02040503050406030204" pitchFamily="18" charset="0"/>
                              <a:ea typeface="Arial"/>
                              <a:cs typeface="Arial"/>
                              <a:sym typeface="Arial"/>
                            </a:rPr>
                            <m:t>𝑀</m:t>
                          </m:r>
                        </m:e>
                        <m:sub>
                          <m:r>
                            <a:rPr lang="en-US" sz="2000" i="1" dirty="0" err="1" smtClean="0">
                              <a:latin typeface="Cambria Math" panose="02040503050406030204" pitchFamily="18" charset="0"/>
                              <a:ea typeface="Arial"/>
                              <a:cs typeface="Arial"/>
                              <a:sym typeface="Arial"/>
                            </a:rPr>
                            <m:t>𝑖𝑗</m:t>
                          </m:r>
                        </m:sub>
                      </m:sSub>
                      <m:r>
                        <a:rPr lang="en-US" sz="2000" i="1" dirty="0" smtClean="0">
                          <a:latin typeface="Cambria Math" panose="02040503050406030204" pitchFamily="18" charset="0"/>
                          <a:ea typeface="Arial"/>
                          <a:cs typeface="Arial"/>
                          <a:sym typeface="Arial"/>
                        </a:rPr>
                        <m:t>=</m:t>
                      </m:r>
                      <m:nary>
                        <m:naryPr>
                          <m:chr m:val="∑"/>
                          <m:supHide m:val="on"/>
                          <m:ctrlPr>
                            <a:rPr lang="en-US" sz="2000" i="1" dirty="0" smtClean="0">
                              <a:latin typeface="Cambria Math" panose="02040503050406030204" pitchFamily="18" charset="0"/>
                              <a:ea typeface="Arial"/>
                              <a:cs typeface="Arial"/>
                              <a:sym typeface="Arial"/>
                            </a:rPr>
                          </m:ctrlPr>
                        </m:naryPr>
                        <m:sub>
                          <m:r>
                            <a:rPr lang="en-US" sz="2000" i="1" dirty="0" smtClean="0">
                              <a:latin typeface="Cambria Math" panose="02040503050406030204" pitchFamily="18" charset="0"/>
                              <a:ea typeface="Arial"/>
                              <a:cs typeface="Arial"/>
                              <a:sym typeface="Arial"/>
                            </a:rPr>
                            <m:t>𝑥</m:t>
                          </m:r>
                        </m:sub>
                        <m:sup/>
                        <m:e>
                          <m:nary>
                            <m:naryPr>
                              <m:chr m:val="∑"/>
                              <m:supHide m:val="on"/>
                              <m:ctrlPr>
                                <a:rPr lang="en-US" sz="2000" i="1" dirty="0" smtClean="0">
                                  <a:latin typeface="Cambria Math" panose="02040503050406030204" pitchFamily="18" charset="0"/>
                                  <a:ea typeface="Arial"/>
                                  <a:cs typeface="Arial"/>
                                  <a:sym typeface="Arial"/>
                                </a:rPr>
                              </m:ctrlPr>
                            </m:naryPr>
                            <m:sub>
                              <m:r>
                                <a:rPr lang="en-US" sz="2000" i="1" dirty="0" smtClean="0">
                                  <a:latin typeface="Cambria Math" panose="02040503050406030204" pitchFamily="18" charset="0"/>
                                  <a:ea typeface="Arial"/>
                                  <a:cs typeface="Arial"/>
                                  <a:sym typeface="Arial"/>
                                </a:rPr>
                                <m:t>𝑦</m:t>
                              </m:r>
                            </m:sub>
                            <m:sup/>
                            <m:e>
                              <m:sSup>
                                <m:sSupPr>
                                  <m:ctrlPr>
                                    <a:rPr lang="en-US" sz="2000" i="1" dirty="0" err="1" smtClean="0">
                                      <a:latin typeface="Cambria Math" panose="02040503050406030204" pitchFamily="18" charset="0"/>
                                      <a:ea typeface="Arial"/>
                                      <a:cs typeface="Arial"/>
                                      <a:sym typeface="Arial"/>
                                    </a:rPr>
                                  </m:ctrlPr>
                                </m:sSupPr>
                                <m:e>
                                  <m:r>
                                    <a:rPr lang="en-US" sz="2000" i="1" dirty="0" err="1" smtClean="0">
                                      <a:latin typeface="Cambria Math" panose="02040503050406030204" pitchFamily="18" charset="0"/>
                                      <a:ea typeface="Arial"/>
                                      <a:cs typeface="Arial"/>
                                      <a:sym typeface="Arial"/>
                                    </a:rPr>
                                    <m:t>𝑥</m:t>
                                  </m:r>
                                </m:e>
                                <m:sup>
                                  <m:r>
                                    <a:rPr lang="en-US" sz="2000" i="1" dirty="0" err="1" smtClean="0">
                                      <a:latin typeface="Cambria Math" panose="02040503050406030204" pitchFamily="18" charset="0"/>
                                      <a:ea typeface="Arial"/>
                                      <a:cs typeface="Arial"/>
                                      <a:sym typeface="Arial"/>
                                    </a:rPr>
                                    <m:t>𝑖</m:t>
                                  </m:r>
                                </m:sup>
                              </m:sSup>
                              <m:sSup>
                                <m:sSupPr>
                                  <m:ctrlPr>
                                    <a:rPr lang="en-US" sz="2000" i="1" dirty="0" err="1" smtClean="0">
                                      <a:latin typeface="Cambria Math" panose="02040503050406030204" pitchFamily="18" charset="0"/>
                                      <a:ea typeface="Arial"/>
                                      <a:cs typeface="Arial"/>
                                      <a:sym typeface="Arial"/>
                                    </a:rPr>
                                  </m:ctrlPr>
                                </m:sSupPr>
                                <m:e>
                                  <m:r>
                                    <a:rPr lang="en-US" sz="2000" i="1" dirty="0" err="1" smtClean="0">
                                      <a:latin typeface="Cambria Math" panose="02040503050406030204" pitchFamily="18" charset="0"/>
                                      <a:ea typeface="Arial"/>
                                      <a:cs typeface="Arial"/>
                                      <a:sym typeface="Arial"/>
                                    </a:rPr>
                                    <m:t>𝑦</m:t>
                                  </m:r>
                                </m:e>
                                <m:sup>
                                  <m:r>
                                    <a:rPr lang="en-US" sz="2000" i="1" dirty="0" err="1" smtClean="0">
                                      <a:latin typeface="Cambria Math" panose="02040503050406030204" pitchFamily="18" charset="0"/>
                                      <a:ea typeface="Arial"/>
                                      <a:cs typeface="Arial"/>
                                      <a:sym typeface="Arial"/>
                                    </a:rPr>
                                    <m:t>𝑗</m:t>
                                  </m:r>
                                </m:sup>
                              </m:sSup>
                              <m:r>
                                <a:rPr lang="en-US" sz="2000" i="1" dirty="0" smtClean="0">
                                  <a:latin typeface="Cambria Math" panose="02040503050406030204" pitchFamily="18" charset="0"/>
                                  <a:ea typeface="Arial"/>
                                  <a:cs typeface="Arial"/>
                                  <a:sym typeface="Arial"/>
                                </a:rPr>
                                <m:t>𝐼</m:t>
                              </m:r>
                              <m:d>
                                <m:dPr>
                                  <m:ctrlPr>
                                    <a:rPr lang="en-US" sz="2000" i="1" dirty="0" smtClean="0">
                                      <a:latin typeface="Cambria Math" panose="02040503050406030204" pitchFamily="18" charset="0"/>
                                      <a:ea typeface="Arial"/>
                                      <a:cs typeface="Arial"/>
                                      <a:sym typeface="Arial"/>
                                    </a:rPr>
                                  </m:ctrlPr>
                                </m:dPr>
                                <m:e>
                                  <m:r>
                                    <a:rPr lang="en-US" sz="2000" i="1" dirty="0" err="1" smtClean="0">
                                      <a:latin typeface="Cambria Math" panose="02040503050406030204" pitchFamily="18" charset="0"/>
                                      <a:ea typeface="Arial"/>
                                      <a:cs typeface="Arial"/>
                                      <a:sym typeface="Arial"/>
                                    </a:rPr>
                                    <m:t>𝑥</m:t>
                                  </m:r>
                                  <m:r>
                                    <a:rPr lang="en-US" sz="2000" i="1" dirty="0" err="1" smtClean="0">
                                      <a:latin typeface="Cambria Math" panose="02040503050406030204" pitchFamily="18" charset="0"/>
                                      <a:ea typeface="Arial"/>
                                      <a:cs typeface="Arial"/>
                                      <a:sym typeface="Arial"/>
                                    </a:rPr>
                                    <m:t>,</m:t>
                                  </m:r>
                                  <m:r>
                                    <a:rPr lang="en-US" sz="2000" i="1" dirty="0" err="1" smtClean="0">
                                      <a:latin typeface="Cambria Math" panose="02040503050406030204" pitchFamily="18" charset="0"/>
                                      <a:ea typeface="Arial"/>
                                      <a:cs typeface="Arial"/>
                                      <a:sym typeface="Arial"/>
                                    </a:rPr>
                                    <m:t>𝑦</m:t>
                                  </m:r>
                                </m:e>
                              </m:d>
                            </m:e>
                          </m:nary>
                        </m:e>
                      </m:nary>
                    </m:oMath>
                  </m:oMathPara>
                </a14:m>
                <a:endParaRPr lang="en-US" sz="2000" dirty="0">
                  <a:latin typeface="Atkinson Hyperlegible Next"/>
                  <a:ea typeface="Arial"/>
                  <a:cs typeface="Arial"/>
                  <a:sym typeface="Arial"/>
                </a:endParaRPr>
              </a:p>
              <a:p>
                <a:pPr marL="0" indent="0">
                  <a:lnSpc>
                    <a:spcPct val="100000"/>
                  </a:lnSpc>
                  <a:spcBef>
                    <a:spcPts val="0"/>
                  </a:spcBef>
                  <a:buSzPts val="3000"/>
                  <a:buNone/>
                </a:pPr>
                <a:r>
                  <a:rPr lang="en-US" sz="2000" dirty="0">
                    <a:latin typeface="Atkinson Hyperlegible Next"/>
                    <a:ea typeface="Arial"/>
                    <a:cs typeface="Arial"/>
                    <a:sym typeface="Arial"/>
                  </a:rPr>
                  <a:t>The 0</a:t>
                </a:r>
                <a:r>
                  <a:rPr lang="en-US" sz="2000" baseline="30000" dirty="0">
                    <a:latin typeface="Atkinson Hyperlegible Next"/>
                    <a:ea typeface="Arial"/>
                    <a:cs typeface="Arial"/>
                    <a:sym typeface="Arial"/>
                  </a:rPr>
                  <a:t>th</a:t>
                </a:r>
                <a:r>
                  <a:rPr lang="en-US" sz="2000" dirty="0">
                    <a:latin typeface="Atkinson Hyperlegible Next"/>
                    <a:ea typeface="Arial"/>
                    <a:cs typeface="Arial"/>
                    <a:sym typeface="Arial"/>
                  </a:rPr>
                  <a:t> moment, </a:t>
                </a:r>
                <a14:m>
                  <m:oMath xmlns:m="http://schemas.openxmlformats.org/officeDocument/2006/math">
                    <m:sSub>
                      <m:sSubPr>
                        <m:ctrlPr>
                          <a:rPr lang="en-US" sz="2000" i="1" dirty="0" smtClean="0">
                            <a:latin typeface="Cambria Math" panose="02040503050406030204" pitchFamily="18" charset="0"/>
                            <a:ea typeface="Arial"/>
                            <a:cs typeface="Arial"/>
                            <a:sym typeface="Arial"/>
                          </a:rPr>
                        </m:ctrlPr>
                      </m:sSubPr>
                      <m:e>
                        <m:r>
                          <a:rPr lang="en-US" sz="2000" i="1" dirty="0" smtClean="0">
                            <a:latin typeface="Cambria Math" panose="02040503050406030204" pitchFamily="18" charset="0"/>
                            <a:ea typeface="Arial"/>
                            <a:cs typeface="Arial"/>
                            <a:sym typeface="Arial"/>
                          </a:rPr>
                          <m:t>𝑀</m:t>
                        </m:r>
                      </m:e>
                      <m:sub>
                        <m:r>
                          <a:rPr lang="en-US" sz="2000" i="1" dirty="0" smtClean="0">
                            <a:latin typeface="Cambria Math" panose="02040503050406030204" pitchFamily="18" charset="0"/>
                            <a:ea typeface="Arial"/>
                            <a:cs typeface="Arial"/>
                            <a:sym typeface="Arial"/>
                          </a:rPr>
                          <m:t>00</m:t>
                        </m:r>
                      </m:sub>
                    </m:sSub>
                  </m:oMath>
                </a14:m>
                <a:r>
                  <a:rPr lang="en-US" sz="2000" dirty="0">
                    <a:latin typeface="Atkinson Hyperlegible Next"/>
                    <a:ea typeface="Arial"/>
                    <a:cs typeface="Arial"/>
                    <a:sym typeface="Arial"/>
                  </a:rPr>
                  <a:t>, sets </a:t>
                </a:r>
                <a14:m>
                  <m:oMath xmlns:m="http://schemas.openxmlformats.org/officeDocument/2006/math">
                    <m:r>
                      <a:rPr lang="en-US" sz="2000" i="1" dirty="0" err="1" smtClean="0">
                        <a:latin typeface="Cambria Math" panose="02040503050406030204" pitchFamily="18" charset="0"/>
                        <a:ea typeface="Arial"/>
                        <a:cs typeface="Arial"/>
                        <a:sym typeface="Arial"/>
                      </a:rPr>
                      <m:t>𝑖</m:t>
                    </m:r>
                    <m:r>
                      <a:rPr lang="en-US" sz="2000" i="1" dirty="0" smtClean="0">
                        <a:latin typeface="Cambria Math" panose="02040503050406030204" pitchFamily="18" charset="0"/>
                        <a:ea typeface="Arial"/>
                        <a:cs typeface="Arial"/>
                        <a:sym typeface="Arial"/>
                      </a:rPr>
                      <m:t>=0</m:t>
                    </m:r>
                  </m:oMath>
                </a14:m>
                <a:r>
                  <a:rPr lang="en-US" sz="2000" dirty="0">
                    <a:latin typeface="Atkinson Hyperlegible Next"/>
                    <a:ea typeface="Arial"/>
                    <a:cs typeface="Arial"/>
                    <a:sym typeface="Arial"/>
                  </a:rPr>
                  <a:t> and </a:t>
                </a:r>
                <a14:m>
                  <m:oMath xmlns:m="http://schemas.openxmlformats.org/officeDocument/2006/math">
                    <m:r>
                      <a:rPr lang="en-US" sz="2000" i="1" dirty="0" smtClean="0">
                        <a:latin typeface="Cambria Math" panose="02040503050406030204" pitchFamily="18" charset="0"/>
                        <a:ea typeface="Arial"/>
                        <a:cs typeface="Arial"/>
                        <a:sym typeface="Arial"/>
                      </a:rPr>
                      <m:t>𝑗</m:t>
                    </m:r>
                    <m:r>
                      <a:rPr lang="en-US" sz="2000" i="1" dirty="0" smtClean="0">
                        <a:latin typeface="Cambria Math" panose="02040503050406030204" pitchFamily="18" charset="0"/>
                        <a:ea typeface="Arial"/>
                        <a:cs typeface="Arial"/>
                        <a:sym typeface="Arial"/>
                      </a:rPr>
                      <m:t>=0</m:t>
                    </m:r>
                  </m:oMath>
                </a14:m>
                <a:r>
                  <a:rPr lang="en-US" sz="2000" dirty="0">
                    <a:latin typeface="Atkinson Hyperlegible Next"/>
                    <a:ea typeface="Arial"/>
                    <a:cs typeface="Arial"/>
                    <a:sym typeface="Arial"/>
                  </a:rPr>
                  <a:t>:</a:t>
                </a:r>
              </a:p>
              <a:p>
                <a:pPr marL="0" indent="0">
                  <a:lnSpc>
                    <a:spcPct val="100000"/>
                  </a:lnSpc>
                  <a:spcBef>
                    <a:spcPts val="0"/>
                  </a:spcBef>
                  <a:buSzPts val="3000"/>
                  <a:buNone/>
                </a:pPr>
                <a14:m>
                  <m:oMathPara xmlns:m="http://schemas.openxmlformats.org/officeDocument/2006/math">
                    <m:oMathParaPr>
                      <m:jc m:val="centerGroup"/>
                    </m:oMathParaPr>
                    <m:oMath xmlns:m="http://schemas.openxmlformats.org/officeDocument/2006/math">
                      <m:sSub>
                        <m:sSubPr>
                          <m:ctrlPr>
                            <a:rPr lang="en-US" sz="2000" i="1" dirty="0" smtClean="0">
                              <a:latin typeface="Cambria Math" panose="02040503050406030204" pitchFamily="18" charset="0"/>
                              <a:ea typeface="Arial"/>
                              <a:cs typeface="Arial"/>
                              <a:sym typeface="Arial"/>
                            </a:rPr>
                          </m:ctrlPr>
                        </m:sSubPr>
                        <m:e>
                          <m:r>
                            <a:rPr lang="en-US" sz="2000" i="1" dirty="0" smtClean="0">
                              <a:latin typeface="Cambria Math" panose="02040503050406030204" pitchFamily="18" charset="0"/>
                              <a:ea typeface="Arial"/>
                              <a:cs typeface="Arial"/>
                              <a:sym typeface="Arial"/>
                            </a:rPr>
                            <m:t>𝑀</m:t>
                          </m:r>
                        </m:e>
                        <m:sub>
                          <m:r>
                            <a:rPr lang="en-US" sz="2000" i="1" dirty="0" smtClean="0">
                              <a:latin typeface="Cambria Math" panose="02040503050406030204" pitchFamily="18" charset="0"/>
                              <a:ea typeface="Arial"/>
                              <a:cs typeface="Arial"/>
                              <a:sym typeface="Arial"/>
                            </a:rPr>
                            <m:t>00</m:t>
                          </m:r>
                        </m:sub>
                      </m:sSub>
                      <m:r>
                        <a:rPr lang="en-US" sz="2000" i="1" dirty="0" smtClean="0">
                          <a:latin typeface="Cambria Math" panose="02040503050406030204" pitchFamily="18" charset="0"/>
                          <a:ea typeface="Arial"/>
                          <a:cs typeface="Arial"/>
                          <a:sym typeface="Arial"/>
                        </a:rPr>
                        <m:t>=</m:t>
                      </m:r>
                      <m:nary>
                        <m:naryPr>
                          <m:chr m:val="∑"/>
                          <m:supHide m:val="on"/>
                          <m:ctrlPr>
                            <a:rPr lang="en-US" sz="2000" i="1" dirty="0" smtClean="0">
                              <a:latin typeface="Cambria Math" panose="02040503050406030204" pitchFamily="18" charset="0"/>
                              <a:ea typeface="Arial"/>
                              <a:cs typeface="Arial"/>
                              <a:sym typeface="Arial"/>
                            </a:rPr>
                          </m:ctrlPr>
                        </m:naryPr>
                        <m:sub>
                          <m:r>
                            <a:rPr lang="en-US" sz="2000" i="1" dirty="0" smtClean="0">
                              <a:latin typeface="Cambria Math" panose="02040503050406030204" pitchFamily="18" charset="0"/>
                              <a:ea typeface="Arial"/>
                              <a:cs typeface="Arial"/>
                              <a:sym typeface="Arial"/>
                            </a:rPr>
                            <m:t>𝑥</m:t>
                          </m:r>
                        </m:sub>
                        <m:sup/>
                        <m:e>
                          <m:nary>
                            <m:naryPr>
                              <m:chr m:val="∑"/>
                              <m:supHide m:val="on"/>
                              <m:ctrlPr>
                                <a:rPr lang="en-US" sz="2000" i="1" dirty="0" smtClean="0">
                                  <a:latin typeface="Cambria Math" panose="02040503050406030204" pitchFamily="18" charset="0"/>
                                  <a:ea typeface="Arial"/>
                                  <a:cs typeface="Arial"/>
                                  <a:sym typeface="Arial"/>
                                </a:rPr>
                              </m:ctrlPr>
                            </m:naryPr>
                            <m:sub>
                              <m:r>
                                <a:rPr lang="en-US" sz="2000" i="1" dirty="0" smtClean="0">
                                  <a:latin typeface="Cambria Math" panose="02040503050406030204" pitchFamily="18" charset="0"/>
                                  <a:ea typeface="Arial"/>
                                  <a:cs typeface="Arial"/>
                                  <a:sym typeface="Arial"/>
                                </a:rPr>
                                <m:t>𝑦</m:t>
                              </m:r>
                            </m:sub>
                            <m:sup/>
                            <m:e>
                              <m:r>
                                <a:rPr lang="en-US" sz="2000" i="1" dirty="0" smtClean="0">
                                  <a:latin typeface="Cambria Math" panose="02040503050406030204" pitchFamily="18" charset="0"/>
                                  <a:ea typeface="Arial"/>
                                  <a:cs typeface="Arial"/>
                                  <a:sym typeface="Arial"/>
                                </a:rPr>
                                <m:t>𝐼</m:t>
                              </m:r>
                              <m:d>
                                <m:dPr>
                                  <m:ctrlPr>
                                    <a:rPr lang="en-US" sz="2000" i="1" dirty="0" smtClean="0">
                                      <a:latin typeface="Cambria Math" panose="02040503050406030204" pitchFamily="18" charset="0"/>
                                      <a:ea typeface="Arial"/>
                                      <a:cs typeface="Arial"/>
                                      <a:sym typeface="Arial"/>
                                    </a:rPr>
                                  </m:ctrlPr>
                                </m:dPr>
                                <m:e>
                                  <m:r>
                                    <a:rPr lang="en-US" sz="2000" i="1" dirty="0" err="1" smtClean="0">
                                      <a:latin typeface="Cambria Math" panose="02040503050406030204" pitchFamily="18" charset="0"/>
                                      <a:ea typeface="Arial"/>
                                      <a:cs typeface="Arial"/>
                                      <a:sym typeface="Arial"/>
                                    </a:rPr>
                                    <m:t>𝑥</m:t>
                                  </m:r>
                                  <m:r>
                                    <a:rPr lang="en-US" sz="2000" i="1" dirty="0" err="1" smtClean="0">
                                      <a:latin typeface="Cambria Math" panose="02040503050406030204" pitchFamily="18" charset="0"/>
                                      <a:ea typeface="Arial"/>
                                      <a:cs typeface="Arial"/>
                                      <a:sym typeface="Arial"/>
                                    </a:rPr>
                                    <m:t>,</m:t>
                                  </m:r>
                                  <m:r>
                                    <a:rPr lang="en-US" sz="2000" i="1" dirty="0" err="1" smtClean="0">
                                      <a:latin typeface="Cambria Math" panose="02040503050406030204" pitchFamily="18" charset="0"/>
                                      <a:ea typeface="Arial"/>
                                      <a:cs typeface="Arial"/>
                                      <a:sym typeface="Arial"/>
                                    </a:rPr>
                                    <m:t>𝑦</m:t>
                                  </m:r>
                                </m:e>
                              </m:d>
                            </m:e>
                          </m:nary>
                        </m:e>
                      </m:nary>
                    </m:oMath>
                  </m:oMathPara>
                </a14:m>
                <a:endParaRPr lang="en-US" sz="2000" dirty="0">
                  <a:latin typeface="Atkinson Hyperlegible Next"/>
                  <a:ea typeface="Arial"/>
                  <a:cs typeface="Arial"/>
                  <a:sym typeface="Arial"/>
                </a:endParaRPr>
              </a:p>
              <a:p>
                <a:pPr marL="0" indent="0">
                  <a:lnSpc>
                    <a:spcPct val="100000"/>
                  </a:lnSpc>
                  <a:spcBef>
                    <a:spcPts val="0"/>
                  </a:spcBef>
                  <a:buSzPts val="3000"/>
                  <a:buNone/>
                </a:pPr>
                <a:r>
                  <a:rPr lang="en-US" sz="2000" dirty="0">
                    <a:latin typeface="Atkinson Hyperlegible Next"/>
                    <a:ea typeface="Arial"/>
                    <a:cs typeface="Arial"/>
                    <a:sym typeface="Arial"/>
                  </a:rPr>
                  <a:t>Because </a:t>
                </a:r>
                <a14:m>
                  <m:oMath xmlns:m="http://schemas.openxmlformats.org/officeDocument/2006/math">
                    <m:r>
                      <a:rPr lang="en-US" sz="2000" i="1" dirty="0" smtClean="0">
                        <a:latin typeface="Cambria Math" panose="02040503050406030204" pitchFamily="18" charset="0"/>
                        <a:ea typeface="Arial"/>
                        <a:cs typeface="Arial"/>
                        <a:sym typeface="Arial"/>
                      </a:rPr>
                      <m:t>𝐼</m:t>
                    </m:r>
                    <m:r>
                      <a:rPr lang="en-US" sz="2000" i="1" dirty="0" smtClean="0">
                        <a:latin typeface="Cambria Math" panose="02040503050406030204" pitchFamily="18" charset="0"/>
                        <a:ea typeface="Arial"/>
                        <a:cs typeface="Arial"/>
                        <a:sym typeface="Arial"/>
                      </a:rPr>
                      <m:t>(</m:t>
                    </m:r>
                    <m:r>
                      <a:rPr lang="en-US" sz="2000" i="1" dirty="0" err="1">
                        <a:latin typeface="Cambria Math" panose="02040503050406030204" pitchFamily="18" charset="0"/>
                        <a:ea typeface="Arial"/>
                        <a:cs typeface="Arial"/>
                        <a:sym typeface="Arial"/>
                      </a:rPr>
                      <m:t>𝑥</m:t>
                    </m:r>
                    <m:r>
                      <a:rPr lang="en-US" sz="2000" i="1" dirty="0" err="1">
                        <a:latin typeface="Cambria Math" panose="02040503050406030204" pitchFamily="18" charset="0"/>
                        <a:ea typeface="Arial"/>
                        <a:cs typeface="Arial"/>
                        <a:sym typeface="Arial"/>
                      </a:rPr>
                      <m:t>,</m:t>
                    </m:r>
                    <m:r>
                      <a:rPr lang="en-US" sz="2000" i="1" dirty="0" err="1">
                        <a:latin typeface="Cambria Math" panose="02040503050406030204" pitchFamily="18" charset="0"/>
                        <a:ea typeface="Arial"/>
                        <a:cs typeface="Arial"/>
                        <a:sym typeface="Arial"/>
                      </a:rPr>
                      <m:t>𝑦</m:t>
                    </m:r>
                    <m:r>
                      <a:rPr lang="en-US" sz="2000" i="1" dirty="0">
                        <a:latin typeface="Cambria Math" panose="02040503050406030204" pitchFamily="18" charset="0"/>
                        <a:ea typeface="Arial"/>
                        <a:cs typeface="Arial"/>
                        <a:sym typeface="Arial"/>
                      </a:rPr>
                      <m:t>)</m:t>
                    </m:r>
                  </m:oMath>
                </a14:m>
                <a:r>
                  <a:rPr lang="en-US" sz="2000" dirty="0">
                    <a:latin typeface="Atkinson Hyperlegible Next"/>
                    <a:ea typeface="Arial"/>
                    <a:cs typeface="Arial"/>
                    <a:sym typeface="Arial"/>
                  </a:rPr>
                  <a:t>is either 1 or 0, </a:t>
                </a:r>
                <a14:m>
                  <m:oMath xmlns:m="http://schemas.openxmlformats.org/officeDocument/2006/math">
                    <m:sSub>
                      <m:sSubPr>
                        <m:ctrlPr>
                          <a:rPr lang="en-US" sz="2000" i="1" dirty="0">
                            <a:latin typeface="Cambria Math" panose="02040503050406030204" pitchFamily="18" charset="0"/>
                            <a:ea typeface="Arial"/>
                            <a:cs typeface="Arial"/>
                            <a:sym typeface="Arial"/>
                          </a:rPr>
                        </m:ctrlPr>
                      </m:sSubPr>
                      <m:e>
                        <m:r>
                          <a:rPr lang="en-US" sz="2000" i="1" dirty="0">
                            <a:latin typeface="Cambria Math" panose="02040503050406030204" pitchFamily="18" charset="0"/>
                            <a:ea typeface="Arial"/>
                            <a:cs typeface="Arial"/>
                            <a:sym typeface="Arial"/>
                          </a:rPr>
                          <m:t>𝑀</m:t>
                        </m:r>
                      </m:e>
                      <m:sub>
                        <m:r>
                          <a:rPr lang="en-US" sz="2000" i="1" dirty="0">
                            <a:latin typeface="Cambria Math" panose="02040503050406030204" pitchFamily="18" charset="0"/>
                            <a:ea typeface="Arial"/>
                            <a:cs typeface="Arial"/>
                            <a:sym typeface="Arial"/>
                          </a:rPr>
                          <m:t>00</m:t>
                        </m:r>
                      </m:sub>
                    </m:sSub>
                  </m:oMath>
                </a14:m>
                <a:r>
                  <a:rPr lang="en-US" sz="2000" dirty="0">
                    <a:latin typeface="Atkinson Hyperlegible Next"/>
                    <a:ea typeface="Arial"/>
                    <a:cs typeface="Arial"/>
                    <a:sym typeface="Arial"/>
                  </a:rPr>
                  <a:t> is simply the total sum of white pixels. </a:t>
                </a:r>
                <a14:m>
                  <m:oMath xmlns:m="http://schemas.openxmlformats.org/officeDocument/2006/math">
                    <m:sSub>
                      <m:sSubPr>
                        <m:ctrlPr>
                          <a:rPr lang="en-US" sz="2000" i="1" dirty="0">
                            <a:latin typeface="Cambria Math" panose="02040503050406030204" pitchFamily="18" charset="0"/>
                            <a:ea typeface="Arial"/>
                            <a:cs typeface="Arial"/>
                            <a:sym typeface="Arial"/>
                          </a:rPr>
                        </m:ctrlPr>
                      </m:sSubPr>
                      <m:e>
                        <m:r>
                          <a:rPr lang="en-US" sz="2000" i="1" dirty="0">
                            <a:latin typeface="Cambria Math" panose="02040503050406030204" pitchFamily="18" charset="0"/>
                            <a:ea typeface="Arial"/>
                            <a:cs typeface="Arial"/>
                            <a:sym typeface="Arial"/>
                          </a:rPr>
                          <m:t>𝑀</m:t>
                        </m:r>
                      </m:e>
                      <m:sub>
                        <m:r>
                          <a:rPr lang="en-US" sz="2000" i="1" dirty="0">
                            <a:latin typeface="Cambria Math" panose="02040503050406030204" pitchFamily="18" charset="0"/>
                            <a:ea typeface="Arial"/>
                            <a:cs typeface="Arial"/>
                            <a:sym typeface="Arial"/>
                          </a:rPr>
                          <m:t>00</m:t>
                        </m:r>
                      </m:sub>
                    </m:sSub>
                    <m:r>
                      <a:rPr lang="en-US" sz="2000" b="0" i="1" dirty="0" smtClean="0">
                        <a:latin typeface="Cambria Math" panose="02040503050406030204" pitchFamily="18" charset="0"/>
                        <a:ea typeface="Arial"/>
                        <a:cs typeface="Arial"/>
                        <a:sym typeface="Arial"/>
                      </a:rPr>
                      <m:t>=</m:t>
                    </m:r>
                    <m:r>
                      <m:rPr>
                        <m:sty m:val="p"/>
                      </m:rPr>
                      <a:rPr lang="en-US" sz="2000" b="0" i="1" dirty="0" smtClean="0">
                        <a:latin typeface="Cambria Math" panose="02040503050406030204" pitchFamily="18" charset="0"/>
                        <a:ea typeface="Arial"/>
                        <a:cs typeface="Arial"/>
                        <a:sym typeface="Arial"/>
                      </a:rPr>
                      <m:t>Area</m:t>
                    </m:r>
                    <m:r>
                      <a:rPr lang="en-US" sz="2000" b="0" i="1" dirty="0" smtClean="0">
                        <a:latin typeface="Cambria Math" panose="02040503050406030204" pitchFamily="18" charset="0"/>
                        <a:ea typeface="Arial"/>
                        <a:cs typeface="Arial"/>
                        <a:sym typeface="Arial"/>
                      </a:rPr>
                      <m:t> </m:t>
                    </m:r>
                    <m:r>
                      <m:rPr>
                        <m:sty m:val="p"/>
                      </m:rPr>
                      <a:rPr lang="en-US" sz="2000" b="0" i="1" dirty="0" smtClean="0">
                        <a:latin typeface="Cambria Math" panose="02040503050406030204" pitchFamily="18" charset="0"/>
                        <a:ea typeface="Arial"/>
                        <a:cs typeface="Arial"/>
                        <a:sym typeface="Arial"/>
                      </a:rPr>
                      <m:t>of</m:t>
                    </m:r>
                    <m:r>
                      <a:rPr lang="en-US" sz="2000" b="0" i="1" dirty="0" smtClean="0">
                        <a:latin typeface="Cambria Math" panose="02040503050406030204" pitchFamily="18" charset="0"/>
                        <a:ea typeface="Arial"/>
                        <a:cs typeface="Arial"/>
                        <a:sym typeface="Arial"/>
                      </a:rPr>
                      <m:t> </m:t>
                    </m:r>
                    <m:r>
                      <m:rPr>
                        <m:sty m:val="p"/>
                      </m:rPr>
                      <a:rPr lang="en-US" sz="2000" b="0" i="1" dirty="0" smtClean="0">
                        <a:latin typeface="Cambria Math" panose="02040503050406030204" pitchFamily="18" charset="0"/>
                        <a:ea typeface="Arial"/>
                        <a:cs typeface="Arial"/>
                        <a:sym typeface="Arial"/>
                      </a:rPr>
                      <m:t>the</m:t>
                    </m:r>
                    <m:r>
                      <a:rPr lang="en-US" sz="2000" b="0" i="1" dirty="0" smtClean="0">
                        <a:latin typeface="Cambria Math" panose="02040503050406030204" pitchFamily="18" charset="0"/>
                        <a:ea typeface="Arial"/>
                        <a:cs typeface="Arial"/>
                        <a:sym typeface="Arial"/>
                      </a:rPr>
                      <m:t> </m:t>
                    </m:r>
                    <m:r>
                      <m:rPr>
                        <m:sty m:val="p"/>
                      </m:rPr>
                      <a:rPr lang="en-US" sz="2000" b="0" i="1" dirty="0" smtClean="0">
                        <a:latin typeface="Cambria Math" panose="02040503050406030204" pitchFamily="18" charset="0"/>
                        <a:ea typeface="Arial"/>
                        <a:cs typeface="Arial"/>
                        <a:sym typeface="Arial"/>
                      </a:rPr>
                      <m:t>Blob</m:t>
                    </m:r>
                  </m:oMath>
                </a14:m>
                <a:r>
                  <a:rPr lang="en-US" sz="2000" dirty="0">
                    <a:latin typeface="Atkinson Hyperlegible Next"/>
                    <a:ea typeface="Arial"/>
                    <a:cs typeface="Arial"/>
                    <a:sym typeface="Arial"/>
                  </a:rPr>
                  <a:t>.</a:t>
                </a:r>
              </a:p>
            </p:txBody>
          </p:sp>
        </mc:Choice>
        <mc:Fallback xmlns="">
          <p:sp>
            <p:nvSpPr>
              <p:cNvPr id="118" name="Google Shape;118;p29">
                <a:extLst>
                  <a:ext uri="{FF2B5EF4-FFF2-40B4-BE49-F238E27FC236}">
                    <a16:creationId xmlns:a16="http://schemas.microsoft.com/office/drawing/2014/main" id="{E8A61CA5-8E51-95E1-8492-071964A72525}"/>
                  </a:ext>
                </a:extLst>
              </p:cNvPr>
              <p:cNvSpPr txBox="1">
                <a:spLocks noGrp="1" noRot="1" noChangeAspect="1" noMove="1" noResize="1" noEditPoints="1" noAdjustHandles="1" noChangeArrowheads="1" noChangeShapeType="1" noTextEdit="1"/>
              </p:cNvSpPr>
              <p:nvPr>
                <p:ph type="body" idx="1"/>
              </p:nvPr>
            </p:nvSpPr>
            <p:spPr>
              <a:xfrm>
                <a:off x="376809" y="1334279"/>
                <a:ext cx="11593518" cy="4821102"/>
              </a:xfrm>
              <a:prstGeom prst="rect">
                <a:avLst/>
              </a:prstGeom>
              <a:blipFill>
                <a:blip r:embed="rId3"/>
                <a:stretch>
                  <a:fillRect l="-578" t="-632"/>
                </a:stretch>
              </a:blipFill>
              <a:ln>
                <a:noFill/>
              </a:ln>
            </p:spPr>
            <p:txBody>
              <a:bodyPr/>
              <a:lstStyle/>
              <a:p>
                <a:r>
                  <a:rPr lang="en-US">
                    <a:noFill/>
                  </a:rPr>
                  <a:t> </a:t>
                </a:r>
              </a:p>
            </p:txBody>
          </p:sp>
        </mc:Fallback>
      </mc:AlternateContent>
      <p:sp>
        <p:nvSpPr>
          <p:cNvPr id="119" name="Google Shape;119;p29">
            <a:extLst>
              <a:ext uri="{FF2B5EF4-FFF2-40B4-BE49-F238E27FC236}">
                <a16:creationId xmlns:a16="http://schemas.microsoft.com/office/drawing/2014/main" id="{1DE1CF4A-28B7-D263-9F49-1337C2D1139D}"/>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9D90515D-1860-8C44-D3E5-F37464630AD5}"/>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tkinson Hyperlegible Next"/>
                <a:ea typeface="Arial"/>
                <a:cs typeface="Arial"/>
                <a:sym typeface="Arial"/>
              </a:rPr>
              <a:t>Camera Vision</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C183D7F6-B498-43B3-948B-1728B52AA6E4}">
                <adec:decorative xmlns:adec="http://schemas.microsoft.com/office/drawing/2017/decorative" val="1"/>
              </a:ext>
              <a:ext uri="{FF2B5EF4-FFF2-40B4-BE49-F238E27FC236}">
                <a16:creationId xmlns:a16="http://schemas.microsoft.com/office/drawing/2014/main" id="{6358DBA0-4F5F-A797-6787-6CAFBD076170}"/>
              </a:ext>
            </a:extLst>
          </p:cNvPr>
          <p:cNvPicPr preferRelativeResize="0"/>
          <p:nvPr/>
        </p:nvPicPr>
        <p:blipFill rotWithShape="1">
          <a:blip r:embed="rId4">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C29244F2-7CA8-166B-F5C1-4F35AB3F5F57}"/>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E1B9E5DE-AE46-2F45-EED7-1287D87A1E5B}"/>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B8457993-5AFF-4D30-D1CC-355E5301C7A3}"/>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92C2F0F1-28EC-AB06-F0F2-B1483C7156F9}"/>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9CC67176-3C91-0ACF-CE73-60809F3481E0}"/>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spTree>
    <p:extLst>
      <p:ext uri="{BB962C8B-B14F-4D97-AF65-F5344CB8AC3E}">
        <p14:creationId xmlns:p14="http://schemas.microsoft.com/office/powerpoint/2010/main" val="103862714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18">
                                            <p:txEl>
                                              <p:pRg st="2" end="2"/>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118">
                                            <p:txEl>
                                              <p:pRg st="4" end="4"/>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118">
                                            <p:txEl>
                                              <p:pRg st="5" end="5"/>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118">
                                            <p:txEl>
                                              <p:pRg st="6" end="6"/>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118">
                                            <p:txEl>
                                              <p:pRg st="7" end="7"/>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grpId="0" nodeType="clickEffect">
                                  <p:stCondLst>
                                    <p:cond delay="0"/>
                                  </p:stCondLst>
                                  <p:childTnLst>
                                    <p:set>
                                      <p:cBhvr>
                                        <p:cTn id="26" dur="1" fill="hold">
                                          <p:stCondLst>
                                            <p:cond delay="0"/>
                                          </p:stCondLst>
                                        </p:cTn>
                                        <p:tgtEl>
                                          <p:spTgt spid="118">
                                            <p:txEl>
                                              <p:pRg st="8" end="8"/>
                                            </p:txEl>
                                          </p:spTgt>
                                        </p:tgtEl>
                                        <p:attrNameLst>
                                          <p:attrName>style.visibility</p:attrName>
                                        </p:attrNameLst>
                                      </p:cBhvr>
                                      <p:to>
                                        <p:strVal val="visible"/>
                                      </p:to>
                                    </p:set>
                                  </p:childTnLst>
                                </p:cTn>
                              </p:par>
                            </p:childTnLst>
                          </p:cTn>
                        </p:par>
                      </p:childTnLst>
                    </p:cTn>
                  </p:par>
                  <p:par>
                    <p:cTn id="27" fill="hold">
                      <p:stCondLst>
                        <p:cond delay="indefinite"/>
                      </p:stCondLst>
                      <p:childTnLst>
                        <p:par>
                          <p:cTn id="28" fill="hold">
                            <p:stCondLst>
                              <p:cond delay="0"/>
                            </p:stCondLst>
                            <p:childTnLst>
                              <p:par>
                                <p:cTn id="29" presetID="1" presetClass="entr" presetSubtype="0" fill="hold" grpId="0" nodeType="clickEffect">
                                  <p:stCondLst>
                                    <p:cond delay="0"/>
                                  </p:stCondLst>
                                  <p:childTnLst>
                                    <p:set>
                                      <p:cBhvr>
                                        <p:cTn id="30" dur="1" fill="hold">
                                          <p:stCondLst>
                                            <p:cond delay="0"/>
                                          </p:stCondLst>
                                        </p:cTn>
                                        <p:tgtEl>
                                          <p:spTgt spid="118">
                                            <p:txEl>
                                              <p:pRg st="9" end="9"/>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18" grpId="0" uiExpand="1" build="p"/>
    </p:bldLst>
  </p:timing>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93999390-1254-3F29-8C88-274BD88E6D3E}"/>
            </a:ext>
          </a:extLst>
        </p:cNvPr>
        <p:cNvGrpSpPr/>
        <p:nvPr/>
      </p:nvGrpSpPr>
      <p:grpSpPr>
        <a:xfrm>
          <a:off x="0" y="0"/>
          <a:ext cx="0" cy="0"/>
          <a:chOff x="0" y="0"/>
          <a:chExt cx="0" cy="0"/>
        </a:xfrm>
      </p:grpSpPr>
      <mc:AlternateContent xmlns:mc="http://schemas.openxmlformats.org/markup-compatibility/2006" xmlns:a14="http://schemas.microsoft.com/office/drawing/2010/main">
        <mc:Choice Requires="a14">
          <p:sp>
            <p:nvSpPr>
              <p:cNvPr id="118" name="Google Shape;118;p29">
                <a:extLst>
                  <a:ext uri="{FF2B5EF4-FFF2-40B4-BE49-F238E27FC236}">
                    <a16:creationId xmlns:a16="http://schemas.microsoft.com/office/drawing/2014/main" id="{F484AF18-1653-7582-DAA9-ADDC230031EC}"/>
                  </a:ext>
                </a:extLst>
              </p:cNvPr>
              <p:cNvSpPr txBox="1">
                <a:spLocks noGrp="1"/>
              </p:cNvSpPr>
              <p:nvPr>
                <p:ph type="body" idx="1"/>
              </p:nvPr>
            </p:nvSpPr>
            <p:spPr>
              <a:xfrm>
                <a:off x="376809" y="1334279"/>
                <a:ext cx="11593518" cy="4821102"/>
              </a:xfrm>
              <a:prstGeom prst="rect">
                <a:avLst/>
              </a:prstGeom>
              <a:noFill/>
              <a:ln>
                <a:noFill/>
              </a:ln>
            </p:spPr>
            <p:txBody>
              <a:bodyPr spcFirstLastPara="1" wrap="square" lIns="91425" tIns="45700" rIns="91425" bIns="45700" anchor="t" anchorCtr="0">
                <a:noAutofit/>
              </a:bodyPr>
              <a:lstStyle/>
              <a:p>
                <a:pPr marL="0" indent="0">
                  <a:lnSpc>
                    <a:spcPct val="100000"/>
                  </a:lnSpc>
                  <a:spcBef>
                    <a:spcPts val="0"/>
                  </a:spcBef>
                  <a:buSzPts val="3000"/>
                  <a:buNone/>
                </a:pPr>
                <a:r>
                  <a:rPr lang="en-US" sz="2400" dirty="0">
                    <a:latin typeface="Atkinson Hyperlegible Next"/>
                    <a:ea typeface="Arial"/>
                    <a:cs typeface="Arial"/>
                    <a:sym typeface="Arial"/>
                  </a:rPr>
                  <a:t>To find the center, we need the 1st order moments, </a:t>
                </a:r>
                <a14:m>
                  <m:oMath xmlns:m="http://schemas.openxmlformats.org/officeDocument/2006/math">
                    <m:sSub>
                      <m:sSubPr>
                        <m:ctrlPr>
                          <a:rPr lang="en-US" sz="2400" i="1" dirty="0">
                            <a:latin typeface="Cambria Math" panose="02040503050406030204" pitchFamily="18" charset="0"/>
                            <a:ea typeface="Arial"/>
                            <a:cs typeface="Arial"/>
                            <a:sym typeface="Arial"/>
                          </a:rPr>
                        </m:ctrlPr>
                      </m:sSubPr>
                      <m:e>
                        <m:r>
                          <a:rPr lang="en-US" sz="2400" i="1" dirty="0">
                            <a:latin typeface="Cambria Math" panose="02040503050406030204" pitchFamily="18" charset="0"/>
                            <a:ea typeface="Arial"/>
                            <a:cs typeface="Arial"/>
                            <a:sym typeface="Arial"/>
                          </a:rPr>
                          <m:t>𝑀</m:t>
                        </m:r>
                      </m:e>
                      <m:sub>
                        <m:r>
                          <a:rPr lang="en-US" sz="2400" b="0" i="1" dirty="0" smtClean="0">
                            <a:latin typeface="Cambria Math" panose="02040503050406030204" pitchFamily="18" charset="0"/>
                            <a:ea typeface="Arial"/>
                            <a:cs typeface="Arial"/>
                            <a:sym typeface="Arial"/>
                          </a:rPr>
                          <m:t>10</m:t>
                        </m:r>
                      </m:sub>
                    </m:sSub>
                  </m:oMath>
                </a14:m>
                <a:r>
                  <a:rPr lang="en-US" sz="2400" dirty="0">
                    <a:latin typeface="Atkinson Hyperlegible Next"/>
                    <a:ea typeface="Arial"/>
                    <a:cs typeface="Arial"/>
                    <a:sym typeface="Arial"/>
                  </a:rPr>
                  <a:t> and </a:t>
                </a:r>
                <a14:m>
                  <m:oMath xmlns:m="http://schemas.openxmlformats.org/officeDocument/2006/math">
                    <m:sSub>
                      <m:sSubPr>
                        <m:ctrlPr>
                          <a:rPr lang="en-US" sz="2400" i="1" dirty="0">
                            <a:latin typeface="Cambria Math" panose="02040503050406030204" pitchFamily="18" charset="0"/>
                            <a:ea typeface="Arial"/>
                            <a:cs typeface="Arial"/>
                            <a:sym typeface="Arial"/>
                          </a:rPr>
                        </m:ctrlPr>
                      </m:sSubPr>
                      <m:e>
                        <m:r>
                          <a:rPr lang="en-US" sz="2400" i="1" dirty="0">
                            <a:latin typeface="Cambria Math" panose="02040503050406030204" pitchFamily="18" charset="0"/>
                            <a:ea typeface="Arial"/>
                            <a:cs typeface="Arial"/>
                            <a:sym typeface="Arial"/>
                          </a:rPr>
                          <m:t>𝑀</m:t>
                        </m:r>
                      </m:e>
                      <m:sub>
                        <m:r>
                          <a:rPr lang="en-US" sz="2400" b="0" i="1" dirty="0" smtClean="0">
                            <a:latin typeface="Cambria Math" panose="02040503050406030204" pitchFamily="18" charset="0"/>
                            <a:ea typeface="Arial"/>
                            <a:cs typeface="Arial"/>
                            <a:sym typeface="Arial"/>
                          </a:rPr>
                          <m:t>01</m:t>
                        </m:r>
                      </m:sub>
                    </m:sSub>
                  </m:oMath>
                </a14:m>
                <a:r>
                  <a:rPr lang="en-US" sz="2400" dirty="0">
                    <a:latin typeface="Atkinson Hyperlegible Next"/>
                    <a:ea typeface="Arial"/>
                    <a:cs typeface="Arial"/>
                    <a:sym typeface="Arial"/>
                  </a:rPr>
                  <a:t>.</a:t>
                </a:r>
              </a:p>
              <a:p>
                <a:pPr marL="0" indent="0">
                  <a:lnSpc>
                    <a:spcPct val="100000"/>
                  </a:lnSpc>
                  <a:spcBef>
                    <a:spcPts val="0"/>
                  </a:spcBef>
                  <a:buSzPts val="3000"/>
                  <a:buNone/>
                </a:pPr>
                <a:endParaRPr lang="en-US" sz="2400" dirty="0">
                  <a:latin typeface="Atkinson Hyperlegible Next"/>
                  <a:ea typeface="Arial"/>
                  <a:cs typeface="Arial"/>
                  <a:sym typeface="Arial"/>
                </a:endParaRPr>
              </a:p>
              <a:p>
                <a:pPr marL="0" indent="0">
                  <a:lnSpc>
                    <a:spcPct val="100000"/>
                  </a:lnSpc>
                  <a:spcBef>
                    <a:spcPts val="0"/>
                  </a:spcBef>
                  <a:buSzPts val="3000"/>
                  <a:buNone/>
                </a:pPr>
                <a14:m>
                  <m:oMath xmlns:m="http://schemas.openxmlformats.org/officeDocument/2006/math">
                    <m:sSub>
                      <m:sSubPr>
                        <m:ctrlPr>
                          <a:rPr lang="en-US" sz="2400" i="1" dirty="0" smtClean="0">
                            <a:latin typeface="Cambria Math" panose="02040503050406030204" pitchFamily="18" charset="0"/>
                            <a:ea typeface="Arial"/>
                            <a:cs typeface="Arial"/>
                            <a:sym typeface="Arial"/>
                          </a:rPr>
                        </m:ctrlPr>
                      </m:sSubPr>
                      <m:e>
                        <m:r>
                          <a:rPr lang="en-US" sz="2400" i="1" dirty="0" smtClean="0">
                            <a:latin typeface="Cambria Math" panose="02040503050406030204" pitchFamily="18" charset="0"/>
                            <a:ea typeface="Arial"/>
                            <a:cs typeface="Arial"/>
                            <a:sym typeface="Arial"/>
                          </a:rPr>
                          <m:t>𝑀</m:t>
                        </m:r>
                      </m:e>
                      <m:sub>
                        <m:r>
                          <a:rPr lang="en-US" sz="2400" i="1" dirty="0" smtClean="0">
                            <a:latin typeface="Cambria Math" panose="02040503050406030204" pitchFamily="18" charset="0"/>
                            <a:ea typeface="Arial"/>
                            <a:cs typeface="Arial"/>
                            <a:sym typeface="Arial"/>
                          </a:rPr>
                          <m:t>10</m:t>
                        </m:r>
                      </m:sub>
                    </m:sSub>
                    <m:r>
                      <a:rPr lang="en-US" sz="2400" i="1" dirty="0" smtClean="0">
                        <a:latin typeface="Cambria Math" panose="02040503050406030204" pitchFamily="18" charset="0"/>
                        <a:ea typeface="Arial"/>
                        <a:cs typeface="Arial"/>
                        <a:sym typeface="Arial"/>
                      </a:rPr>
                      <m:t>=</m:t>
                    </m:r>
                    <m:nary>
                      <m:naryPr>
                        <m:chr m:val="∑"/>
                        <m:supHide m:val="on"/>
                        <m:ctrlPr>
                          <a:rPr lang="en-US" sz="2400" i="1" dirty="0" smtClean="0">
                            <a:latin typeface="Cambria Math" panose="02040503050406030204" pitchFamily="18" charset="0"/>
                            <a:ea typeface="Arial"/>
                            <a:cs typeface="Arial"/>
                            <a:sym typeface="Arial"/>
                          </a:rPr>
                        </m:ctrlPr>
                      </m:naryPr>
                      <m:sub>
                        <m:r>
                          <a:rPr lang="en-US" sz="2400" i="1" dirty="0" smtClean="0">
                            <a:latin typeface="Cambria Math" panose="02040503050406030204" pitchFamily="18" charset="0"/>
                            <a:ea typeface="Arial"/>
                            <a:cs typeface="Arial"/>
                            <a:sym typeface="Arial"/>
                          </a:rPr>
                          <m:t>𝑥</m:t>
                        </m:r>
                      </m:sub>
                      <m:sup/>
                      <m:e>
                        <m:nary>
                          <m:naryPr>
                            <m:chr m:val="∑"/>
                            <m:supHide m:val="on"/>
                            <m:ctrlPr>
                              <a:rPr lang="en-US" sz="2400" i="1" dirty="0" smtClean="0">
                                <a:latin typeface="Cambria Math" panose="02040503050406030204" pitchFamily="18" charset="0"/>
                                <a:ea typeface="Arial"/>
                                <a:cs typeface="Arial"/>
                                <a:sym typeface="Arial"/>
                              </a:rPr>
                            </m:ctrlPr>
                          </m:naryPr>
                          <m:sub>
                            <m:r>
                              <a:rPr lang="en-US" sz="2400" i="1" dirty="0" smtClean="0">
                                <a:latin typeface="Cambria Math" panose="02040503050406030204" pitchFamily="18" charset="0"/>
                                <a:ea typeface="Arial"/>
                                <a:cs typeface="Arial"/>
                                <a:sym typeface="Arial"/>
                              </a:rPr>
                              <m:t>𝑦</m:t>
                            </m:r>
                          </m:sub>
                          <m:sup/>
                          <m:e>
                            <m:r>
                              <a:rPr lang="en-US" sz="2400" i="1" dirty="0" smtClean="0">
                                <a:latin typeface="Cambria Math" panose="02040503050406030204" pitchFamily="18" charset="0"/>
                                <a:ea typeface="Arial"/>
                                <a:cs typeface="Arial"/>
                                <a:sym typeface="Arial"/>
                              </a:rPr>
                              <m:t>𝑥</m:t>
                            </m:r>
                          </m:e>
                        </m:nary>
                      </m:e>
                    </m:nary>
                    <m:r>
                      <a:rPr lang="en-US" sz="2400" i="1" dirty="0" smtClean="0">
                        <a:latin typeface="Cambria Math" panose="02040503050406030204" pitchFamily="18" charset="0"/>
                        <a:ea typeface="Arial"/>
                        <a:cs typeface="Arial"/>
                        <a:sym typeface="Arial"/>
                      </a:rPr>
                      <m:t>⋅</m:t>
                    </m:r>
                    <m:r>
                      <a:rPr lang="en-US" sz="2400" i="1" dirty="0" smtClean="0">
                        <a:latin typeface="Cambria Math" panose="02040503050406030204" pitchFamily="18" charset="0"/>
                        <a:ea typeface="Arial"/>
                        <a:cs typeface="Arial"/>
                        <a:sym typeface="Arial"/>
                      </a:rPr>
                      <m:t>𝐼</m:t>
                    </m:r>
                    <m:d>
                      <m:dPr>
                        <m:ctrlPr>
                          <a:rPr lang="en-US" sz="2400" i="1" dirty="0" smtClean="0">
                            <a:latin typeface="Cambria Math" panose="02040503050406030204" pitchFamily="18" charset="0"/>
                            <a:ea typeface="Arial"/>
                            <a:cs typeface="Arial"/>
                            <a:sym typeface="Arial"/>
                          </a:rPr>
                        </m:ctrlPr>
                      </m:dPr>
                      <m:e>
                        <m:r>
                          <a:rPr lang="en-US" sz="2400" i="1" dirty="0" err="1" smtClean="0">
                            <a:latin typeface="Cambria Math" panose="02040503050406030204" pitchFamily="18" charset="0"/>
                            <a:ea typeface="Arial"/>
                            <a:cs typeface="Arial"/>
                            <a:sym typeface="Arial"/>
                          </a:rPr>
                          <m:t>𝑥</m:t>
                        </m:r>
                        <m:r>
                          <a:rPr lang="en-US" sz="2400" i="1" dirty="0" err="1" smtClean="0">
                            <a:latin typeface="Cambria Math" panose="02040503050406030204" pitchFamily="18" charset="0"/>
                            <a:ea typeface="Arial"/>
                            <a:cs typeface="Arial"/>
                            <a:sym typeface="Arial"/>
                          </a:rPr>
                          <m:t>,</m:t>
                        </m:r>
                        <m:r>
                          <a:rPr lang="en-US" sz="2400" i="1" dirty="0" err="1" smtClean="0">
                            <a:latin typeface="Cambria Math" panose="02040503050406030204" pitchFamily="18" charset="0"/>
                            <a:ea typeface="Arial"/>
                            <a:cs typeface="Arial"/>
                            <a:sym typeface="Arial"/>
                          </a:rPr>
                          <m:t>𝑦</m:t>
                        </m:r>
                      </m:e>
                    </m:d>
                  </m:oMath>
                </a14:m>
                <a:r>
                  <a:rPr lang="en-US" sz="2400" dirty="0">
                    <a:latin typeface="Atkinson Hyperlegible Next"/>
                    <a:ea typeface="Arial"/>
                    <a:cs typeface="Arial"/>
                    <a:sym typeface="Arial"/>
                  </a:rPr>
                  <a:t> (This is the sum of all the X-coordinates of the white pixels).</a:t>
                </a:r>
              </a:p>
              <a:p>
                <a:pPr marL="0" indent="0">
                  <a:lnSpc>
                    <a:spcPct val="100000"/>
                  </a:lnSpc>
                  <a:spcBef>
                    <a:spcPts val="0"/>
                  </a:spcBef>
                  <a:buSzPts val="3000"/>
                  <a:buNone/>
                </a:pPr>
                <a14:m>
                  <m:oMath xmlns:m="http://schemas.openxmlformats.org/officeDocument/2006/math">
                    <m:sSub>
                      <m:sSubPr>
                        <m:ctrlPr>
                          <a:rPr lang="en-US" sz="2400" i="1" dirty="0" smtClean="0">
                            <a:latin typeface="Cambria Math" panose="02040503050406030204" pitchFamily="18" charset="0"/>
                            <a:ea typeface="Arial"/>
                            <a:cs typeface="Arial"/>
                            <a:sym typeface="Arial"/>
                          </a:rPr>
                        </m:ctrlPr>
                      </m:sSubPr>
                      <m:e>
                        <m:r>
                          <a:rPr lang="en-US" sz="2400" i="1" dirty="0" smtClean="0">
                            <a:latin typeface="Cambria Math" panose="02040503050406030204" pitchFamily="18" charset="0"/>
                            <a:ea typeface="Arial"/>
                            <a:cs typeface="Arial"/>
                            <a:sym typeface="Arial"/>
                          </a:rPr>
                          <m:t>𝑀</m:t>
                        </m:r>
                      </m:e>
                      <m:sub>
                        <m:r>
                          <a:rPr lang="en-US" sz="2400" i="1" dirty="0" smtClean="0">
                            <a:latin typeface="Cambria Math" panose="02040503050406030204" pitchFamily="18" charset="0"/>
                            <a:ea typeface="Arial"/>
                            <a:cs typeface="Arial"/>
                            <a:sym typeface="Arial"/>
                          </a:rPr>
                          <m:t>01</m:t>
                        </m:r>
                      </m:sub>
                    </m:sSub>
                    <m:r>
                      <a:rPr lang="en-US" sz="2400" i="1" dirty="0" smtClean="0">
                        <a:latin typeface="Cambria Math" panose="02040503050406030204" pitchFamily="18" charset="0"/>
                        <a:ea typeface="Arial"/>
                        <a:cs typeface="Arial"/>
                        <a:sym typeface="Arial"/>
                      </a:rPr>
                      <m:t>=</m:t>
                    </m:r>
                    <m:nary>
                      <m:naryPr>
                        <m:chr m:val="∑"/>
                        <m:supHide m:val="on"/>
                        <m:ctrlPr>
                          <a:rPr lang="en-US" sz="2400" i="1" dirty="0" smtClean="0">
                            <a:latin typeface="Cambria Math" panose="02040503050406030204" pitchFamily="18" charset="0"/>
                            <a:ea typeface="Arial"/>
                            <a:cs typeface="Arial"/>
                            <a:sym typeface="Arial"/>
                          </a:rPr>
                        </m:ctrlPr>
                      </m:naryPr>
                      <m:sub>
                        <m:r>
                          <a:rPr lang="en-US" sz="2400" i="1" dirty="0" smtClean="0">
                            <a:latin typeface="Cambria Math" panose="02040503050406030204" pitchFamily="18" charset="0"/>
                            <a:ea typeface="Arial"/>
                            <a:cs typeface="Arial"/>
                            <a:sym typeface="Arial"/>
                          </a:rPr>
                          <m:t>𝑥</m:t>
                        </m:r>
                      </m:sub>
                      <m:sup/>
                      <m:e>
                        <m:nary>
                          <m:naryPr>
                            <m:chr m:val="∑"/>
                            <m:supHide m:val="on"/>
                            <m:ctrlPr>
                              <a:rPr lang="en-US" sz="2400" i="1" dirty="0" smtClean="0">
                                <a:latin typeface="Cambria Math" panose="02040503050406030204" pitchFamily="18" charset="0"/>
                                <a:ea typeface="Arial"/>
                                <a:cs typeface="Arial"/>
                                <a:sym typeface="Arial"/>
                              </a:rPr>
                            </m:ctrlPr>
                          </m:naryPr>
                          <m:sub>
                            <m:r>
                              <a:rPr lang="en-US" sz="2400" i="1" dirty="0" smtClean="0">
                                <a:latin typeface="Cambria Math" panose="02040503050406030204" pitchFamily="18" charset="0"/>
                                <a:ea typeface="Arial"/>
                                <a:cs typeface="Arial"/>
                                <a:sym typeface="Arial"/>
                              </a:rPr>
                              <m:t>𝑦</m:t>
                            </m:r>
                          </m:sub>
                          <m:sup/>
                          <m:e>
                            <m:r>
                              <a:rPr lang="en-US" sz="2400" i="1" dirty="0" smtClean="0">
                                <a:latin typeface="Cambria Math" panose="02040503050406030204" pitchFamily="18" charset="0"/>
                                <a:ea typeface="Arial"/>
                                <a:cs typeface="Arial"/>
                                <a:sym typeface="Arial"/>
                              </a:rPr>
                              <m:t>𝑦</m:t>
                            </m:r>
                          </m:e>
                        </m:nary>
                      </m:e>
                    </m:nary>
                    <m:r>
                      <a:rPr lang="en-US" sz="2400" i="1" dirty="0" smtClean="0">
                        <a:latin typeface="Cambria Math" panose="02040503050406030204" pitchFamily="18" charset="0"/>
                        <a:ea typeface="Arial"/>
                        <a:cs typeface="Arial"/>
                        <a:sym typeface="Arial"/>
                      </a:rPr>
                      <m:t>⋅</m:t>
                    </m:r>
                    <m:r>
                      <a:rPr lang="en-US" sz="2400" i="1" dirty="0" smtClean="0">
                        <a:latin typeface="Cambria Math" panose="02040503050406030204" pitchFamily="18" charset="0"/>
                        <a:ea typeface="Arial"/>
                        <a:cs typeface="Arial"/>
                        <a:sym typeface="Arial"/>
                      </a:rPr>
                      <m:t>𝐼</m:t>
                    </m:r>
                    <m:d>
                      <m:dPr>
                        <m:ctrlPr>
                          <a:rPr lang="en-US" sz="2400" i="1" dirty="0" smtClean="0">
                            <a:latin typeface="Cambria Math" panose="02040503050406030204" pitchFamily="18" charset="0"/>
                            <a:ea typeface="Arial"/>
                            <a:cs typeface="Arial"/>
                            <a:sym typeface="Arial"/>
                          </a:rPr>
                        </m:ctrlPr>
                      </m:dPr>
                      <m:e>
                        <m:r>
                          <a:rPr lang="en-US" sz="2400" i="1" dirty="0" err="1" smtClean="0">
                            <a:latin typeface="Cambria Math" panose="02040503050406030204" pitchFamily="18" charset="0"/>
                            <a:ea typeface="Arial"/>
                            <a:cs typeface="Arial"/>
                            <a:sym typeface="Arial"/>
                          </a:rPr>
                          <m:t>𝑥</m:t>
                        </m:r>
                        <m:r>
                          <a:rPr lang="en-US" sz="2400" i="1" dirty="0" err="1" smtClean="0">
                            <a:latin typeface="Cambria Math" panose="02040503050406030204" pitchFamily="18" charset="0"/>
                            <a:ea typeface="Arial"/>
                            <a:cs typeface="Arial"/>
                            <a:sym typeface="Arial"/>
                          </a:rPr>
                          <m:t>,</m:t>
                        </m:r>
                        <m:r>
                          <a:rPr lang="en-US" sz="2400" i="1" dirty="0" err="1" smtClean="0">
                            <a:latin typeface="Cambria Math" panose="02040503050406030204" pitchFamily="18" charset="0"/>
                            <a:ea typeface="Arial"/>
                            <a:cs typeface="Arial"/>
                            <a:sym typeface="Arial"/>
                          </a:rPr>
                          <m:t>𝑦</m:t>
                        </m:r>
                      </m:e>
                    </m:d>
                  </m:oMath>
                </a14:m>
                <a:r>
                  <a:rPr lang="en-US" sz="2400" dirty="0">
                    <a:latin typeface="Atkinson Hyperlegible Next"/>
                    <a:ea typeface="Arial"/>
                    <a:cs typeface="Arial"/>
                    <a:sym typeface="Arial"/>
                  </a:rPr>
                  <a:t> (This is the sum of all the Y-coordinates of the white pixels).</a:t>
                </a:r>
              </a:p>
              <a:p>
                <a:pPr marL="0" indent="0">
                  <a:lnSpc>
                    <a:spcPct val="100000"/>
                  </a:lnSpc>
                  <a:spcBef>
                    <a:spcPts val="0"/>
                  </a:spcBef>
                  <a:buSzPts val="3000"/>
                  <a:buNone/>
                </a:pPr>
                <a:endParaRPr lang="en-US" sz="2400" dirty="0">
                  <a:latin typeface="Atkinson Hyperlegible Next"/>
                  <a:ea typeface="Arial"/>
                  <a:cs typeface="Arial"/>
                  <a:sym typeface="Arial"/>
                </a:endParaRPr>
              </a:p>
              <a:p>
                <a:pPr marL="0" indent="0">
                  <a:lnSpc>
                    <a:spcPct val="100000"/>
                  </a:lnSpc>
                  <a:spcBef>
                    <a:spcPts val="0"/>
                  </a:spcBef>
                  <a:buSzPts val="3000"/>
                  <a:buNone/>
                </a:pPr>
                <a:r>
                  <a:rPr lang="en-US" sz="2400" dirty="0">
                    <a:latin typeface="Atkinson Hyperlegible Next"/>
                    <a:ea typeface="Arial"/>
                    <a:cs typeface="Arial"/>
                    <a:sym typeface="Arial"/>
                  </a:rPr>
                  <a:t>These act as our weighted spatial totals. </a:t>
                </a:r>
              </a:p>
              <a:p>
                <a:pPr marL="0" indent="0">
                  <a:lnSpc>
                    <a:spcPct val="100000"/>
                  </a:lnSpc>
                  <a:spcBef>
                    <a:spcPts val="0"/>
                  </a:spcBef>
                  <a:buSzPts val="3000"/>
                  <a:buNone/>
                </a:pPr>
                <a:endParaRPr lang="en-US" sz="2400" dirty="0">
                  <a:latin typeface="Atkinson Hyperlegible Next"/>
                  <a:ea typeface="Arial"/>
                  <a:cs typeface="Arial"/>
                  <a:sym typeface="Arial"/>
                </a:endParaRPr>
              </a:p>
              <a:p>
                <a:pPr marL="0" indent="0">
                  <a:lnSpc>
                    <a:spcPct val="100000"/>
                  </a:lnSpc>
                  <a:spcBef>
                    <a:spcPts val="0"/>
                  </a:spcBef>
                  <a:buSzPts val="3000"/>
                  <a:buNone/>
                </a:pPr>
                <a:r>
                  <a:rPr lang="en-US" sz="2400" dirty="0">
                    <a:latin typeface="Atkinson Hyperlegible Next"/>
                    <a:ea typeface="Arial"/>
                    <a:cs typeface="Arial"/>
                    <a:sym typeface="Arial"/>
                  </a:rPr>
                  <a:t>To find the exact center pixel </a:t>
                </a:r>
                <a14:m>
                  <m:oMath xmlns:m="http://schemas.openxmlformats.org/officeDocument/2006/math">
                    <m:d>
                      <m:dPr>
                        <m:ctrlPr>
                          <a:rPr lang="en-US" sz="2400" i="1" dirty="0" smtClean="0">
                            <a:latin typeface="Cambria Math" panose="02040503050406030204" pitchFamily="18" charset="0"/>
                            <a:ea typeface="Arial"/>
                            <a:cs typeface="Arial"/>
                            <a:sym typeface="Arial"/>
                          </a:rPr>
                        </m:ctrlPr>
                      </m:dPr>
                      <m:e>
                        <m:acc>
                          <m:accPr>
                            <m:chr m:val="̅"/>
                            <m:ctrlPr>
                              <a:rPr lang="en-US" sz="2400" i="1" dirty="0" smtClean="0">
                                <a:latin typeface="Cambria Math" panose="02040503050406030204" pitchFamily="18" charset="0"/>
                                <a:ea typeface="Arial"/>
                                <a:cs typeface="Arial"/>
                                <a:sym typeface="Arial"/>
                              </a:rPr>
                            </m:ctrlPr>
                          </m:accPr>
                          <m:e>
                            <m:r>
                              <a:rPr lang="en-US" sz="2400" i="1" dirty="0" smtClean="0">
                                <a:latin typeface="Cambria Math" panose="02040503050406030204" pitchFamily="18" charset="0"/>
                                <a:ea typeface="Arial"/>
                                <a:cs typeface="Arial"/>
                                <a:sym typeface="Arial"/>
                              </a:rPr>
                              <m:t>𝑥</m:t>
                            </m:r>
                          </m:e>
                        </m:acc>
                        <m:r>
                          <a:rPr lang="en-US" sz="2400" i="1" dirty="0" smtClean="0">
                            <a:latin typeface="Cambria Math" panose="02040503050406030204" pitchFamily="18" charset="0"/>
                            <a:ea typeface="Arial"/>
                            <a:cs typeface="Arial"/>
                            <a:sym typeface="Arial"/>
                          </a:rPr>
                          <m:t>,</m:t>
                        </m:r>
                        <m:acc>
                          <m:accPr>
                            <m:chr m:val="̅"/>
                            <m:ctrlPr>
                              <a:rPr lang="en-US" sz="2400" i="1" dirty="0" smtClean="0">
                                <a:latin typeface="Cambria Math" panose="02040503050406030204" pitchFamily="18" charset="0"/>
                                <a:ea typeface="Arial"/>
                                <a:cs typeface="Arial"/>
                                <a:sym typeface="Arial"/>
                              </a:rPr>
                            </m:ctrlPr>
                          </m:accPr>
                          <m:e>
                            <m:r>
                              <a:rPr lang="en-US" sz="2400" i="1" dirty="0" smtClean="0">
                                <a:latin typeface="Cambria Math" panose="02040503050406030204" pitchFamily="18" charset="0"/>
                                <a:ea typeface="Arial"/>
                                <a:cs typeface="Arial"/>
                                <a:sym typeface="Arial"/>
                              </a:rPr>
                              <m:t>𝑦</m:t>
                            </m:r>
                          </m:e>
                        </m:acc>
                      </m:e>
                    </m:d>
                  </m:oMath>
                </a14:m>
                <a:r>
                  <a:rPr lang="en-US" sz="2400" dirty="0">
                    <a:latin typeface="Atkinson Hyperlegible Next"/>
                    <a:ea typeface="Arial"/>
                    <a:cs typeface="Arial"/>
                    <a:sym typeface="Arial"/>
                  </a:rPr>
                  <a:t>, we divide the spatial totals by the total area.</a:t>
                </a:r>
              </a:p>
              <a:p>
                <a:pPr marL="0" indent="0">
                  <a:lnSpc>
                    <a:spcPct val="100000"/>
                  </a:lnSpc>
                  <a:spcBef>
                    <a:spcPts val="0"/>
                  </a:spcBef>
                  <a:buSzPts val="3000"/>
                  <a:buNone/>
                </a:pPr>
                <a:endParaRPr lang="en-US" sz="2400" dirty="0">
                  <a:latin typeface="Atkinson Hyperlegible Next"/>
                  <a:ea typeface="Arial"/>
                  <a:cs typeface="Arial"/>
                  <a:sym typeface="Arial"/>
                </a:endParaRPr>
              </a:p>
              <a:p>
                <a:pPr marL="0" indent="0">
                  <a:lnSpc>
                    <a:spcPct val="100000"/>
                  </a:lnSpc>
                  <a:spcBef>
                    <a:spcPts val="0"/>
                  </a:spcBef>
                  <a:buSzPts val="3000"/>
                  <a:buNone/>
                </a:pPr>
                <a14:m>
                  <m:oMathPara xmlns:m="http://schemas.openxmlformats.org/officeDocument/2006/math">
                    <m:oMathParaPr>
                      <m:jc m:val="centerGroup"/>
                    </m:oMathParaPr>
                    <m:oMath xmlns:m="http://schemas.openxmlformats.org/officeDocument/2006/math">
                      <m:acc>
                        <m:accPr>
                          <m:chr m:val="̅"/>
                          <m:ctrlPr>
                            <a:rPr lang="en-US" sz="2400" i="1" dirty="0" smtClean="0">
                              <a:latin typeface="Cambria Math" panose="02040503050406030204" pitchFamily="18" charset="0"/>
                              <a:ea typeface="Arial"/>
                              <a:cs typeface="Arial"/>
                              <a:sym typeface="Arial"/>
                            </a:rPr>
                          </m:ctrlPr>
                        </m:accPr>
                        <m:e>
                          <m:r>
                            <a:rPr lang="en-US" sz="2400" i="1" dirty="0" smtClean="0">
                              <a:latin typeface="Cambria Math" panose="02040503050406030204" pitchFamily="18" charset="0"/>
                              <a:ea typeface="Arial"/>
                              <a:cs typeface="Arial"/>
                              <a:sym typeface="Arial"/>
                            </a:rPr>
                            <m:t>𝑥</m:t>
                          </m:r>
                        </m:e>
                      </m:acc>
                      <m:r>
                        <a:rPr lang="en-US" sz="2400" i="1" dirty="0" smtClean="0">
                          <a:latin typeface="Cambria Math" panose="02040503050406030204" pitchFamily="18" charset="0"/>
                          <a:ea typeface="Arial"/>
                          <a:cs typeface="Arial"/>
                          <a:sym typeface="Arial"/>
                        </a:rPr>
                        <m:t>=</m:t>
                      </m:r>
                      <m:f>
                        <m:fPr>
                          <m:ctrlPr>
                            <a:rPr lang="en-US" sz="2400" i="1" dirty="0" smtClean="0">
                              <a:latin typeface="Cambria Math" panose="02040503050406030204" pitchFamily="18" charset="0"/>
                              <a:ea typeface="Arial"/>
                              <a:cs typeface="Arial"/>
                              <a:sym typeface="Arial"/>
                            </a:rPr>
                          </m:ctrlPr>
                        </m:fPr>
                        <m:num>
                          <m:sSub>
                            <m:sSubPr>
                              <m:ctrlPr>
                                <a:rPr lang="en-US" sz="2400" i="1" dirty="0" smtClean="0">
                                  <a:latin typeface="Cambria Math" panose="02040503050406030204" pitchFamily="18" charset="0"/>
                                  <a:ea typeface="Arial"/>
                                  <a:cs typeface="Arial"/>
                                  <a:sym typeface="Arial"/>
                                </a:rPr>
                              </m:ctrlPr>
                            </m:sSubPr>
                            <m:e>
                              <m:r>
                                <a:rPr lang="en-US" sz="2400" i="1" dirty="0" smtClean="0">
                                  <a:latin typeface="Cambria Math" panose="02040503050406030204" pitchFamily="18" charset="0"/>
                                  <a:ea typeface="Arial"/>
                                  <a:cs typeface="Arial"/>
                                  <a:sym typeface="Arial"/>
                                </a:rPr>
                                <m:t>𝑀</m:t>
                              </m:r>
                            </m:e>
                            <m:sub>
                              <m:r>
                                <a:rPr lang="en-US" sz="2400" i="1" dirty="0" smtClean="0">
                                  <a:latin typeface="Cambria Math" panose="02040503050406030204" pitchFamily="18" charset="0"/>
                                  <a:ea typeface="Arial"/>
                                  <a:cs typeface="Arial"/>
                                  <a:sym typeface="Arial"/>
                                </a:rPr>
                                <m:t>10</m:t>
                              </m:r>
                            </m:sub>
                          </m:sSub>
                        </m:num>
                        <m:den>
                          <m:sSub>
                            <m:sSubPr>
                              <m:ctrlPr>
                                <a:rPr lang="en-US" sz="2400" i="1" dirty="0" smtClean="0">
                                  <a:latin typeface="Cambria Math" panose="02040503050406030204" pitchFamily="18" charset="0"/>
                                  <a:ea typeface="Arial"/>
                                  <a:cs typeface="Arial"/>
                                  <a:sym typeface="Arial"/>
                                </a:rPr>
                              </m:ctrlPr>
                            </m:sSubPr>
                            <m:e>
                              <m:r>
                                <a:rPr lang="en-US" sz="2400" i="1" dirty="0" smtClean="0">
                                  <a:latin typeface="Cambria Math" panose="02040503050406030204" pitchFamily="18" charset="0"/>
                                  <a:ea typeface="Arial"/>
                                  <a:cs typeface="Arial"/>
                                  <a:sym typeface="Arial"/>
                                </a:rPr>
                                <m:t>𝑀</m:t>
                              </m:r>
                            </m:e>
                            <m:sub>
                              <m:r>
                                <a:rPr lang="en-US" sz="2400" i="1" dirty="0" smtClean="0">
                                  <a:latin typeface="Cambria Math" panose="02040503050406030204" pitchFamily="18" charset="0"/>
                                  <a:ea typeface="Arial"/>
                                  <a:cs typeface="Arial"/>
                                  <a:sym typeface="Arial"/>
                                </a:rPr>
                                <m:t>00</m:t>
                              </m:r>
                            </m:sub>
                          </m:sSub>
                        </m:den>
                      </m:f>
                      <m:r>
                        <a:rPr lang="en-US" sz="2400" b="0" i="1" dirty="0" smtClean="0">
                          <a:latin typeface="Cambria Math" panose="02040503050406030204" pitchFamily="18" charset="0"/>
                          <a:ea typeface="Arial"/>
                          <a:cs typeface="Arial"/>
                          <a:sym typeface="Arial"/>
                        </a:rPr>
                        <m:t>,  </m:t>
                      </m:r>
                      <m:acc>
                        <m:accPr>
                          <m:chr m:val="̅"/>
                          <m:ctrlPr>
                            <a:rPr lang="en-US" sz="2400" i="1" dirty="0">
                              <a:latin typeface="Cambria Math" panose="02040503050406030204" pitchFamily="18" charset="0"/>
                              <a:ea typeface="Arial"/>
                              <a:cs typeface="Arial"/>
                              <a:sym typeface="Arial"/>
                            </a:rPr>
                          </m:ctrlPr>
                        </m:accPr>
                        <m:e>
                          <m:r>
                            <a:rPr lang="en-US" sz="2400" i="1" dirty="0">
                              <a:latin typeface="Cambria Math" panose="02040503050406030204" pitchFamily="18" charset="0"/>
                              <a:ea typeface="Arial"/>
                              <a:cs typeface="Arial"/>
                              <a:sym typeface="Arial"/>
                            </a:rPr>
                            <m:t>𝑦</m:t>
                          </m:r>
                        </m:e>
                      </m:acc>
                      <m:r>
                        <a:rPr lang="en-US" sz="2400" i="1" dirty="0">
                          <a:latin typeface="Cambria Math" panose="02040503050406030204" pitchFamily="18" charset="0"/>
                          <a:ea typeface="Arial"/>
                          <a:cs typeface="Arial"/>
                          <a:sym typeface="Arial"/>
                        </a:rPr>
                        <m:t>=</m:t>
                      </m:r>
                      <m:f>
                        <m:fPr>
                          <m:ctrlPr>
                            <a:rPr lang="en-US" sz="2400" i="1" dirty="0">
                              <a:latin typeface="Cambria Math" panose="02040503050406030204" pitchFamily="18" charset="0"/>
                              <a:ea typeface="Arial"/>
                              <a:cs typeface="Arial"/>
                              <a:sym typeface="Arial"/>
                            </a:rPr>
                          </m:ctrlPr>
                        </m:fPr>
                        <m:num>
                          <m:sSub>
                            <m:sSubPr>
                              <m:ctrlPr>
                                <a:rPr lang="en-US" sz="2400" i="1" dirty="0">
                                  <a:latin typeface="Cambria Math" panose="02040503050406030204" pitchFamily="18" charset="0"/>
                                  <a:ea typeface="Arial"/>
                                  <a:cs typeface="Arial"/>
                                  <a:sym typeface="Arial"/>
                                </a:rPr>
                              </m:ctrlPr>
                            </m:sSubPr>
                            <m:e>
                              <m:r>
                                <a:rPr lang="en-US" sz="2400" i="1" dirty="0">
                                  <a:latin typeface="Cambria Math" panose="02040503050406030204" pitchFamily="18" charset="0"/>
                                  <a:ea typeface="Arial"/>
                                  <a:cs typeface="Arial"/>
                                  <a:sym typeface="Arial"/>
                                </a:rPr>
                                <m:t>𝑀</m:t>
                              </m:r>
                            </m:e>
                            <m:sub>
                              <m:r>
                                <a:rPr lang="en-US" sz="2400" i="1" dirty="0">
                                  <a:latin typeface="Cambria Math" panose="02040503050406030204" pitchFamily="18" charset="0"/>
                                  <a:ea typeface="Arial"/>
                                  <a:cs typeface="Arial"/>
                                  <a:sym typeface="Arial"/>
                                </a:rPr>
                                <m:t>01</m:t>
                              </m:r>
                            </m:sub>
                          </m:sSub>
                        </m:num>
                        <m:den>
                          <m:sSub>
                            <m:sSubPr>
                              <m:ctrlPr>
                                <a:rPr lang="en-US" sz="2400" i="1" dirty="0">
                                  <a:latin typeface="Cambria Math" panose="02040503050406030204" pitchFamily="18" charset="0"/>
                                  <a:ea typeface="Arial"/>
                                  <a:cs typeface="Arial"/>
                                  <a:sym typeface="Arial"/>
                                </a:rPr>
                              </m:ctrlPr>
                            </m:sSubPr>
                            <m:e>
                              <m:r>
                                <a:rPr lang="en-US" sz="2400" i="1" dirty="0">
                                  <a:latin typeface="Cambria Math" panose="02040503050406030204" pitchFamily="18" charset="0"/>
                                  <a:ea typeface="Arial"/>
                                  <a:cs typeface="Arial"/>
                                  <a:sym typeface="Arial"/>
                                </a:rPr>
                                <m:t>𝑀</m:t>
                              </m:r>
                            </m:e>
                            <m:sub>
                              <m:r>
                                <a:rPr lang="en-US" sz="2400" i="1" dirty="0">
                                  <a:latin typeface="Cambria Math" panose="02040503050406030204" pitchFamily="18" charset="0"/>
                                  <a:ea typeface="Arial"/>
                                  <a:cs typeface="Arial"/>
                                  <a:sym typeface="Arial"/>
                                </a:rPr>
                                <m:t>00</m:t>
                              </m:r>
                            </m:sub>
                          </m:sSub>
                        </m:den>
                      </m:f>
                    </m:oMath>
                  </m:oMathPara>
                </a14:m>
                <a:endParaRPr lang="en-US" sz="2400" dirty="0">
                  <a:latin typeface="Atkinson Hyperlegible Next"/>
                  <a:ea typeface="Arial"/>
                  <a:cs typeface="Arial"/>
                  <a:sym typeface="Arial"/>
                </a:endParaRPr>
              </a:p>
              <a:p>
                <a:pPr marL="0" indent="0">
                  <a:lnSpc>
                    <a:spcPct val="100000"/>
                  </a:lnSpc>
                  <a:spcBef>
                    <a:spcPts val="0"/>
                  </a:spcBef>
                  <a:buSzPts val="3000"/>
                  <a:buNone/>
                </a:pPr>
                <a:endParaRPr lang="en-US" sz="2400" dirty="0">
                  <a:latin typeface="Atkinson Hyperlegible Next"/>
                  <a:ea typeface="Arial"/>
                  <a:cs typeface="Arial"/>
                  <a:sym typeface="Arial"/>
                </a:endParaRPr>
              </a:p>
            </p:txBody>
          </p:sp>
        </mc:Choice>
        <mc:Fallback xmlns="">
          <p:sp>
            <p:nvSpPr>
              <p:cNvPr id="118" name="Google Shape;118;p29">
                <a:extLst>
                  <a:ext uri="{FF2B5EF4-FFF2-40B4-BE49-F238E27FC236}">
                    <a16:creationId xmlns:a16="http://schemas.microsoft.com/office/drawing/2014/main" id="{F484AF18-1653-7582-DAA9-ADDC230031EC}"/>
                  </a:ext>
                </a:extLst>
              </p:cNvPr>
              <p:cNvSpPr txBox="1">
                <a:spLocks noGrp="1" noRot="1" noChangeAspect="1" noMove="1" noResize="1" noEditPoints="1" noAdjustHandles="1" noChangeArrowheads="1" noChangeShapeType="1" noTextEdit="1"/>
              </p:cNvSpPr>
              <p:nvPr>
                <p:ph type="body" idx="1"/>
              </p:nvPr>
            </p:nvSpPr>
            <p:spPr>
              <a:xfrm>
                <a:off x="376809" y="1334279"/>
                <a:ext cx="11593518" cy="4821102"/>
              </a:xfrm>
              <a:prstGeom prst="rect">
                <a:avLst/>
              </a:prstGeom>
              <a:blipFill>
                <a:blip r:embed="rId3"/>
                <a:stretch>
                  <a:fillRect l="-841" t="-885"/>
                </a:stretch>
              </a:blipFill>
              <a:ln>
                <a:noFill/>
              </a:ln>
            </p:spPr>
            <p:txBody>
              <a:bodyPr/>
              <a:lstStyle/>
              <a:p>
                <a:r>
                  <a:rPr lang="en-US">
                    <a:noFill/>
                  </a:rPr>
                  <a:t> </a:t>
                </a:r>
              </a:p>
            </p:txBody>
          </p:sp>
        </mc:Fallback>
      </mc:AlternateContent>
      <p:sp>
        <p:nvSpPr>
          <p:cNvPr id="119" name="Google Shape;119;p29">
            <a:extLst>
              <a:ext uri="{FF2B5EF4-FFF2-40B4-BE49-F238E27FC236}">
                <a16:creationId xmlns:a16="http://schemas.microsoft.com/office/drawing/2014/main" id="{7E6AF6E5-C186-0008-21B9-C4755A324996}"/>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097C9715-292A-263E-6E4C-06C829E5492C}"/>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tkinson Hyperlegible Next"/>
                <a:ea typeface="Arial"/>
                <a:cs typeface="Arial"/>
                <a:sym typeface="Arial"/>
              </a:rPr>
              <a:t>Camera Vision</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C183D7F6-B498-43B3-948B-1728B52AA6E4}">
                <adec:decorative xmlns:adec="http://schemas.microsoft.com/office/drawing/2017/decorative" val="1"/>
              </a:ext>
              <a:ext uri="{FF2B5EF4-FFF2-40B4-BE49-F238E27FC236}">
                <a16:creationId xmlns:a16="http://schemas.microsoft.com/office/drawing/2014/main" id="{56EE2203-E8AE-5F68-B52F-A0C0D33C4A63}"/>
              </a:ext>
            </a:extLst>
          </p:cNvPr>
          <p:cNvPicPr preferRelativeResize="0"/>
          <p:nvPr/>
        </p:nvPicPr>
        <p:blipFill rotWithShape="1">
          <a:blip r:embed="rId4">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45C44378-F085-62C5-18F4-D271A722B08A}"/>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238F780A-83CE-7929-4DB9-957AF6B7B168}"/>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78F39A78-F1B2-A8AF-2EEE-3F86690D6A3D}"/>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AA5FAD2A-EE93-A0D8-6A37-10C41B0D04B1}"/>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8B7CDD45-7A86-1605-D56A-2D02B4A197FC}"/>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spTree>
    <p:extLst>
      <p:ext uri="{BB962C8B-B14F-4D97-AF65-F5344CB8AC3E}">
        <p14:creationId xmlns:p14="http://schemas.microsoft.com/office/powerpoint/2010/main" val="1448712595"/>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18">
                                            <p:txEl>
                                              <p:pRg st="2" end="2"/>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118">
                                            <p:txEl>
                                              <p:pRg st="3" end="3"/>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118">
                                            <p:txEl>
                                              <p:pRg st="5" end="5"/>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118">
                                            <p:txEl>
                                              <p:pRg st="7" end="7"/>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118">
                                            <p:txEl>
                                              <p:pRg st="9" end="9"/>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18" grpId="0" uiExpand="1" build="p"/>
    </p:bldLst>
  </p:timing>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C94E4742-1C25-FBBC-11E9-9A0692A69657}"/>
            </a:ext>
          </a:extLst>
        </p:cNvPr>
        <p:cNvGrpSpPr/>
        <p:nvPr/>
      </p:nvGrpSpPr>
      <p:grpSpPr>
        <a:xfrm>
          <a:off x="0" y="0"/>
          <a:ext cx="0" cy="0"/>
          <a:chOff x="0" y="0"/>
          <a:chExt cx="0" cy="0"/>
        </a:xfrm>
      </p:grpSpPr>
      <mc:AlternateContent xmlns:mc="http://schemas.openxmlformats.org/markup-compatibility/2006" xmlns:a14="http://schemas.microsoft.com/office/drawing/2010/main">
        <mc:Choice Requires="a14">
          <p:sp>
            <p:nvSpPr>
              <p:cNvPr id="118" name="Google Shape;118;p29">
                <a:extLst>
                  <a:ext uri="{FF2B5EF4-FFF2-40B4-BE49-F238E27FC236}">
                    <a16:creationId xmlns:a16="http://schemas.microsoft.com/office/drawing/2014/main" id="{8A19ADA2-69FD-0496-DC38-CC3E2EB7DDAB}"/>
                  </a:ext>
                </a:extLst>
              </p:cNvPr>
              <p:cNvSpPr txBox="1">
                <a:spLocks noGrp="1"/>
              </p:cNvSpPr>
              <p:nvPr>
                <p:ph type="body" idx="1"/>
              </p:nvPr>
            </p:nvSpPr>
            <p:spPr>
              <a:xfrm>
                <a:off x="376809" y="1334279"/>
                <a:ext cx="11593518" cy="4821102"/>
              </a:xfrm>
              <a:prstGeom prst="rect">
                <a:avLst/>
              </a:prstGeom>
              <a:noFill/>
              <a:ln>
                <a:noFill/>
              </a:ln>
            </p:spPr>
            <p:txBody>
              <a:bodyPr spcFirstLastPara="1" wrap="square" lIns="91425" tIns="45700" rIns="91425" bIns="45700" anchor="t" anchorCtr="0">
                <a:noAutofit/>
              </a:bodyPr>
              <a:lstStyle/>
              <a:p>
                <a:pPr marL="0" indent="0">
                  <a:lnSpc>
                    <a:spcPct val="100000"/>
                  </a:lnSpc>
                  <a:spcBef>
                    <a:spcPts val="0"/>
                  </a:spcBef>
                  <a:buSzPts val="3000"/>
                  <a:buNone/>
                </a:pPr>
                <a:r>
                  <a:rPr lang="en-US" sz="2400" dirty="0">
                    <a:latin typeface="Atkinson Hyperlegible Next"/>
                    <a:ea typeface="Arial"/>
                    <a:cs typeface="Arial"/>
                    <a:sym typeface="Arial"/>
                  </a:rPr>
                  <a:t>Now we have </a:t>
                </a:r>
                <a14:m>
                  <m:oMath xmlns:m="http://schemas.openxmlformats.org/officeDocument/2006/math">
                    <m:d>
                      <m:dPr>
                        <m:ctrlPr>
                          <a:rPr lang="en-US" sz="2400" i="1" dirty="0" smtClean="0">
                            <a:latin typeface="Cambria Math" panose="02040503050406030204" pitchFamily="18" charset="0"/>
                            <a:ea typeface="Arial"/>
                            <a:cs typeface="Arial"/>
                            <a:sym typeface="Arial"/>
                          </a:rPr>
                        </m:ctrlPr>
                      </m:dPr>
                      <m:e>
                        <m:acc>
                          <m:accPr>
                            <m:chr m:val="̅"/>
                            <m:ctrlPr>
                              <a:rPr lang="en-US" sz="2400" i="1" dirty="0" smtClean="0">
                                <a:latin typeface="Cambria Math" panose="02040503050406030204" pitchFamily="18" charset="0"/>
                                <a:ea typeface="Arial"/>
                                <a:cs typeface="Arial"/>
                                <a:sym typeface="Arial"/>
                              </a:rPr>
                            </m:ctrlPr>
                          </m:accPr>
                          <m:e>
                            <m:r>
                              <a:rPr lang="en-US" sz="2400" i="1" dirty="0" smtClean="0">
                                <a:latin typeface="Cambria Math" panose="02040503050406030204" pitchFamily="18" charset="0"/>
                                <a:ea typeface="Arial"/>
                                <a:cs typeface="Arial"/>
                                <a:sym typeface="Arial"/>
                              </a:rPr>
                              <m:t>𝑥</m:t>
                            </m:r>
                          </m:e>
                        </m:acc>
                        <m:r>
                          <a:rPr lang="en-US" sz="2400" i="1" dirty="0" smtClean="0">
                            <a:latin typeface="Cambria Math" panose="02040503050406030204" pitchFamily="18" charset="0"/>
                            <a:ea typeface="Arial"/>
                            <a:cs typeface="Arial"/>
                            <a:sym typeface="Arial"/>
                          </a:rPr>
                          <m:t>,</m:t>
                        </m:r>
                        <m:acc>
                          <m:accPr>
                            <m:chr m:val="̅"/>
                            <m:ctrlPr>
                              <a:rPr lang="en-US" sz="2400" i="1" dirty="0" smtClean="0">
                                <a:latin typeface="Cambria Math" panose="02040503050406030204" pitchFamily="18" charset="0"/>
                                <a:ea typeface="Arial"/>
                                <a:cs typeface="Arial"/>
                                <a:sym typeface="Arial"/>
                              </a:rPr>
                            </m:ctrlPr>
                          </m:accPr>
                          <m:e>
                            <m:r>
                              <a:rPr lang="en-US" sz="2400" i="1" dirty="0" smtClean="0">
                                <a:latin typeface="Cambria Math" panose="02040503050406030204" pitchFamily="18" charset="0"/>
                                <a:ea typeface="Arial"/>
                                <a:cs typeface="Arial"/>
                                <a:sym typeface="Arial"/>
                              </a:rPr>
                              <m:t>𝑦</m:t>
                            </m:r>
                          </m:e>
                        </m:acc>
                      </m:e>
                    </m:d>
                  </m:oMath>
                </a14:m>
                <a:r>
                  <a:rPr lang="en-US" sz="2400" dirty="0">
                    <a:latin typeface="Atkinson Hyperlegible Next"/>
                    <a:ea typeface="Arial"/>
                    <a:cs typeface="Arial"/>
                    <a:sym typeface="Arial"/>
                  </a:rPr>
                  <a:t>. </a:t>
                </a:r>
              </a:p>
              <a:p>
                <a:pPr marL="0" indent="0">
                  <a:lnSpc>
                    <a:spcPct val="100000"/>
                  </a:lnSpc>
                  <a:spcBef>
                    <a:spcPts val="0"/>
                  </a:spcBef>
                  <a:buSzPts val="3000"/>
                  <a:buNone/>
                </a:pPr>
                <a:endParaRPr lang="en-US" sz="2400" dirty="0">
                  <a:latin typeface="Atkinson Hyperlegible Next"/>
                  <a:ea typeface="Arial"/>
                  <a:cs typeface="Arial"/>
                  <a:sym typeface="Arial"/>
                </a:endParaRPr>
              </a:p>
              <a:p>
                <a:pPr marL="0" indent="0">
                  <a:lnSpc>
                    <a:spcPct val="100000"/>
                  </a:lnSpc>
                  <a:spcBef>
                    <a:spcPts val="0"/>
                  </a:spcBef>
                  <a:buSzPts val="3000"/>
                  <a:buNone/>
                </a:pPr>
                <a:r>
                  <a:rPr lang="en-US" sz="2400" dirty="0">
                    <a:latin typeface="Atkinson Hyperlegible Next"/>
                    <a:ea typeface="Arial"/>
                    <a:cs typeface="Arial"/>
                    <a:sym typeface="Arial"/>
                  </a:rPr>
                  <a:t>Let's say the image is </a:t>
                </a:r>
                <a14:m>
                  <m:oMath xmlns:m="http://schemas.openxmlformats.org/officeDocument/2006/math">
                    <m:r>
                      <a:rPr lang="en-US" sz="2400" i="1" dirty="0" smtClean="0">
                        <a:latin typeface="Cambria Math" panose="02040503050406030204" pitchFamily="18" charset="0"/>
                        <a:ea typeface="Arial"/>
                        <a:cs typeface="Arial"/>
                        <a:sym typeface="Arial"/>
                      </a:rPr>
                      <m:t>640 ×480</m:t>
                    </m:r>
                  </m:oMath>
                </a14:m>
                <a:r>
                  <a:rPr lang="en-US" sz="2400" dirty="0">
                    <a:latin typeface="Atkinson Hyperlegible Next"/>
                    <a:ea typeface="Arial"/>
                    <a:cs typeface="Arial"/>
                    <a:sym typeface="Arial"/>
                  </a:rPr>
                  <a:t> pixels.</a:t>
                </a:r>
              </a:p>
              <a:p>
                <a:pPr marL="0" indent="0">
                  <a:lnSpc>
                    <a:spcPct val="100000"/>
                  </a:lnSpc>
                  <a:spcBef>
                    <a:spcPts val="0"/>
                  </a:spcBef>
                  <a:buSzPts val="3000"/>
                  <a:buNone/>
                </a:pPr>
                <a:endParaRPr lang="en-US" sz="2400" dirty="0">
                  <a:latin typeface="Atkinson Hyperlegible Next"/>
                  <a:ea typeface="Arial"/>
                  <a:cs typeface="Arial"/>
                  <a:sym typeface="Arial"/>
                </a:endParaRPr>
              </a:p>
              <a:p>
                <a:pPr marL="0" indent="0">
                  <a:lnSpc>
                    <a:spcPct val="100000"/>
                  </a:lnSpc>
                  <a:spcBef>
                    <a:spcPts val="0"/>
                  </a:spcBef>
                  <a:buSzPts val="3000"/>
                  <a:buNone/>
                </a:pPr>
                <a:r>
                  <a:rPr lang="en-US" sz="2400" dirty="0">
                    <a:latin typeface="Atkinson Hyperlegible Next"/>
                    <a:ea typeface="Arial"/>
                    <a:cs typeface="Arial"/>
                    <a:sym typeface="Arial"/>
                  </a:rPr>
                  <a:t>The center of the camera is </a:t>
                </a:r>
                <a14:m>
                  <m:oMath xmlns:m="http://schemas.openxmlformats.org/officeDocument/2006/math">
                    <m:d>
                      <m:dPr>
                        <m:ctrlPr>
                          <a:rPr lang="en-US" sz="2400" i="1" dirty="0" smtClean="0">
                            <a:latin typeface="Cambria Math" panose="02040503050406030204" pitchFamily="18" charset="0"/>
                            <a:ea typeface="Arial"/>
                            <a:cs typeface="Arial"/>
                            <a:sym typeface="Arial"/>
                          </a:rPr>
                        </m:ctrlPr>
                      </m:dPr>
                      <m:e>
                        <m:r>
                          <a:rPr lang="en-US" sz="2400" i="1" dirty="0" smtClean="0">
                            <a:latin typeface="Cambria Math" panose="02040503050406030204" pitchFamily="18" charset="0"/>
                            <a:ea typeface="Arial"/>
                            <a:cs typeface="Arial"/>
                            <a:sym typeface="Arial"/>
                          </a:rPr>
                          <m:t>320,240</m:t>
                        </m:r>
                      </m:e>
                    </m:d>
                  </m:oMath>
                </a14:m>
                <a:r>
                  <a:rPr lang="en-US" sz="2400" dirty="0">
                    <a:latin typeface="Atkinson Hyperlegible Next"/>
                    <a:ea typeface="Arial"/>
                    <a:cs typeface="Arial"/>
                    <a:sym typeface="Arial"/>
                  </a:rPr>
                  <a:t>.</a:t>
                </a:r>
              </a:p>
              <a:p>
                <a:pPr marL="0" indent="0">
                  <a:lnSpc>
                    <a:spcPct val="100000"/>
                  </a:lnSpc>
                  <a:spcBef>
                    <a:spcPts val="0"/>
                  </a:spcBef>
                  <a:buSzPts val="3000"/>
                  <a:buNone/>
                </a:pPr>
                <a:endParaRPr lang="en-US" sz="2400" dirty="0">
                  <a:latin typeface="Atkinson Hyperlegible Next"/>
                  <a:ea typeface="Arial"/>
                  <a:cs typeface="Arial"/>
                  <a:sym typeface="Arial"/>
                </a:endParaRPr>
              </a:p>
              <a:p>
                <a:pPr marL="0" indent="0">
                  <a:lnSpc>
                    <a:spcPct val="100000"/>
                  </a:lnSpc>
                  <a:spcBef>
                    <a:spcPts val="0"/>
                  </a:spcBef>
                  <a:buSzPts val="3000"/>
                  <a:buNone/>
                </a:pPr>
                <a:r>
                  <a:rPr lang="en-US" sz="2400" dirty="0">
                    <a:latin typeface="Atkinson Hyperlegible Next"/>
                    <a:ea typeface="Arial"/>
                    <a:cs typeface="Arial"/>
                    <a:sym typeface="Arial"/>
                  </a:rPr>
                  <a:t>If our centroid is at </a:t>
                </a:r>
                <a14:m>
                  <m:oMath xmlns:m="http://schemas.openxmlformats.org/officeDocument/2006/math">
                    <m:acc>
                      <m:accPr>
                        <m:chr m:val="̅"/>
                        <m:ctrlPr>
                          <a:rPr lang="en-US" sz="2400" i="1" dirty="0" smtClean="0">
                            <a:latin typeface="Cambria Math" panose="02040503050406030204" pitchFamily="18" charset="0"/>
                            <a:ea typeface="Arial"/>
                            <a:cs typeface="Arial"/>
                            <a:sym typeface="Arial"/>
                          </a:rPr>
                        </m:ctrlPr>
                      </m:accPr>
                      <m:e>
                        <m:r>
                          <a:rPr lang="en-US" sz="2400" i="1" dirty="0" smtClean="0">
                            <a:latin typeface="Cambria Math" panose="02040503050406030204" pitchFamily="18" charset="0"/>
                            <a:ea typeface="Arial"/>
                            <a:cs typeface="Arial"/>
                            <a:sym typeface="Arial"/>
                          </a:rPr>
                          <m:t>𝑥</m:t>
                        </m:r>
                      </m:e>
                    </m:acc>
                    <m:r>
                      <a:rPr lang="en-US" sz="2400" i="1" dirty="0" smtClean="0">
                        <a:latin typeface="Cambria Math" panose="02040503050406030204" pitchFamily="18" charset="0"/>
                        <a:ea typeface="Arial"/>
                        <a:cs typeface="Arial"/>
                        <a:sym typeface="Arial"/>
                      </a:rPr>
                      <m:t>=500</m:t>
                    </m:r>
                  </m:oMath>
                </a14:m>
                <a:r>
                  <a:rPr lang="en-US" sz="2400" dirty="0">
                    <a:latin typeface="Atkinson Hyperlegible Next"/>
                    <a:ea typeface="Arial"/>
                    <a:cs typeface="Arial"/>
                    <a:sym typeface="Arial"/>
                  </a:rPr>
                  <a:t>, where is the ball?</a:t>
                </a:r>
              </a:p>
              <a:p>
                <a:pPr marL="0" indent="0" algn="ctr">
                  <a:lnSpc>
                    <a:spcPct val="100000"/>
                  </a:lnSpc>
                  <a:spcBef>
                    <a:spcPts val="0"/>
                  </a:spcBef>
                  <a:buSzPts val="3000"/>
                  <a:buNone/>
                </a:pPr>
                <a:r>
                  <a:rPr lang="en-US" sz="2400" dirty="0">
                    <a:latin typeface="Atkinson Hyperlegible Next"/>
                    <a:ea typeface="Arial"/>
                    <a:cs typeface="Arial"/>
                    <a:sym typeface="Arial"/>
                  </a:rPr>
                  <a:t>It is to the right of the robot.</a:t>
                </a:r>
              </a:p>
              <a:p>
                <a:pPr marL="0" indent="0">
                  <a:lnSpc>
                    <a:spcPct val="100000"/>
                  </a:lnSpc>
                  <a:spcBef>
                    <a:spcPts val="0"/>
                  </a:spcBef>
                  <a:buSzPts val="3000"/>
                  <a:buNone/>
                </a:pPr>
                <a:endParaRPr lang="en-US" sz="2400" dirty="0">
                  <a:latin typeface="Atkinson Hyperlegible Next"/>
                  <a:ea typeface="Arial"/>
                  <a:cs typeface="Arial"/>
                  <a:sym typeface="Arial"/>
                </a:endParaRPr>
              </a:p>
              <a:p>
                <a:pPr marL="0" indent="0">
                  <a:lnSpc>
                    <a:spcPct val="100000"/>
                  </a:lnSpc>
                  <a:spcBef>
                    <a:spcPts val="0"/>
                  </a:spcBef>
                  <a:buSzPts val="3000"/>
                  <a:buNone/>
                </a:pPr>
                <a:r>
                  <a:rPr lang="en-US" sz="2400" dirty="0">
                    <a:latin typeface="Atkinson Hyperlegible Next"/>
                    <a:ea typeface="Arial"/>
                    <a:cs typeface="Arial"/>
                    <a:sym typeface="Arial"/>
                  </a:rPr>
                  <a:t>We calculate the error: </a:t>
                </a:r>
                <a14:m>
                  <m:oMath xmlns:m="http://schemas.openxmlformats.org/officeDocument/2006/math">
                    <m:r>
                      <a:rPr lang="en-US" sz="2400" i="1" dirty="0" smtClean="0">
                        <a:latin typeface="Cambria Math" panose="02040503050406030204" pitchFamily="18" charset="0"/>
                        <a:ea typeface="Arial"/>
                        <a:cs typeface="Arial"/>
                        <a:sym typeface="Arial"/>
                      </a:rPr>
                      <m:t>𝑒</m:t>
                    </m:r>
                    <m:r>
                      <a:rPr lang="en-US" sz="2400" i="1" dirty="0" smtClean="0">
                        <a:latin typeface="Cambria Math" panose="02040503050406030204" pitchFamily="18" charset="0"/>
                        <a:ea typeface="Arial"/>
                        <a:cs typeface="Arial"/>
                        <a:sym typeface="Arial"/>
                      </a:rPr>
                      <m:t>=</m:t>
                    </m:r>
                    <m:acc>
                      <m:accPr>
                        <m:chr m:val="̅"/>
                        <m:ctrlPr>
                          <a:rPr lang="en-US" sz="2400" i="1" dirty="0" smtClean="0">
                            <a:latin typeface="Cambria Math" panose="02040503050406030204" pitchFamily="18" charset="0"/>
                            <a:ea typeface="Arial"/>
                            <a:cs typeface="Arial"/>
                            <a:sym typeface="Arial"/>
                          </a:rPr>
                        </m:ctrlPr>
                      </m:accPr>
                      <m:e>
                        <m:r>
                          <a:rPr lang="en-US" sz="2400" i="1" dirty="0" smtClean="0">
                            <a:latin typeface="Cambria Math" panose="02040503050406030204" pitchFamily="18" charset="0"/>
                            <a:ea typeface="Arial"/>
                            <a:cs typeface="Arial"/>
                            <a:sym typeface="Arial"/>
                          </a:rPr>
                          <m:t>𝑥</m:t>
                        </m:r>
                      </m:e>
                    </m:acc>
                    <m:r>
                      <a:rPr lang="en-US" sz="2400" i="1" dirty="0" smtClean="0">
                        <a:latin typeface="Cambria Math" panose="02040503050406030204" pitchFamily="18" charset="0"/>
                        <a:ea typeface="Arial"/>
                        <a:cs typeface="Arial"/>
                        <a:sym typeface="Arial"/>
                      </a:rPr>
                      <m:t>−</m:t>
                    </m:r>
                    <m:sSub>
                      <m:sSubPr>
                        <m:ctrlPr>
                          <a:rPr lang="en-US" sz="2400" i="1" dirty="0" smtClean="0">
                            <a:latin typeface="Cambria Math" panose="02040503050406030204" pitchFamily="18" charset="0"/>
                            <a:ea typeface="Arial"/>
                            <a:cs typeface="Arial"/>
                            <a:sym typeface="Arial"/>
                          </a:rPr>
                        </m:ctrlPr>
                      </m:sSubPr>
                      <m:e>
                        <m:r>
                          <a:rPr lang="en-US" sz="2400" i="1" dirty="0" smtClean="0">
                            <a:latin typeface="Cambria Math" panose="02040503050406030204" pitchFamily="18" charset="0"/>
                            <a:ea typeface="Arial"/>
                            <a:cs typeface="Arial"/>
                            <a:sym typeface="Arial"/>
                          </a:rPr>
                          <m:t>𝑋</m:t>
                        </m:r>
                      </m:e>
                      <m:sub>
                        <m:r>
                          <a:rPr lang="en-US" sz="2400" i="1" dirty="0" smtClean="0">
                            <a:latin typeface="Cambria Math" panose="02040503050406030204" pitchFamily="18" charset="0"/>
                            <a:ea typeface="Arial"/>
                            <a:cs typeface="Arial"/>
                            <a:sym typeface="Arial"/>
                          </a:rPr>
                          <m:t>𝑐𝑒𝑛𝑡𝑒𝑟</m:t>
                        </m:r>
                      </m:sub>
                    </m:sSub>
                    <m:r>
                      <a:rPr lang="en-US" sz="2400" i="1" dirty="0" smtClean="0">
                        <a:latin typeface="Cambria Math" panose="02040503050406030204" pitchFamily="18" charset="0"/>
                        <a:ea typeface="Arial"/>
                        <a:cs typeface="Arial"/>
                        <a:sym typeface="Arial"/>
                      </a:rPr>
                      <m:t>=500−320=180</m:t>
                    </m:r>
                  </m:oMath>
                </a14:m>
                <a:r>
                  <a:rPr lang="en-US" sz="2400" dirty="0">
                    <a:latin typeface="Atkinson Hyperlegible Next"/>
                    <a:ea typeface="Arial"/>
                    <a:cs typeface="Arial"/>
                    <a:sym typeface="Arial"/>
                  </a:rPr>
                  <a:t> pixels.</a:t>
                </a:r>
              </a:p>
              <a:p>
                <a:pPr marL="0" indent="0">
                  <a:lnSpc>
                    <a:spcPct val="100000"/>
                  </a:lnSpc>
                  <a:spcBef>
                    <a:spcPts val="0"/>
                  </a:spcBef>
                  <a:buSzPts val="3000"/>
                  <a:buNone/>
                </a:pPr>
                <a:endParaRPr lang="en-US" sz="2400" dirty="0">
                  <a:latin typeface="Atkinson Hyperlegible Next"/>
                  <a:ea typeface="Arial"/>
                  <a:cs typeface="Arial"/>
                  <a:sym typeface="Arial"/>
                </a:endParaRPr>
              </a:p>
              <a:p>
                <a:pPr marL="0" indent="0">
                  <a:lnSpc>
                    <a:spcPct val="100000"/>
                  </a:lnSpc>
                  <a:spcBef>
                    <a:spcPts val="0"/>
                  </a:spcBef>
                  <a:buSzPts val="3000"/>
                  <a:buNone/>
                </a:pPr>
                <a:r>
                  <a:rPr lang="en-US" sz="2400" dirty="0">
                    <a:latin typeface="Atkinson Hyperlegible Next"/>
                    <a:ea typeface="Arial"/>
                    <a:cs typeface="Arial"/>
                    <a:sym typeface="Arial"/>
                  </a:rPr>
                  <a:t>Given this error, we can pass this as an error to a PI controller to make the robot turn to face the target!</a:t>
                </a:r>
              </a:p>
            </p:txBody>
          </p:sp>
        </mc:Choice>
        <mc:Fallback xmlns="">
          <p:sp>
            <p:nvSpPr>
              <p:cNvPr id="118" name="Google Shape;118;p29">
                <a:extLst>
                  <a:ext uri="{FF2B5EF4-FFF2-40B4-BE49-F238E27FC236}">
                    <a16:creationId xmlns:a16="http://schemas.microsoft.com/office/drawing/2014/main" id="{8A19ADA2-69FD-0496-DC38-CC3E2EB7DDAB}"/>
                  </a:ext>
                </a:extLst>
              </p:cNvPr>
              <p:cNvSpPr txBox="1">
                <a:spLocks noGrp="1" noRot="1" noChangeAspect="1" noMove="1" noResize="1" noEditPoints="1" noAdjustHandles="1" noChangeArrowheads="1" noChangeShapeType="1" noTextEdit="1"/>
              </p:cNvSpPr>
              <p:nvPr>
                <p:ph type="body" idx="1"/>
              </p:nvPr>
            </p:nvSpPr>
            <p:spPr>
              <a:xfrm>
                <a:off x="376809" y="1334279"/>
                <a:ext cx="11593518" cy="4821102"/>
              </a:xfrm>
              <a:prstGeom prst="rect">
                <a:avLst/>
              </a:prstGeom>
              <a:blipFill>
                <a:blip r:embed="rId3"/>
                <a:stretch>
                  <a:fillRect l="-841" t="-885" b="-3540"/>
                </a:stretch>
              </a:blipFill>
              <a:ln>
                <a:noFill/>
              </a:ln>
            </p:spPr>
            <p:txBody>
              <a:bodyPr/>
              <a:lstStyle/>
              <a:p>
                <a:r>
                  <a:rPr lang="en-US">
                    <a:noFill/>
                  </a:rPr>
                  <a:t> </a:t>
                </a:r>
              </a:p>
            </p:txBody>
          </p:sp>
        </mc:Fallback>
      </mc:AlternateContent>
      <p:sp>
        <p:nvSpPr>
          <p:cNvPr id="119" name="Google Shape;119;p29">
            <a:extLst>
              <a:ext uri="{FF2B5EF4-FFF2-40B4-BE49-F238E27FC236}">
                <a16:creationId xmlns:a16="http://schemas.microsoft.com/office/drawing/2014/main" id="{4C3F718F-06B8-CEDB-BCA3-EB4873959CC0}"/>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412EB922-1A2B-52F9-CF84-C586E56B6159}"/>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tkinson Hyperlegible Next"/>
                <a:ea typeface="Arial"/>
                <a:cs typeface="Arial"/>
                <a:sym typeface="Arial"/>
              </a:rPr>
              <a:t>Camera Vision</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C183D7F6-B498-43B3-948B-1728B52AA6E4}">
                <adec:decorative xmlns:adec="http://schemas.microsoft.com/office/drawing/2017/decorative" val="1"/>
              </a:ext>
              <a:ext uri="{FF2B5EF4-FFF2-40B4-BE49-F238E27FC236}">
                <a16:creationId xmlns:a16="http://schemas.microsoft.com/office/drawing/2014/main" id="{D321CB5C-2AAA-B3DE-FC97-6D5F51380487}"/>
              </a:ext>
            </a:extLst>
          </p:cNvPr>
          <p:cNvPicPr preferRelativeResize="0"/>
          <p:nvPr/>
        </p:nvPicPr>
        <p:blipFill rotWithShape="1">
          <a:blip r:embed="rId4">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D6486268-8F88-DCAA-43EC-B8B4D2CC245E}"/>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D8242B90-7418-8E03-9FA1-03FD935C9377}"/>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841DCADC-512F-2CC9-CBB9-A4A0B2E5353F}"/>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935E0930-2409-63FF-1F31-4A81715864DB}"/>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3763C98D-3948-31AB-22EC-521EA297401D}"/>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spTree>
    <p:extLst>
      <p:ext uri="{BB962C8B-B14F-4D97-AF65-F5344CB8AC3E}">
        <p14:creationId xmlns:p14="http://schemas.microsoft.com/office/powerpoint/2010/main" val="123923811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18">
                                            <p:txEl>
                                              <p:pRg st="7" end="7"/>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118">
                                            <p:txEl>
                                              <p:pRg st="9" end="9"/>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118">
                                            <p:txEl>
                                              <p:pRg st="11" end="11"/>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18" grpId="0" uiExpand="1" build="p"/>
    </p:bldLst>
  </p:timing>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F121A589-6491-0677-5C38-E935FC1B2DC2}"/>
            </a:ext>
          </a:extLst>
        </p:cNvPr>
        <p:cNvGrpSpPr/>
        <p:nvPr/>
      </p:nvGrpSpPr>
      <p:grpSpPr>
        <a:xfrm>
          <a:off x="0" y="0"/>
          <a:ext cx="0" cy="0"/>
          <a:chOff x="0" y="0"/>
          <a:chExt cx="0" cy="0"/>
        </a:xfrm>
      </p:grpSpPr>
      <p:sp>
        <p:nvSpPr>
          <p:cNvPr id="119" name="Google Shape;119;p29">
            <a:extLst>
              <a:ext uri="{FF2B5EF4-FFF2-40B4-BE49-F238E27FC236}">
                <a16:creationId xmlns:a16="http://schemas.microsoft.com/office/drawing/2014/main" id="{3CC0F767-F54E-A0E3-C78E-1DD342D4DE61}"/>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94497FE1-C721-98F9-C81D-EB6ED230E595}"/>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tkinson Hyperlegible Next"/>
                <a:ea typeface="Arial"/>
                <a:cs typeface="Arial"/>
                <a:sym typeface="Arial"/>
              </a:rPr>
              <a:t>Camera Vision</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C183D7F6-B498-43B3-948B-1728B52AA6E4}">
                <adec:decorative xmlns:adec="http://schemas.microsoft.com/office/drawing/2017/decorative" val="1"/>
              </a:ext>
              <a:ext uri="{FF2B5EF4-FFF2-40B4-BE49-F238E27FC236}">
                <a16:creationId xmlns:a16="http://schemas.microsoft.com/office/drawing/2014/main" id="{504FC050-C463-EBE5-31A9-0EA59B2C71B4}"/>
              </a:ext>
            </a:extLst>
          </p:cNvPr>
          <p:cNvPicPr preferRelativeResize="0"/>
          <p:nvPr/>
        </p:nvPicPr>
        <p:blipFill rotWithShape="1">
          <a:blip r:embed="rId4">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A21E5BDC-A11D-728D-8126-C06DDE27812F}"/>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92E1E0D8-5B8D-D8EA-7E6C-E49802F597CB}"/>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0E939C0B-F6FF-28A6-3BF9-54600C2EF28D}"/>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DBF44F4C-2A57-3533-92CA-EA0A9EB87701}"/>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B4491EB6-E3CA-FA19-AF41-0A617197EE34}"/>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pic>
        <p:nvPicPr>
          <p:cNvPr id="5" name="Online Media 4" title="Computer Vision Blob Detection" descr="YouTube video: Computer Vision Blob Detection (Marius Juston)">
            <a:hlinkClick r:id="" action="ppaction://media"/>
            <a:extLst>
              <a:ext uri="{FF2B5EF4-FFF2-40B4-BE49-F238E27FC236}">
                <a16:creationId xmlns:a16="http://schemas.microsoft.com/office/drawing/2014/main" id="{E8AA5AD8-B95F-8DA2-93C5-F0798C82327D}"/>
              </a:ext>
            </a:extLst>
          </p:cNvPr>
          <p:cNvPicPr>
            <a:picLocks noRot="1" noChangeAspect="1"/>
          </p:cNvPicPr>
          <p:nvPr>
            <a:videoFile r:link="rId1"/>
          </p:nvPr>
        </p:nvPicPr>
        <p:blipFill>
          <a:blip r:embed="rId5"/>
          <a:stretch>
            <a:fillRect/>
          </a:stretch>
        </p:blipFill>
        <p:spPr>
          <a:xfrm>
            <a:off x="1084621" y="903443"/>
            <a:ext cx="10022757" cy="5662871"/>
          </a:xfrm>
          <a:prstGeom prst="rect">
            <a:avLst/>
          </a:prstGeom>
        </p:spPr>
      </p:pic>
    </p:spTree>
    <p:extLst>
      <p:ext uri="{BB962C8B-B14F-4D97-AF65-F5344CB8AC3E}">
        <p14:creationId xmlns:p14="http://schemas.microsoft.com/office/powerpoint/2010/main" val="2993096767"/>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mediacall" presetSubtype="0" fill="hold" nodeType="clickEffect">
                                  <p:stCondLst>
                                    <p:cond delay="0"/>
                                  </p:stCondLst>
                                  <p:childTnLst>
                                    <p:cmd type="call" cmd="playFrom(0.0)">
                                      <p:cBhvr>
                                        <p:cTn id="6" dur="1" fill="hold"/>
                                        <p:tgtEl>
                                          <p:spTgt spid="5"/>
                                        </p:tgtEl>
                                      </p:cBhvr>
                                    </p:cmd>
                                  </p:childTnLst>
                                </p:cTn>
                              </p:par>
                            </p:childTnLst>
                          </p:cTn>
                        </p:par>
                      </p:childTnLst>
                    </p:cTn>
                  </p:par>
                </p:childTnLst>
              </p:cTn>
              <p:prevCondLst>
                <p:cond evt="onPrev" delay="0">
                  <p:tgtEl>
                    <p:sldTgt/>
                  </p:tgtEl>
                </p:cond>
              </p:prevCondLst>
              <p:nextCondLst>
                <p:cond evt="onNext" delay="0">
                  <p:tgtEl>
                    <p:sldTgt/>
                  </p:tgtEl>
                </p:cond>
              </p:nextCondLst>
            </p:seq>
            <p:video>
              <p:cMediaNode vol="80000">
                <p:cTn id="7" fill="hold" display="0">
                  <p:stCondLst>
                    <p:cond delay="indefinite"/>
                  </p:stCondLst>
                </p:cTn>
                <p:tgtEl>
                  <p:spTgt spid="5"/>
                </p:tgtEl>
              </p:cMediaNode>
            </p:video>
            <p:seq concurrent="1" nextAc="seek">
              <p:cTn id="8" restart="whenNotActive" fill="hold" evtFilter="cancelBubble" nodeType="interactiveSeq">
                <p:stCondLst>
                  <p:cond evt="onClick" delay="0">
                    <p:tgtEl>
                      <p:spTgt spid="5"/>
                    </p:tgtEl>
                  </p:cond>
                </p:stCondLst>
                <p:endSync evt="end" delay="0">
                  <p:rtn val="all"/>
                </p:endSync>
                <p:childTnLst>
                  <p:par>
                    <p:cTn id="9" fill="hold">
                      <p:stCondLst>
                        <p:cond delay="0"/>
                      </p:stCondLst>
                      <p:childTnLst>
                        <p:par>
                          <p:cTn id="10" fill="hold">
                            <p:stCondLst>
                              <p:cond delay="0"/>
                            </p:stCondLst>
                            <p:childTnLst>
                              <p:par>
                                <p:cTn id="11" presetID="2" presetClass="mediacall" presetSubtype="0" fill="hold" nodeType="clickEffect">
                                  <p:stCondLst>
                                    <p:cond delay="0"/>
                                  </p:stCondLst>
                                  <p:childTnLst>
                                    <p:cmd type="call" cmd="togglePause">
                                      <p:cBhvr>
                                        <p:cTn id="12" dur="1" fill="hold"/>
                                        <p:tgtEl>
                                          <p:spTgt spid="5"/>
                                        </p:tgtEl>
                                      </p:cBhvr>
                                    </p:cmd>
                                  </p:childTnLst>
                                </p:cTn>
                              </p:par>
                            </p:childTnLst>
                          </p:cTn>
                        </p:par>
                      </p:childTnLst>
                    </p:cTn>
                  </p:par>
                </p:childTnLst>
              </p:cTn>
              <p:nextCondLst>
                <p:cond evt="onClick" delay="0">
                  <p:tgtEl>
                    <p:spTgt spid="5"/>
                  </p:tgtEl>
                </p:cond>
              </p:nextCondLst>
            </p:seq>
          </p:childTnLst>
        </p:cTn>
      </p:par>
    </p:tnLst>
  </p:timing>
</p:sld>
</file>

<file path=ppt/slides/slide43.xml><?xml version="1.0" encoding="utf-8"?>
<p:sld xmlns:a="http://schemas.openxmlformats.org/drawingml/2006/main" xmlns:r="http://schemas.openxmlformats.org/officeDocument/2006/relationships" xmlns:p="http://schemas.openxmlformats.org/presentationml/2006/main">
  <p:cSld>
    <p:bg>
      <p:bgPr>
        <a:blipFill>
          <a:blip r:embed="rId3">
            <a:alphaModFix/>
          </a:blip>
          <a:stretch>
            <a:fillRect/>
          </a:stretch>
        </a:blipFill>
        <a:effectLst/>
      </p:bgPr>
    </p:bg>
    <p:spTree>
      <p:nvGrpSpPr>
        <p:cNvPr id="1" name="Shape 263">
          <a:extLst>
            <a:ext uri="{FF2B5EF4-FFF2-40B4-BE49-F238E27FC236}">
              <a16:creationId xmlns:a16="http://schemas.microsoft.com/office/drawing/2014/main" id="{FA145421-BB40-88A0-CFFD-DC4D9CAC5BB5}"/>
            </a:ext>
          </a:extLst>
        </p:cNvPr>
        <p:cNvGrpSpPr/>
        <p:nvPr/>
      </p:nvGrpSpPr>
      <p:grpSpPr>
        <a:xfrm>
          <a:off x="0" y="0"/>
          <a:ext cx="0" cy="0"/>
          <a:chOff x="0" y="0"/>
          <a:chExt cx="0" cy="0"/>
        </a:xfrm>
      </p:grpSpPr>
      <p:sp>
        <p:nvSpPr>
          <p:cNvPr id="264" name="Google Shape;264;p37">
            <a:extLst>
              <a:ext uri="{FF2B5EF4-FFF2-40B4-BE49-F238E27FC236}">
                <a16:creationId xmlns:a16="http://schemas.microsoft.com/office/drawing/2014/main" id="{B5B2745B-F5C6-8FBF-1FAE-FE621EFA88F0}"/>
              </a:ext>
            </a:extLst>
          </p:cNvPr>
          <p:cNvSpPr/>
          <p:nvPr>
            <p:ph type="title"/>
          </p:nvPr>
        </p:nvSpPr>
        <p:spPr>
          <a:xfrm>
            <a:off x="2275515" y="2823928"/>
            <a:ext cx="7640969" cy="1210143"/>
          </a:xfrm>
          <a:prstGeom prst="rect">
            <a:avLst/>
          </a:prstGeom>
          <a:noFill/>
          <a:ln>
            <a:noFill/>
          </a:ln>
        </p:spPr>
        <p:txBody>
          <a:bodyPr spcFirstLastPara="1" wrap="square" lIns="91425" tIns="45700" rIns="91425" bIns="45700" anchor="t" anchorCtr="0">
            <a:noAutofit/>
          </a:bodyPr>
          <a:lstStyle/>
          <a:p>
            <a:pPr lvl="0" algn="ctr">
              <a:lnSpc>
                <a:spcPct val="100000"/>
              </a:lnSpc>
              <a:spcBef>
                <a:spcPts val="0"/>
              </a:spcBef>
              <a:spcAft>
                <a:spcPts val="0"/>
              </a:spcAft>
            </a:pPr>
            <a:r>
              <a:rPr i="0" lang="en-US" sz="6600" b="1" dirty="0">
                <a:solidFill>
                  <a:schemeClr val="lt1"/>
                </a:solidFill>
              </a:rPr>
              <a:t>Questions</a:t>
            </a:r>
            <a:r>
              <a:rPr i="0" lang="en-US" sz="5400" b="1" dirty="0">
                <a:solidFill>
                  <a:schemeClr val="lt1"/>
                </a:solidFill>
              </a:rPr>
              <a:t>?</a:t>
            </a:r>
          </a:p>
        </p:txBody>
      </p:sp>
      <p:pic>
        <p:nvPicPr>
          <p:cNvPr id="265" name="Google Shape;265;p37">
            <a:extLst>
              <a:ext uri="{C183D7F6-B498-43B3-948B-1728B52AA6E4}">
                <adec:decorative xmlns:adec="http://schemas.microsoft.com/office/drawing/2017/decorative" val="1"/>
              </a:ext>
              <a:ext uri="{FF2B5EF4-FFF2-40B4-BE49-F238E27FC236}">
                <a16:creationId xmlns:a16="http://schemas.microsoft.com/office/drawing/2014/main" id="{EDC8C897-5AB2-076F-5135-9B30ACCBD22F}"/>
              </a:ext>
            </a:extLst>
          </p:cNvPr>
          <p:cNvPicPr preferRelativeResize="0"/>
          <p:nvPr/>
        </p:nvPicPr>
        <p:blipFill rotWithShape="1">
          <a:blip r:embed="rId4">
            <a:alphaModFix/>
          </a:blip>
          <a:srcRect/>
          <a:stretch/>
        </p:blipFill>
        <p:spPr>
          <a:xfrm>
            <a:off x="11557509" y="233819"/>
            <a:ext cx="271308" cy="389810"/>
          </a:xfrm>
          <a:prstGeom prst="rect">
            <a:avLst/>
          </a:prstGeom>
          <a:noFill/>
          <a:ln>
            <a:noFill/>
          </a:ln>
        </p:spPr>
      </p:pic>
      <p:sp>
        <p:nvSpPr>
          <p:cNvPr id="266" name="Google Shape;266;p37">
            <a:extLst>
              <a:ext uri="{FF2B5EF4-FFF2-40B4-BE49-F238E27FC236}">
                <a16:creationId xmlns:a16="http://schemas.microsoft.com/office/drawing/2014/main" id="{CF8648FC-7240-4BBB-9E09-C030BD1A8052}"/>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chemeClr val="lt1"/>
                </a:solidFill>
                <a:latin typeface="Atkinson Hyperlegible Next"/>
                <a:ea typeface="Arial"/>
                <a:cs typeface="Arial"/>
                <a:sym typeface="Arial"/>
              </a:rPr>
              <a:t>GRAINGER ENGINEERING</a:t>
            </a:r>
            <a:endParaRPr/>
          </a:p>
        </p:txBody>
      </p:sp>
      <p:sp>
        <p:nvSpPr>
          <p:cNvPr id="267" name="Google Shape;267;p37">
            <a:extLst>
              <a:ext uri="{FF2B5EF4-FFF2-40B4-BE49-F238E27FC236}">
                <a16:creationId xmlns:a16="http://schemas.microsoft.com/office/drawing/2014/main" id="{6A5B7064-0FC6-E501-D020-2C92B5A6057B}"/>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chemeClr val="lt1"/>
                </a:solidFill>
              </a:rPr>
              <a:t>SYSTEMS ENGINEERING </a:t>
            </a:r>
            <a:endParaRPr dirty="0"/>
          </a:p>
        </p:txBody>
      </p:sp>
      <p:grpSp>
        <p:nvGrpSpPr>
          <p:cNvPr id="268" name="Google Shape;268;p37">
            <a:extLst>
              <a:ext uri="{FF2B5EF4-FFF2-40B4-BE49-F238E27FC236}">
                <a16:creationId xmlns:a16="http://schemas.microsoft.com/office/drawing/2014/main" id="{69F24B96-E9CD-EB54-C22A-3DD90799A7A7}"/>
              </a:ext>
            </a:extLst>
          </p:cNvPr>
          <p:cNvGrpSpPr/>
          <p:nvPr/>
        </p:nvGrpSpPr>
        <p:grpSpPr>
          <a:xfrm>
            <a:off x="4066674" y="6601537"/>
            <a:ext cx="5233412" cy="70446"/>
            <a:chOff x="4033424" y="6601537"/>
            <a:chExt cx="5233412" cy="70446"/>
          </a:xfrm>
        </p:grpSpPr>
        <p:cxnSp>
          <p:nvCxnSpPr>
            <p:cNvPr id="269" name="Google Shape;269;p37">
              <a:extLst>
                <a:ext uri="{FF2B5EF4-FFF2-40B4-BE49-F238E27FC236}">
                  <a16:creationId xmlns:a16="http://schemas.microsoft.com/office/drawing/2014/main" id="{BDF89024-C4A2-8F3A-DA57-A772C1368044}"/>
                </a:ext>
              </a:extLst>
            </p:cNvPr>
            <p:cNvCxnSpPr/>
            <p:nvPr/>
          </p:nvCxnSpPr>
          <p:spPr>
            <a:xfrm rot="10800000">
              <a:off x="4033424" y="6639606"/>
              <a:ext cx="5164651" cy="0"/>
            </a:xfrm>
            <a:prstGeom prst="straightConnector1">
              <a:avLst/>
            </a:prstGeom>
            <a:noFill/>
            <a:ln w="9525" cap="flat" cmpd="sng">
              <a:solidFill>
                <a:schemeClr val="lt1"/>
              </a:solidFill>
              <a:prstDash val="solid"/>
              <a:round/>
              <a:headEnd type="none" w="sm" len="sm"/>
              <a:tailEnd type="none" w="sm" len="sm"/>
            </a:ln>
          </p:spPr>
        </p:cxnSp>
        <p:sp>
          <p:nvSpPr>
            <p:cNvPr id="270" name="Google Shape;270;p37">
              <a:extLst>
                <a:ext uri="{FF2B5EF4-FFF2-40B4-BE49-F238E27FC236}">
                  <a16:creationId xmlns:a16="http://schemas.microsoft.com/office/drawing/2014/main" id="{B3758997-614E-F4D9-9F4D-D716DCC856BA}"/>
                </a:ext>
              </a:extLst>
            </p:cNvPr>
            <p:cNvSpPr/>
            <p:nvPr/>
          </p:nvSpPr>
          <p:spPr>
            <a:xfrm>
              <a:off x="9196390" y="6601537"/>
              <a:ext cx="70446" cy="70446"/>
            </a:xfrm>
            <a:prstGeom prst="ellipse">
              <a:avLst/>
            </a:prstGeom>
            <a:solidFill>
              <a:schemeClr val="lt1"/>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chemeClr val="lt1"/>
                </a:solidFill>
                <a:latin typeface="Atkinson Hyperlegible Next"/>
                <a:ea typeface="Arial"/>
                <a:cs typeface="Arial"/>
                <a:sym typeface="Arial"/>
              </a:endParaRPr>
            </a:p>
          </p:txBody>
        </p:sp>
      </p:grpSp>
    </p:spTree>
    <p:extLst>
      <p:ext uri="{BB962C8B-B14F-4D97-AF65-F5344CB8AC3E}">
        <p14:creationId xmlns:p14="http://schemas.microsoft.com/office/powerpoint/2010/main" val="2315989789"/>
      </p:ext>
    </p:extLst>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p:bg>
      <p:bgPr>
        <a:blipFill>
          <a:blip r:embed="rId3">
            <a:alphaModFix/>
          </a:blip>
          <a:stretch>
            <a:fillRect/>
          </a:stretch>
        </a:blipFill>
        <a:effectLst/>
      </p:bgPr>
    </p:bg>
    <p:spTree>
      <p:nvGrpSpPr>
        <p:cNvPr id="1" name="Shape 274"/>
        <p:cNvGrpSpPr/>
        <p:nvPr/>
      </p:nvGrpSpPr>
      <p:grpSpPr>
        <a:xfrm>
          <a:off x="0" y="0"/>
          <a:ext cx="0" cy="0"/>
          <a:chOff x="0" y="0"/>
          <a:chExt cx="0" cy="0"/>
        </a:xfrm>
      </p:grpSpPr>
      <p:sp>
        <p:nvSpPr>
          <p:cNvPr id="276" name="Title 276"/>
          <p:cNvSpPr>
            <a:spLocks noGrp="1"/>
          </p:cNvSpPr>
          <p:nvPr>
            <p:ph type="title"/>
          </p:nvPr>
        </p:nvSpPr>
        <p:spPr>
          <a:xfrm>
            <a:off x="0" y="-914400"/>
            <a:ext cx="12192000" cy="685800"/>
          </a:xfrm>
        </p:spPr>
        <p:txBody>
          <a:bodyPr/>
          <a:lstStyle/>
          <a:p>
            <a:r>
              <a:rPr lang="en-US" dirty="0"/>
              <a:t>End of Lecture 17</a:t>
            </a:r>
          </a:p>
        </p:txBody>
      </p:sp>
      <p:pic>
        <p:nvPicPr>
          <p:cNvPr id="275" name="Google Shape;275;p38">
            <a:extLst>
              <a:ext uri="{C183D7F6-B498-43B3-948B-1728B52AA6E4}">
                <adec:decorative xmlns:adec="http://schemas.microsoft.com/office/drawing/2017/decorative" val="1"/>
              </a:ext>
            </a:extLst>
          </p:cNvPr>
          <p:cNvPicPr preferRelativeResize="0"/>
          <p:nvPr/>
        </p:nvPicPr>
        <p:blipFill rotWithShape="1">
          <a:blip r:embed="rId4">
            <a:alphaModFix/>
          </a:blip>
          <a:srcRect/>
          <a:stretch/>
        </p:blipFill>
        <p:spPr>
          <a:xfrm>
            <a:off x="2259350" y="2791508"/>
            <a:ext cx="5414193" cy="1274984"/>
          </a:xfrm>
          <a:prstGeom prst="rect">
            <a:avLst/>
          </a:prstGeom>
          <a:noFill/>
          <a:ln>
            <a:noFill/>
          </a:ln>
        </p:spPr>
      </p:pic>
    </p:spTree>
  </p:cSld>
  <p:clrMapOvr>
    <a:masterClrMapping/>
  </p:clrMapOvr>
</p:sld>
</file>

<file path=ppt/theme/theme1.xml><?xml version="1.0" encoding="utf-8"?>
<a:theme xmlns:a="http://schemas.openxmlformats.org/drawingml/2006/main" name="Office Theme">
  <a:themeElements>
    <a:clrScheme name="Office">
      <a:dk1>
        <a:srgbClr val="000000"/>
      </a:dk1>
      <a:lt1>
        <a:srgbClr val="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tkinson Hyperlegible Next"/>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tkinson Hyperlegible Next"/>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2.xml><?xml version="1.0" encoding="utf-8"?>
<a:theme xmlns:a="http://schemas.openxmlformats.org/drawingml/2006/main" name="Office Theme">
  <a:themeElements>
    <a:clrScheme name="Office">
      <a:dk1>
        <a:srgbClr val="000000"/>
      </a:dk1>
      <a:lt1>
        <a:srgbClr val="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tkinson Hyperlegible Next"/>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tkinson Hyperlegible Next"/>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otalTime>1747</TotalTime>
  <Words>3067</Words>
  <Application>Microsoft Office PowerPoint</Application>
  <PresentationFormat>Widescreen</PresentationFormat>
  <Paragraphs>420</Paragraphs>
  <Slides>44</Slides>
  <Notes>44</Notes>
  <HiddenSlides>0</HiddenSlides>
  <MMClips>1</MMClips>
  <ScaleCrop>false</ScaleCrop>
  <HeadingPairs>
    <vt:vector size="6" baseType="variant">
      <vt:variant>
        <vt:lpstr>Fonts Used</vt:lpstr>
      </vt:variant>
      <vt:variant>
        <vt:i4>4</vt:i4>
      </vt:variant>
      <vt:variant>
        <vt:lpstr>Theme</vt:lpstr>
      </vt:variant>
      <vt:variant>
        <vt:i4>1</vt:i4>
      </vt:variant>
      <vt:variant>
        <vt:lpstr>Slide Titles</vt:lpstr>
      </vt:variant>
      <vt:variant>
        <vt:i4>44</vt:i4>
      </vt:variant>
    </vt:vector>
  </HeadingPairs>
  <TitlesOfParts>
    <vt:vector size="49" baseType="lpstr">
      <vt:lpstr>Arial</vt:lpstr>
      <vt:lpstr>Calibri</vt:lpstr>
      <vt:lpstr>Cambria Math</vt:lpstr>
      <vt:lpstr>Consolas</vt: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creator>Nielsen, Joshua</dc:creator>
  <cp:lastModifiedBy>Juston, Marius F</cp:lastModifiedBy>
  <cp:revision>181</cp:revision>
  <dcterms:created xsi:type="dcterms:W3CDTF">2019-01-14T22:06:33Z</dcterms:created>
  <dcterms:modified xsi:type="dcterms:W3CDTF">2026-04-01T13:45:25Z</dcterms:modified>
</cp:coreProperties>
</file>