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417" r:id="rId3"/>
    <p:sldId id="413" r:id="rId4"/>
    <p:sldId id="414" r:id="rId5"/>
    <p:sldId id="416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30" r:id="rId21"/>
    <p:sldId id="435" r:id="rId22"/>
    <p:sldId id="433" r:id="rId23"/>
    <p:sldId id="434" r:id="rId24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6" r:id="rId34"/>
    <p:sldId id="445" r:id="rId35"/>
    <p:sldId id="447" r:id="rId36"/>
    <p:sldId id="448" r:id="rId37"/>
    <p:sldId id="450" r:id="rId38"/>
    <p:sldId id="387" r:id="rId39"/>
    <p:sldId id="449" r:id="rId40"/>
    <p:sldId id="271" r:id="rId41"/>
    <p:sldId id="270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12</a:t>
            </a:r>
            <a:r>
              <a:rPr lang="en-US" sz="2500">
                <a:solidFill>
                  <a:schemeClr val="lt1"/>
                </a:solidFill>
              </a:rPr>
              <a:t>: IMU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review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do absolute / incremental encoders measure? When do they fail at measuring </a:t>
            </a:r>
            <a:r>
              <a:rPr lang="en-US" sz="2400">
                <a:latin typeface="Arial"/>
                <a:ea typeface="Arial"/>
                <a:cs typeface="Arial"/>
                <a:sym typeface="Arial"/>
              </a:rPr>
              <a:t>travel distance?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 txBox="1"/>
          <p:nvPr/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 X, Y, Z: [-32768, 32767] = [-250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dps</a:t>
            </a:r>
            <a:r>
              <a:rPr lang="en-US" sz="2400">
                <a:latin typeface="Arial"/>
                <a:ea typeface="Arial"/>
                <a:cs typeface="Arial"/>
                <a:sym typeface="Arial"/>
              </a:rPr>
              <a:t>, 250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dsp]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rial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2380</Words>
  <Application>Microsoft Office PowerPoint</Application>
  <PresentationFormat>Widescreen</PresentationFormat>
  <Paragraphs>353</Paragraphs>
  <Slides>41</Slides>
  <Notes>41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246</cp:revision>
  <dcterms:created xsi:type="dcterms:W3CDTF">2019-01-14T22:06:33Z</dcterms:created>
  <dcterms:modified xsi:type="dcterms:W3CDTF">2026-03-02T19:04:54Z</dcterms:modified>
</cp:coreProperties>
</file>