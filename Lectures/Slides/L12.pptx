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30" r:id="rId21"/>
    <p:sldId id="435" r:id="rId22"/>
    <p:sldId id="433" r:id="rId23"/>
    <p:sldId id="434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6" r:id="rId34"/>
    <p:sldId id="445" r:id="rId35"/>
    <p:sldId id="447" r:id="rId36"/>
    <p:sldId id="448" r:id="rId37"/>
    <p:sldId id="450" r:id="rId38"/>
    <p:sldId id="387" r:id="rId39"/>
    <p:sldId id="449" r:id="rId40"/>
    <p:sldId id="271" r:id="rId41"/>
    <p:sldId id="27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rial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rial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2378</Words>
  <Application>Microsoft Office PowerPoint</Application>
  <PresentationFormat>Widescreen</PresentationFormat>
  <Paragraphs>353</Paragraphs>
  <Slides>41</Slides>
  <Notes>41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244</cp:revision>
  <dcterms:created xsi:type="dcterms:W3CDTF">2019-01-14T22:06:33Z</dcterms:created>
  <dcterms:modified xsi:type="dcterms:W3CDTF">2026-03-02T14:59:16Z</dcterms:modified>
</cp:coreProperties>
</file>